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0080625" cy="7559675"/>
  <p:notesSz cx="7772400" cy="100584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525EA5-7A2A-4BB6-AFA8-A5432DDEB59A}" styleName="">
    <a:wholeTbl>
      <a:tcStyle>
        <a:tcBdr/>
      </a:tcStyle>
    </a:wholeTbl>
    <a:band1H>
      <a:tcStyle>
        <a:tcBdr/>
      </a:tcStyle>
    </a:band1H>
    <a:band1V>
      <a:tcStyle>
        <a:tcBdr/>
      </a:tcStyle>
    </a:band1V>
    <a:lastCol>
      <a:tcStyle>
        <a:tcBdr/>
      </a:tcStyle>
    </a:lastCol>
    <a:firstCol>
      <a:tcStyle>
        <a:tcBdr/>
      </a:tcStyle>
    </a:firstCol>
    <a:lastRow>
      <a:tcStyle>
        <a:tcBdr/>
      </a:tcStyle>
    </a:lastRow>
    <a:firstRow>
      <a:tcStyle>
        <a:tcBdr/>
      </a:tcStyle>
    </a:firstRow>
  </a:tblStyle>
  <a:tblStyle styleId="{CAACE2AA-8F6F-46EA-85AC-2804E89278A7}" styleName="">
    <a:wholeTbl>
      <a:tcStyle>
        <a:tcBdr/>
      </a:tcStyle>
    </a:wholeTbl>
    <a:band1H>
      <a:tcStyle>
        <a:tcBdr/>
      </a:tcStyle>
    </a:band1H>
    <a:band1V>
      <a:tcStyle>
        <a:tcBdr/>
      </a:tcStyle>
    </a:band1V>
    <a:lastCol>
      <a:tcStyle>
        <a:tcBdr/>
      </a:tcStyle>
    </a:lastCol>
    <a:firstCol>
      <a:tcStyle>
        <a:tcBdr/>
      </a:tcStyle>
    </a:firstCol>
    <a:lastRow>
      <a:tcStyle>
        <a:tcBdr/>
      </a:tcStyle>
    </a:lastRow>
    <a:firstRow>
      <a:tcStyle>
        <a:tcBdr/>
      </a:tcStyle>
    </a:firstRow>
  </a:tblStyle>
  <a:tblStyle styleId="{B1A07383-5A0B-4755-9EC5-C2ED4089B373}" styleName="">
    <a:wholeTbl>
      <a:tcStyle>
        <a:tcBdr/>
      </a:tcStyle>
    </a:wholeTbl>
    <a:band1H>
      <a:tcStyle>
        <a:tcBdr/>
      </a:tcStyle>
    </a:band1H>
    <a:band1V>
      <a:tcStyle>
        <a:tcBdr/>
      </a:tcStyle>
    </a:band1V>
    <a:lastCol>
      <a:tcStyle>
        <a:tcBdr/>
      </a:tcStyle>
    </a:lastCol>
    <a:firstCol>
      <a:tcStyle>
        <a:tcBdr/>
      </a:tcStyle>
    </a:firstCol>
    <a:lastRow>
      <a:tcStyle>
        <a:tcBdr/>
      </a:tcStyle>
    </a:lastRow>
    <a:firstRow>
      <a:tcStyle>
        <a:tcBdr/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2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E3AF79F-FB00-40F9-4C2F-83A29D0F7D4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371472-7F63-F247-5B14-59416F873C75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368" y="0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E02AD7-57A9-52C3-705B-8011EFE56243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647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1B5B5A-8CB7-06AC-8341-EF8BD5FAC177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368" y="9555647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7B15805D-FB98-41DE-8491-27EC7DE0F03F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9338274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1E33CF-A27C-9DD2-8044-A8A5CCD724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E60B2-E7F7-BF4B-AA45-B47953D86A61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F32C59A-E10A-D633-84E5-39AB5B742048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A5B81-63AB-B896-734E-9CF2ABA51DF8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BFBCF-79A0-9A60-4801-69B61B12D5F5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70D07E-41BB-0F75-C346-9835D3C6018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765BBA5E-EC40-4E2C-A043-79FB11DCF3D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65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F4625868-9AAF-8F68-B9F9-52008BF3F92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E0F981D-D595-434C-BB96-778B11D899BA}" type="slidenum"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E7FF9-2314-A663-4BD6-D6FB3C92708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397C6C3-0D43-4F9D-B969-88C3ADB619A2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66D42D-6380-4F97-56D1-85958683E90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79445-4570-6E69-98F0-A1738F79179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D0075-C178-8A7A-E788-BCA2ACA7DF8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A7C2493-34E2-42DD-AD29-E32779DE3864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AEC5A-8382-91C4-F9AC-49660E7DDC1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1F631E-1B06-251E-70E5-43F97527A8D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6C5BA-8504-9D4D-7327-C472C3362A2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88426D2-DED8-4C20-9137-CC60BF78389C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A8D26-FB6C-726D-A58B-A9F6EF602CB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3F163D-9EC3-1373-8218-E6C948A6805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9ED70-8CF2-F390-E977-77058CFCF42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E92FB59-B8D2-4515-A03E-2BD355E6233B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657948-5167-4204-28A3-FFD3F51EEC3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4D7D84-15AB-29CC-0A60-982E01D8ADC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13B4A-CDA9-2F7E-7E48-B616E0B34D9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51E1E72-CAAE-4B7C-8A48-448D36E9FAC6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782A27-1156-85E8-D7B4-4837F5D7149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67840C-2D60-FDF9-A732-F149AC9C343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3BFD9-549D-6D84-133A-29128F1FDBE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9D7DBD5-2212-40A3-8261-E63EC364364C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9067FE-92ED-BB18-D0B1-55861722972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599" y="764280"/>
            <a:ext cx="5028840" cy="377136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AE95D-F339-383A-4E1D-E0632E99071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D0920-993F-B0AE-3913-F46A76E0436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DE37DD3-DF2B-40D5-8987-0C4E2B834E6A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668DC-A8D3-0447-E435-5ED8F3DA786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599" y="764280"/>
            <a:ext cx="5028840" cy="377136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AA114-A64A-A46C-24C9-B4737B1D536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F0156-287C-6377-CB66-0A477DF25E7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7B3F850-08A5-48D2-9ECB-E6689D46A5BE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0B48D3-8713-71E5-2696-DA3C973C4AA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599" y="764280"/>
            <a:ext cx="5028840" cy="377136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19699-0DF7-77D3-09BB-7D337562345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045CF-DA31-9663-9796-1A51E2DFA2F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3B587BC-15F6-40DD-8E34-EAAF3161480B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7498FC-091F-7289-5308-6ADA4FB95EE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599" y="764280"/>
            <a:ext cx="5028840" cy="377136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8B2303-ECFB-94F2-363A-32268DFA88A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D3153-10DA-1DA1-A78D-74BFA4C237F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1171121-FA03-496F-84F5-67DFDE27D786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459F76-C9C8-A0B5-0A20-AABDAD07BE7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B9B67-ADEA-900D-8705-7A4683D3E9C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B045B-1B42-6630-251F-D0C48C95813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14F8D2F-6B42-4326-9DF0-79C96EFA2619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8A631-1DC1-AEBB-1125-2543C8FC51A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EFD6B-C143-E5DB-2799-F161FFB6AE7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41E03-5DEB-7A4E-1DA3-43C7D0F714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6695A0-C180-A823-E763-CA3EBDFEC9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62000-126F-E024-984B-6C49CE727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21D3B-4438-943F-82ED-9BB7DE726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50E5B-EF6B-E772-59D1-786A739B9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501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6EAF2-10B8-306F-7565-5AF538659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09B26-E755-089A-29F0-21DFE4066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02078-C42F-5256-B7FF-EF4078A19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AF272-D16B-80F0-F34A-E0BA0011D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6F8DA-87B4-93C0-952B-9EEB5112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208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83D8C-01E9-33B5-2667-1AF791E2C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79CA5-E524-C24C-F3F0-DB2ADA104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15E1B-A64D-ED6D-D78B-5ECA80EFD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B3111-FDBE-06D8-2F96-925B4492B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DF3EF-9554-6378-1D47-DA4F1FBA5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366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CE3EA-DF87-A542-5712-B96BCEB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BFC57-4BE5-D7E9-9985-C01930A88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79613" y="1768475"/>
            <a:ext cx="3810000" cy="4383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87DA89-DAE5-BA1C-F890-3A98EFFCD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2013" y="1768475"/>
            <a:ext cx="3811587" cy="4383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7B84E-3A18-08F9-1F19-2CAA69236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32A8F-3BB6-D459-0723-2C7FFB34A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A816D-7102-5E61-D67D-10E44C993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90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06575-36ED-7307-CC72-785846647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72FC0-47EE-2EB8-8380-0E2612AEC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E23740-94FB-2C4A-7D00-022D7A1BE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B704E4-801E-0070-716A-6AC3496371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855CBB-570D-80EB-5101-F98D8DFDE5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E6C059-2256-541D-A67B-DC9D3AA12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810B0F-02E5-184E-F938-BDE76BE17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967A2C-F486-A422-84CA-F4B18F12B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32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05022-41B2-CC4F-7CC5-DB2BA7C50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E87FE-83B4-A680-F2D8-14B130F09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A610D8-D50C-AC15-612C-CE3764C11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849183-FDCA-3E5F-7F60-3607B1841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706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2A6177-DFEA-3BF7-F889-0D13475EC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7036C4-F6DC-B268-C2F2-26AEC1FA7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801CF-7393-A765-51D2-CD2B2E4C1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031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6BB88-B059-519D-E5B0-02B9E664F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87643-C61C-CAF0-139A-BB1028DED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35A6F8-7257-16DF-C0A6-967909E20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7429A-3A14-520D-438F-031D96D65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64612-DB16-C3A5-EA58-ACD0849F3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FC332-A427-C55A-A03D-11D089217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74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F0175-E944-F93E-5A5C-8BD5574E3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D1B19F-7BD8-1077-9891-03AED17545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9E47E-D946-391C-6FBB-BFAABF02E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6DB80-C527-29A2-86A1-ED3453012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54FC5-5F32-3F1A-A9AB-99D786C41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E52F5-CFD5-2A47-1112-AB711555E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36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38DE1-06CF-1004-CE56-F94A2AEA3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D2170C-045E-9A4F-8BB5-3F864A5C5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788E8-DD70-DE70-3A03-8EA499E66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50D0-E6FB-20A2-9BE7-6269FD3B9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E1F32-3C06-31AB-1541-E1E0C4C8B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65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4A70BD-C464-94B1-A1B6-08DB4468FE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37488" y="301625"/>
            <a:ext cx="1952625" cy="58499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F68B6B-E3D8-8295-D87D-2974806C0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79613" y="301625"/>
            <a:ext cx="5705475" cy="58499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82FFB-D937-1AB0-A859-E7E3B190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BE929-1C35-F1A6-ADC0-BD36ACCC2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C2FFE-9E0D-1D18-A89C-35B6372BA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092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225B1-6B00-061E-8435-84968ED22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FE9E58-58E6-25F9-CE6E-07EFD93CE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6D15F-B121-2E54-3344-0261A5E7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F2635-BCD6-0CED-B961-B6CC9D65D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74109-7074-43C0-B02C-F15E091FF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679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8BDF-4BCF-56CD-C51D-6F880FBF3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3E0D3-F3FE-A94A-B656-C456262E2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DD445-EB76-7A4C-D9EE-96A973B8B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C44BE-1D5C-2D94-AFAD-3AD4A88D2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0E9C8-8DE8-AEF7-AC50-10361380F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665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2DA38-8F03-1035-3E94-3C494C673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70D7C-780D-4E9E-F0FB-AAC304951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14942-C419-F9DD-FB95-E61D26DD4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D5CB1-7054-8FF5-072C-13F1E44CF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7DA6F-B403-62BA-BB47-6DE603F42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2722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AB7F5-30F6-5EDC-352A-A716010A4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07DB5-FBD4-C6B4-0019-83108B5FA5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79613" y="1924050"/>
            <a:ext cx="3811587" cy="473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0E75F8-C622-FFED-CD55-E7FBAFEF1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3600" y="1924050"/>
            <a:ext cx="3811588" cy="473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990DA5-B5B3-5C99-2FFD-0D5D51477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8EB34-A5F0-00F9-7552-6343CF97E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587A5-55D0-E222-20E7-F7645D2FF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1663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85B7D-C2E2-8C2A-0D66-993A65750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FA9C47-DE52-B80F-68AB-0F1174FFF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9BF79-8F84-EB14-E57C-BE655A6A9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BE6F4A-EC6A-BA68-08F2-5EB56E5894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202828-0CB2-B4C3-10E6-226CED45CE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5FA647-74D1-D7DD-07D0-44B312330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EB0D7E-427C-8ABC-4681-E61D8A94D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82E2D9-2F1C-A629-A2A2-38AB2B315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485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3395A-C94B-D31D-E043-5F2ACB6DD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FAB0CE-65A1-63CF-8D36-264115E4C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22867F-77A8-4AA2-9E46-562D4B3AD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2181F6-DF7B-2336-1B8E-C9BE6926D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8158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61F6E3-4122-CF85-C246-55A0E5CD7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40368B-D4D9-9048-0C60-99073FFF5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A078C-59E2-610E-24E4-9B3588FAF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129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E45A5-A809-E27E-285D-33D9FE315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BF352-372E-C4F0-A12E-3D0A1C9CB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4D896-C337-0F30-DE06-7C080E591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1F9EB-0CC7-976C-7908-ED51D5975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27882C-EC55-BD49-A30C-A318CCECF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1A4CC-9F51-9F09-F9F9-9D6F3AC0B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9778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B0FE0-C507-B4D3-FA3B-2013879FF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7B012-4E31-4730-A1A3-C126F854D0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6BA8F5-F8E3-B1A3-8698-1928A3B29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D9A53-641C-ED35-69E0-92359CF2F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793CB-A201-A273-4C95-2B88F3811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2C28A-452E-557A-60F0-9E6971E35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225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5B9A0-5875-AF9B-4AFD-AC5F9F9BD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F290F2-C551-623F-98D3-9C560351B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BE436-6CA9-73C9-064B-9406978E9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D1356-82C4-60E2-E880-E6470F44C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CFC49-1E8A-909B-65F4-FA4F68DE8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103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72D09F-9A93-8BBD-1BBD-E5B4B98920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08925" y="457200"/>
            <a:ext cx="1974850" cy="62039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2511B-960D-2F87-346B-754F994426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79613" y="457200"/>
            <a:ext cx="5776912" cy="62039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FF717-BF6F-A439-5FF3-44BA3FE1F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B3C74-53F2-A27A-BEC8-3D8768A95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8EF3A-C172-F478-6399-B612EB95B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9499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B5E4B-7786-B045-7776-DF7685901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4171BE-08DB-E532-4122-909347802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601050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59B4C-7F6F-00A5-6B85-DA8E5FC14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F3045-38EB-51A7-DA12-CB840B3A2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569124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CDBDC-0366-D942-F6AD-4130DFC3D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D1509-8C9C-06C6-972B-BCA2693FE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09041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863D5-3E91-C9D9-8DD6-EBACD30A6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CE1B8-F7E2-1070-5778-FCAB8D71B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FAC680-1FD8-94BF-7DFE-4517FE26C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303145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49B0E-8008-5DCE-2B81-C49DE5872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AE4CD-8715-87F2-6C3D-6781D9DED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1A28B7-1F4D-35BA-8713-B065D5CD1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EE4173-0EA0-2B9F-55E3-C153FECF5E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DF82FA-D3F2-FFCD-8E7A-DEF010859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174482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11C79-24E9-5014-F5FD-8D7295A80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537708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0627329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3EFD4-1821-528F-764B-05254F67F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21B07-05B9-3CAE-333E-6C284D7B2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2C99A-1C13-38F1-D745-38EDFE1B0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30982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76E8F-7535-B376-CBDE-1BED784F4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326099-6863-C9E2-BEAA-509BA4BA12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065A0-EDAB-25AA-5ADF-2602C9097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14303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EE23E-864C-7340-8F54-B145F27B4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FAE44E-3966-621D-1296-DB12B124AC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482332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DC89FA-FEEC-821A-1C0C-DF01FE627A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69BF0-1559-A9B5-9456-3DE735736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440137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4AB69-5763-2281-77D1-DEC0F657E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BA1F9B-0E0C-72C4-2758-9B69D34F4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E7E7B-A2E1-A229-C046-86CD757AA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2716-2FFD-4200-9B6F-DEA404E06A93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F571F-9425-8731-80A0-D57FD1D37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32E8D-5840-3C63-30D0-5020A5340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64028-2EBF-4204-A88D-E29507029285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704930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E1F31-5BBC-433D-DDFE-5004AADD7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4DDAF-22D4-6517-EB4B-4EC0D643E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98A19-DA87-1B79-91FA-1B0C9DE1D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2716-2FFD-4200-9B6F-DEA404E06A93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2AAC5-4A1A-D06F-0F9A-75CD0164E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FF0C7-362C-36FE-A2EF-A5FF06CF3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ADFA8-3577-4066-B4C1-9FFAFC21608D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836339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2675-A546-1E25-AA4F-FAAD6D840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3B8B7-9EA5-CF34-43E7-1A96677BD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8B78C-C3EF-F449-5F87-B4B5836DF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2716-2FFD-4200-9B6F-DEA404E06A93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16445-6E07-9E93-FF5C-0FAE97BAD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377A5-1B83-4702-5A32-427D9A05E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B83D-8C1A-4C99-BFE8-0FF2481F9A66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469632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B91B5-65A6-6D5A-7514-8A25B9FB7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BCECB-B6FA-5A0D-B7DE-12A9232B2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738" y="2012950"/>
            <a:ext cx="4270375" cy="4795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72C0F-9A99-0995-37CC-DEE1BF840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13" y="2012950"/>
            <a:ext cx="4270375" cy="4795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97E2E-1C75-D6F8-9F48-81F75EF38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2716-2FFD-4200-9B6F-DEA404E06A93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F4AA9F-8BA4-6B47-372D-1A027AFB5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DDC34A-DF93-B656-0429-9164C761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DE95-1063-4364-B98E-AB6B07707944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149295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2D3A8-B5D6-2874-86EC-24A724317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A72DE-0531-B8DC-3573-7462C77FD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646FE-71FA-F7CA-655A-FE030235BC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3E3196-BC63-36DC-88F6-E1D55F6407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5C480C-4C1C-9EC3-DEF8-1ED0EB4B79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EFF31-9733-E138-AB23-A9AF2E9E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2716-2FFD-4200-9B6F-DEA404E06A93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AC2988-C76D-033D-EB2B-CAD2E9D5D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43931D-4898-BB87-1B0A-A06457D9B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E8232-396E-44BD-91E4-C6FA19332039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272033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E4FC8-503B-3121-1668-54907FC25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CFED6A-D897-ADD0-109B-13258AC5C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2716-2FFD-4200-9B6F-DEA404E06A93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8D1A5E-7901-4136-EE39-8E23596AD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5E1981-FC5B-5FD7-9793-7AC6E68A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2E2B-A716-4D9A-88E5-05E132993509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907762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CD263E-56DA-6F6C-75BC-07A772CF9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2716-2FFD-4200-9B6F-DEA404E06A93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BCFDD2-A38E-E08C-6715-C61C5E2F2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C4030-28B5-AE15-122A-E5F89259D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281B-DD8D-4EC6-8753-16E0AC72CE3D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3013368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5479A-66FA-9EB2-A29B-BAD516F9B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D08F2-0B96-2653-5C74-2EDCC14F6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526DA-33AD-950B-53A9-B61451006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5EE1B-66ED-F7E0-F895-DF7E862B4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2716-2FFD-4200-9B6F-DEA404E06A93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A1F5C0-0D25-F5C1-F25A-61EF55AD8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CED35-EDC1-92A5-BE40-3D12B83B8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07EF-8FE0-4BE0-B855-2F25C96073E8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4300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02CB6-BA25-6ED4-77BD-27BE806B1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B0F8EE-9810-C654-9409-104DB5084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79BE1-748E-944D-0B47-190CCEA97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61A2E-FE3A-383C-562F-B1611BEAD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2716-2FFD-4200-9B6F-DEA404E06A93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D8486-3BCA-90B0-BFD4-8E4651532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0BCEE-32A4-4EE1-C431-D9DAB56A9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49AF-A9FD-41F2-B8E7-01252201F613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17338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9D69E-7BC1-8938-E773-0855E4E73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761C90-0256-93A9-5F9F-B7ABB0CEE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90A9B-0263-0127-60EF-578148400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2716-2FFD-4200-9B6F-DEA404E06A93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774CF-B84A-945E-8118-6F6D3809A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E8A60-A5B4-0245-C284-BFE84BAB7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98A63-8C63-41C6-8656-A9F5CBC5F587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635499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D4ABCC-46BB-D998-48F2-3ADDAE342C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13600" y="403225"/>
            <a:ext cx="2173288" cy="6405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961BB9-A685-FFCA-5252-15D8D2346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738" y="403225"/>
            <a:ext cx="6367462" cy="6405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E7828-AE22-4E55-2B2D-D77BB0FF0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32716-2FFD-4200-9B6F-DEA404E06A93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4274C-BC0F-944F-92A3-DB602EA78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0A003-AB2B-E23D-9185-2BF934887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AF4BE-762F-40A2-9BAA-3720803414A0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287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1">
            <a:extLst>
              <a:ext uri="{FF2B5EF4-FFF2-40B4-BE49-F238E27FC236}">
                <a16:creationId xmlns:a16="http://schemas.microsoft.com/office/drawing/2014/main" id="{525AD0C9-F739-BB3C-E487-7AEFA787C2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35279" y="301680"/>
            <a:ext cx="6154200" cy="12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3" name="Shape 22">
            <a:extLst>
              <a:ext uri="{FF2B5EF4-FFF2-40B4-BE49-F238E27FC236}">
                <a16:creationId xmlns:a16="http://schemas.microsoft.com/office/drawing/2014/main" id="{585188DC-422C-1603-A480-AE91E1CD4A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79640" y="1768320"/>
            <a:ext cx="7773480" cy="4382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hape 23">
            <a:extLst>
              <a:ext uri="{FF2B5EF4-FFF2-40B4-BE49-F238E27FC236}">
                <a16:creationId xmlns:a16="http://schemas.microsoft.com/office/drawing/2014/main" id="{F9B247CE-8DC8-40ED-39DE-3195074FC56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763640" y="6094439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D97193D7-85CA-6AC1-0BF9-A467B42C1A6C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203720" y="6707160"/>
            <a:ext cx="319356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hape 25">
            <a:extLst>
              <a:ext uri="{FF2B5EF4-FFF2-40B4-BE49-F238E27FC236}">
                <a16:creationId xmlns:a16="http://schemas.microsoft.com/office/drawing/2014/main" id="{680E66B7-B46E-D317-886C-49CC527B5D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15360" y="6707160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rtl="0" hangingPunct="0">
        <a:lnSpc>
          <a:spcPct val="100000"/>
        </a:lnSpc>
        <a:buNone/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Arial"/>
          <a:cs typeface="Arial"/>
        </a:defRPr>
      </a:lvl1pPr>
    </p:titleStyle>
    <p:bodyStyle>
      <a:lvl1pPr marL="0" marR="0" indent="0" algn="l" hangingPunct="0">
        <a:lnSpc>
          <a:spcPct val="100000"/>
        </a:lnSpc>
        <a:spcBef>
          <a:spcPts val="1417"/>
        </a:spcBef>
        <a:spcAft>
          <a:spcPts val="0"/>
        </a:spcAft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cs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7">
            <a:extLst>
              <a:ext uri="{FF2B5EF4-FFF2-40B4-BE49-F238E27FC236}">
                <a16:creationId xmlns:a16="http://schemas.microsoft.com/office/drawing/2014/main" id="{99AF0786-2D28-88D5-3B1A-EF850CAC0A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00400" y="457200"/>
            <a:ext cx="6683040" cy="1261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201098A9-30DC-BFE5-21A5-654BDDE0F0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79640" y="1924200"/>
            <a:ext cx="7775280" cy="4736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D1B67EB0-9C06-0C91-BF0C-CABA2978D78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763640" y="6094439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hape 30">
            <a:extLst>
              <a:ext uri="{FF2B5EF4-FFF2-40B4-BE49-F238E27FC236}">
                <a16:creationId xmlns:a16="http://schemas.microsoft.com/office/drawing/2014/main" id="{43A405A3-DC45-A32B-4016-BD891CFF21DE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203720" y="6707160"/>
            <a:ext cx="319356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hape 31">
            <a:extLst>
              <a:ext uri="{FF2B5EF4-FFF2-40B4-BE49-F238E27FC236}">
                <a16:creationId xmlns:a16="http://schemas.microsoft.com/office/drawing/2014/main" id="{773E54F2-1CB1-9C9C-F5B7-266916189B2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15360" y="6707160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rtl="0" hangingPunct="0">
        <a:lnSpc>
          <a:spcPct val="100000"/>
        </a:lnSpc>
        <a:buNone/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Arial"/>
          <a:cs typeface="Arial"/>
        </a:defRPr>
      </a:lvl1pPr>
    </p:titleStyle>
    <p:bodyStyle>
      <a:lvl1pPr marL="0" marR="0" indent="0" algn="l" hangingPunct="0">
        <a:lnSpc>
          <a:spcPct val="100000"/>
        </a:lnSpc>
        <a:spcBef>
          <a:spcPts val="1417"/>
        </a:spcBef>
        <a:spcAft>
          <a:spcPts val="0"/>
        </a:spcAft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cs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56B754-4B5E-6130-31F5-CE37BD3307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AF421-8EDE-B710-0E2B-989C0AA086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4B87D9-8AE2-7819-55E9-5204BB9F8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3150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4A74A-3121-065E-BE30-A6E6BEB0D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2012950"/>
            <a:ext cx="8693150" cy="4795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94AB5-534A-CE9A-DA09-053D269FB5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7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432716-2FFD-4200-9B6F-DEA404E06A93}" type="datetimeFigureOut">
              <a:rPr lang="he-IL" smtClean="0"/>
              <a:t>י"ב/חשון/תשפ"ו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ADC18-9927-C33C-F616-D54F6FFB0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8513" y="7007225"/>
            <a:ext cx="3403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907F5-94EF-CE99-D30B-9F222F1BC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9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52049C-7197-43A1-9D3A-089E69BE8CA3}" type="slidenum"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liddit.org/apps/good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56E04-678A-B593-C620-23A34041E0D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1440" y="548640"/>
            <a:ext cx="10172160" cy="7009560"/>
          </a:xfrm>
        </p:spPr>
        <p:txBody>
          <a:bodyPr vert="horz"/>
          <a:lstStyle/>
          <a:p>
            <a:pPr lvl="0" rtl="1"/>
            <a:r>
              <a:rPr lang="he-IL" sz="8000" b="1">
                <a:solidFill>
                  <a:srgbClr val="0000FF"/>
                </a:solidFill>
                <a:latin typeface="Liberation Sans" pitchFamily="34"/>
              </a:rPr>
              <a:t>חלוקה הוגנת ויעילה של חפצים בדידים</a:t>
            </a:r>
            <a:br>
              <a:rPr lang="en-US" sz="8000" b="1">
                <a:solidFill>
                  <a:srgbClr val="0000FF"/>
                </a:solidFill>
                <a:latin typeface="Liberation Sans" pitchFamily="34"/>
              </a:rPr>
            </a:br>
            <a:br>
              <a:rPr lang="en-US" sz="8000" b="1">
                <a:latin typeface="Liberation Sans" pitchFamily="34"/>
              </a:rPr>
            </a:br>
            <a:br>
              <a:rPr lang="en-US" sz="8000" b="1">
                <a:latin typeface="Liberation Sans" pitchFamily="34"/>
              </a:rPr>
            </a:br>
            <a:r>
              <a:rPr lang="he-IL" sz="4000" b="1">
                <a:latin typeface="Liberation Sans" pitchFamily="34"/>
              </a:rPr>
              <a:t>אראל סגל-הלוי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0B4F17D-B1FA-CF58-3586-DA6776C59B54}"/>
              </a:ext>
            </a:extLst>
          </p:cNvPr>
          <p:cNvSpPr/>
          <p:nvPr/>
        </p:nvSpPr>
        <p:spPr>
          <a:xfrm>
            <a:off x="1440" y="0"/>
            <a:ext cx="10079280" cy="745846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algn="ctr" rtl="1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Guttman Stam" pitchFamily="18"/>
                <a:ea typeface="Guttman Stam" pitchFamily="2"/>
                <a:cs typeface="Guttman Stam" pitchFamily="2"/>
              </a:rPr>
              <a:t>"וּנְחַלְתֶּם אוֹתָהּ אִישׁ כְּאָחִיו"</a:t>
            </a:r>
            <a:r>
              <a:rPr lang="he-IL" sz="1200" b="0" i="0" u="none" strike="noStrike" kern="1200" cap="none">
                <a:ln>
                  <a:noFill/>
                </a:ln>
                <a:latin typeface="Guttman Stam" pitchFamily="18"/>
                <a:ea typeface="Guttman Stam" pitchFamily="2"/>
                <a:cs typeface="Guttman Stam" pitchFamily="2"/>
              </a:rPr>
              <a:t> (יחזקאל מז 14)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35E4A2-D2FE-95FF-DFDD-81C024CF9A4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188719"/>
            <a:ext cx="9966960" cy="637092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3600">
                <a:solidFill>
                  <a:srgbClr val="009900"/>
                </a:solidFill>
                <a:latin typeface="Liberation Sans" pitchFamily="34"/>
              </a:rPr>
              <a:t>כשה”עוגה” רציפה – תמיד קיימת חלוקה</a:t>
            </a:r>
            <a:r>
              <a:rPr lang="he-IL" sz="3600" b="1">
                <a:solidFill>
                  <a:srgbClr val="009900"/>
                </a:solidFill>
                <a:latin typeface="Liberation Sans" pitchFamily="34"/>
              </a:rPr>
              <a:t> </a:t>
            </a:r>
            <a:r>
              <a:rPr lang="en-US" sz="3600">
                <a:solidFill>
                  <a:srgbClr val="009900"/>
                </a:solidFill>
                <a:latin typeface="Liberation Sans" pitchFamily="34"/>
              </a:rPr>
              <a:t>יעילה </a:t>
            </a:r>
            <a:r>
              <a:rPr lang="he-IL" sz="3600">
                <a:solidFill>
                  <a:srgbClr val="009900"/>
                </a:solidFill>
                <a:latin typeface="Liberation Sans" pitchFamily="34"/>
              </a:rPr>
              <a:t>וללא-קנאה.</a:t>
            </a:r>
            <a:endParaRPr lang="en-US" sz="3600">
              <a:solidFill>
                <a:srgbClr val="009900"/>
              </a:solidFill>
              <a:latin typeface="Liberation Sans" pitchFamily="34"/>
            </a:endParaRPr>
          </a:p>
          <a:p>
            <a:pPr lvl="0" algn="r" rtl="1"/>
            <a:r>
              <a:rPr lang="he-IL" sz="3600" i="1">
                <a:solidFill>
                  <a:srgbClr val="990066"/>
                </a:solidFill>
                <a:latin typeface="Liberation Sans" pitchFamily="34"/>
              </a:rPr>
              <a:t>האם כשהחפצים בדידים קיימת חלוקה</a:t>
            </a:r>
            <a:r>
              <a:rPr lang="he-IL" sz="3600" b="1" i="1">
                <a:solidFill>
                  <a:srgbClr val="990066"/>
                </a:solidFill>
                <a:latin typeface="Liberation Sans" pitchFamily="34"/>
              </a:rPr>
              <a:t> </a:t>
            </a:r>
            <a:r>
              <a:rPr lang="he-IL" sz="3600" i="1">
                <a:solidFill>
                  <a:srgbClr val="990066"/>
                </a:solidFill>
                <a:latin typeface="Liberation Sans" pitchFamily="34"/>
              </a:rPr>
              <a:t>יעילה </a:t>
            </a:r>
            <a:r>
              <a:rPr lang="he-IL" sz="3600" b="1" i="1">
                <a:solidFill>
                  <a:srgbClr val="990066"/>
                </a:solidFill>
                <a:latin typeface="Liberation Sans" pitchFamily="34"/>
              </a:rPr>
              <a:t>וללא-קנאה בקירוב?</a:t>
            </a:r>
            <a:endParaRPr lang="en-US" sz="3600" i="1">
              <a:solidFill>
                <a:srgbClr val="990066"/>
              </a:solidFill>
              <a:latin typeface="Liberation Sans" pitchFamily="34"/>
            </a:endParaRPr>
          </a:p>
          <a:p>
            <a:pPr lvl="0" algn="r" rtl="1"/>
            <a:endParaRPr lang="en-US" sz="3600" i="1">
              <a:solidFill>
                <a:srgbClr val="990066"/>
              </a:solidFill>
              <a:latin typeface="Liberation Sans" pitchFamily="34"/>
            </a:endParaRPr>
          </a:p>
          <a:p>
            <a:pPr lvl="0" algn="r" rtl="1"/>
            <a:r>
              <a:rPr lang="he-IL" sz="3600">
                <a:solidFill>
                  <a:srgbClr val="009900"/>
                </a:solidFill>
                <a:latin typeface="Liberation Sans" pitchFamily="34"/>
              </a:rPr>
              <a:t>כשה”עוגה” רציפה – החלוקה הממקסמת את מכפלת ערכי המשתתפים היא יעילה פארטו וללא-קנאה.</a:t>
            </a:r>
          </a:p>
          <a:p>
            <a:pPr lvl="0" algn="r" rtl="1"/>
            <a:r>
              <a:rPr lang="he-IL" sz="3600" i="1">
                <a:solidFill>
                  <a:srgbClr val="990066"/>
                </a:solidFill>
                <a:latin typeface="Liberation Sans" pitchFamily="34"/>
              </a:rPr>
              <a:t>כשהחפצים בדידים – החלוקה הממקסמת את מכפלת ערכי המשתתפים היא </a:t>
            </a:r>
            <a:r>
              <a:rPr lang="en-US" sz="3600" i="1">
                <a:solidFill>
                  <a:srgbClr val="990066"/>
                </a:solidFill>
                <a:latin typeface="Liberation Sans" pitchFamily="34"/>
              </a:rPr>
              <a:t>יעילה פארטו </a:t>
            </a:r>
            <a:r>
              <a:rPr lang="he-IL" sz="3600" i="1">
                <a:solidFill>
                  <a:srgbClr val="990066"/>
                </a:solidFill>
                <a:latin typeface="Liberation Sans" pitchFamily="34"/>
              </a:rPr>
              <a:t>וללא-קנאה-בקירוב.</a:t>
            </a:r>
            <a:endParaRPr lang="en-US" sz="3600" i="1">
              <a:solidFill>
                <a:srgbClr val="990066"/>
              </a:solidFill>
              <a:latin typeface="Liberation Sans" pitchFamily="3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FE8EB2-CB9F-AC2B-E480-239AC8DFD82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73520"/>
            <a:ext cx="10080720" cy="832319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</a:rPr>
              <a:t>חלוקת חפצים הוגנת ויעילה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FA60EF-56A4-4B0C-FFCB-3600FFEDC01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218600"/>
            <a:ext cx="10080720" cy="634104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 b="1">
                <a:latin typeface="Liberation Sans" pitchFamily="34"/>
              </a:rPr>
              <a:t>משפט</a:t>
            </a:r>
            <a:r>
              <a:rPr lang="he-IL" sz="4000">
                <a:latin typeface="Liberation Sans" pitchFamily="34"/>
              </a:rPr>
              <a:t>:</a:t>
            </a:r>
            <a:r>
              <a:rPr lang="he-IL" sz="4000" b="1">
                <a:latin typeface="Liberation Sans" pitchFamily="34"/>
              </a:rPr>
              <a:t> </a:t>
            </a:r>
            <a:r>
              <a:rPr lang="en-US" sz="4000">
                <a:latin typeface="Liberation Sans" pitchFamily="34"/>
              </a:rPr>
              <a:t>נניח ש:</a:t>
            </a:r>
          </a:p>
          <a:p>
            <a:pPr lvl="0" algn="r" rtl="1"/>
            <a:r>
              <a:rPr lang="en-US" sz="4000">
                <a:latin typeface="Liberation Sans" pitchFamily="34"/>
              </a:rPr>
              <a:t>* ההעדפות חיבוריות</a:t>
            </a:r>
            <a:r>
              <a:rPr lang="he-IL" sz="4000">
                <a:latin typeface="Liberation Sans" pitchFamily="34"/>
              </a:rPr>
              <a:t> - </a:t>
            </a:r>
            <a:r>
              <a:rPr lang="en-US" sz="4000">
                <a:latin typeface="Liberation Sans" pitchFamily="34"/>
              </a:rPr>
              <a:t>ערך של סל הוא סכום הערכים של החפצים בסל.</a:t>
            </a:r>
          </a:p>
          <a:p>
            <a:pPr lvl="0" algn="r" rtl="1"/>
            <a:r>
              <a:rPr lang="en-US" sz="4000">
                <a:latin typeface="Liberation Sans" pitchFamily="34"/>
              </a:rPr>
              <a:t>* קיימת לפחות חלוקה אחת שבה כל שחקן מקבל ערך גדול מאפס.</a:t>
            </a:r>
          </a:p>
          <a:p>
            <a:pPr lvl="0" algn="r" rtl="1"/>
            <a:r>
              <a:rPr lang="he-IL" sz="4000">
                <a:latin typeface="Liberation Sans" pitchFamily="34"/>
              </a:rPr>
              <a:t>אז, כל חלוקה הממקסמת את מכפלת ערכי המשתתפים היא גם יעילה-פארטו וגם </a:t>
            </a:r>
            <a:r>
              <a:rPr lang="he-IL" sz="4000" b="1">
                <a:latin typeface="Liberation Sans" pitchFamily="34"/>
              </a:rPr>
              <a:t>ללא-קנאה עד-כדי חפץ אחד (</a:t>
            </a:r>
            <a:r>
              <a:rPr lang="en-US" sz="4000" b="1">
                <a:latin typeface="Liberation Sans" pitchFamily="34"/>
              </a:rPr>
              <a:t>EF1</a:t>
            </a:r>
            <a:r>
              <a:rPr lang="he-IL" sz="4000" b="1">
                <a:latin typeface="Liberation Sans" pitchFamily="34"/>
              </a:rPr>
              <a:t>).</a:t>
            </a:r>
            <a:endParaRPr lang="en-US" sz="4000" b="1">
              <a:latin typeface="Liberation Sans" pitchFamily="34"/>
            </a:endParaRPr>
          </a:p>
          <a:p>
            <a:pPr lvl="0" algn="r" rtl="1"/>
            <a:r>
              <a:rPr lang="he-IL" sz="4000" b="1">
                <a:solidFill>
                  <a:srgbClr val="006600"/>
                </a:solidFill>
                <a:latin typeface="Liberation Sans" pitchFamily="34"/>
              </a:rPr>
              <a:t>הוכחה</a:t>
            </a:r>
            <a:r>
              <a:rPr lang="he-IL" sz="4000">
                <a:solidFill>
                  <a:srgbClr val="006600"/>
                </a:solidFill>
                <a:latin typeface="Liberation Sans" pitchFamily="34"/>
              </a:rPr>
              <a:t>: יעילות פארטו ברורה.</a:t>
            </a:r>
            <a:r>
              <a:rPr lang="en-US" sz="4000">
                <a:solidFill>
                  <a:srgbClr val="006600"/>
                </a:solidFill>
                <a:latin typeface="Liberation Sans" pitchFamily="34"/>
              </a:rPr>
              <a:t> – EF1 בשקף הבא.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B305BF-B7DE-C37B-6C0A-60DFD0C535C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9000"/>
            <a:ext cx="10080720" cy="1161720"/>
          </a:xfrm>
        </p:spPr>
        <p:txBody>
          <a:bodyPr vert="horz"/>
          <a:lstStyle/>
          <a:p>
            <a:pPr lvl="0" rtl="0"/>
            <a:r>
              <a:rPr lang="he-IL" sz="5400">
                <a:latin typeface="Liberation Sans" pitchFamily="34"/>
              </a:rPr>
              <a:t>מיקסום מכפלת הערכים</a:t>
            </a:r>
            <a:br>
              <a:rPr lang="en-US" sz="5400">
                <a:latin typeface="Liberation Sans" pitchFamily="34"/>
              </a:rPr>
            </a:br>
            <a:r>
              <a:rPr lang="en-US" sz="2800">
                <a:latin typeface="Liberation Sans" pitchFamily="34"/>
              </a:rPr>
              <a:t>(Caragiannis, Kurokawa, Moulin, Procaccia, Shah, Wang, 2016)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E3C442-8932-E1FE-2462-82F56C38B47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218600"/>
            <a:ext cx="10080720" cy="634104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3600" b="1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המשך</a:t>
            </a:r>
            <a:r>
              <a:rPr lang="he-IL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: </a:t>
            </a:r>
            <a:r>
              <a:rPr lang="en-US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נניח ש</a:t>
            </a:r>
            <a:r>
              <a:rPr lang="he-IL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שחקן </a:t>
            </a:r>
            <a:r>
              <a:rPr lang="en-US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he-IL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US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מקנא ב</a:t>
            </a:r>
            <a:r>
              <a:rPr lang="he-IL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שחקן </a:t>
            </a:r>
            <a:r>
              <a:rPr lang="en-US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j</a:t>
            </a:r>
            <a:r>
              <a:rPr lang="he-IL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US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נסתכל על כל החפצים בסל של </a:t>
            </a:r>
            <a:r>
              <a:rPr lang="en-US" sz="3600" i="1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j</a:t>
            </a:r>
            <a:r>
              <a:rPr lang="he-IL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.</a:t>
            </a:r>
            <a:r>
              <a:rPr lang="en-US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 לכל חפץ </a:t>
            </a:r>
            <a:r>
              <a:rPr lang="en-US" sz="3600" i="1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g</a:t>
            </a:r>
            <a:r>
              <a:rPr lang="he-IL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,</a:t>
            </a:r>
            <a:r>
              <a:rPr lang="en-US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 נבדוק את יחס הערכים</a:t>
            </a:r>
            <a:r>
              <a:rPr lang="he-IL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:</a:t>
            </a:r>
            <a:r>
              <a:rPr lang="en-US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  </a:t>
            </a:r>
          </a:p>
          <a:p>
            <a:pPr lvl="0" algn="ctr" rtl="0"/>
            <a:r>
              <a:rPr lang="en-US" sz="3600" i="1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g</a:t>
            </a:r>
            <a:r>
              <a:rPr lang="en-US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)</a:t>
            </a:r>
            <a:r>
              <a:rPr lang="en-US" sz="3600" i="1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 / V</a:t>
            </a:r>
            <a:r>
              <a:rPr lang="en-US" sz="3600" i="1" baseline="-330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j</a:t>
            </a:r>
            <a:r>
              <a:rPr lang="en-US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g</a:t>
            </a:r>
            <a:r>
              <a:rPr lang="en-US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)</a:t>
            </a:r>
          </a:p>
          <a:p>
            <a:pPr lvl="0" algn="r" rtl="1"/>
            <a:r>
              <a:rPr lang="he-IL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נבחר את החפץ שיחס-הערכים שלו הכי גדול, ונעביר אותו מ-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j</a:t>
            </a:r>
            <a:r>
              <a:rPr lang="he-IL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ל-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he-IL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.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 המכפלה בחלוקה החדשה  </a:t>
            </a:r>
            <a:r>
              <a:rPr lang="he-IL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שווה-או-קטנה מהמכפלה בחלוקה הקודמת, ולכן:</a:t>
            </a:r>
          </a:p>
          <a:p>
            <a:pPr lvl="0" algn="ctr" rtl="0"/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        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[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X</a:t>
            </a:r>
            <a:r>
              <a:rPr lang="en-US" sz="3600" i="1" baseline="-33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)+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g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)]*[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j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X</a:t>
            </a:r>
            <a:r>
              <a:rPr lang="en-US" sz="3600" i="1" baseline="-33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j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)-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j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g)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]    ≤    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X</a:t>
            </a:r>
            <a:r>
              <a:rPr lang="en-US" sz="3600" i="1" baseline="-33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)*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j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X</a:t>
            </a:r>
            <a:r>
              <a:rPr lang="en-US" sz="3600" i="1" baseline="-33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j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)</a:t>
            </a:r>
          </a:p>
          <a:p>
            <a:pPr lvl="0" algn="ctr" rtl="0"/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→  V</a:t>
            </a:r>
            <a:r>
              <a:rPr lang="en-US" sz="3600" i="1" baseline="-33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j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X</a:t>
            </a:r>
            <a:r>
              <a:rPr lang="en-US" sz="3600" i="1" baseline="-33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j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) * 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g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) / 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j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g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)    ≤    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X</a:t>
            </a:r>
            <a:r>
              <a:rPr lang="en-US" sz="3600" i="1" baseline="-33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) + 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g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019CAE-0273-3BBF-7ED7-54308147C25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73520"/>
            <a:ext cx="10080720" cy="832319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</a:rPr>
              <a:t>מיקסום מכפלת הערכים – הוכחת </a:t>
            </a:r>
            <a:r>
              <a:rPr lang="en-US" sz="4800">
                <a:latin typeface="Liberation Sans" pitchFamily="34"/>
              </a:rPr>
              <a:t>EF1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D7D512-260F-B09D-E7A4-BB46269DF80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218600"/>
            <a:ext cx="10080720" cy="6341040"/>
          </a:xfrm>
        </p:spPr>
        <p:txBody>
          <a:bodyPr vert="horz">
            <a:noAutofit/>
          </a:bodyPr>
          <a:lstStyle/>
          <a:p>
            <a:pPr lvl="0" algn="ctr" rtl="0"/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→  V</a:t>
            </a:r>
            <a:r>
              <a:rPr lang="en-US" sz="3600" i="1" baseline="-33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j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X</a:t>
            </a:r>
            <a:r>
              <a:rPr lang="en-US" sz="3600" i="1" baseline="-33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j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) * 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g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) / 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j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g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)    ≤    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X</a:t>
            </a:r>
            <a:r>
              <a:rPr lang="en-US" sz="3600" i="1" baseline="-33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) + 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g</a:t>
            </a:r>
            <a:r>
              <a:rPr lang="en-US" sz="36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)</a:t>
            </a:r>
          </a:p>
          <a:p>
            <a:pPr lvl="0" algn="r" rtl="1"/>
            <a:r>
              <a:rPr lang="he-IL" sz="3600" b="1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המשך</a:t>
            </a:r>
            <a:r>
              <a:rPr lang="en-US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: החפץ g</a:t>
            </a:r>
            <a:r>
              <a:rPr lang="he-IL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US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נבחר כך ש</a:t>
            </a:r>
            <a:r>
              <a:rPr lang="he-IL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יחס הערכים שלו הוא הכי גדול ב-</a:t>
            </a:r>
            <a:r>
              <a:rPr lang="en-US" sz="3600" i="1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X</a:t>
            </a:r>
            <a:r>
              <a:rPr lang="en-US" sz="3600" i="1" baseline="-330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j</a:t>
            </a:r>
            <a:r>
              <a:rPr lang="en-US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:</a:t>
            </a:r>
          </a:p>
          <a:p>
            <a:pPr lvl="0" algn="ctr" rtl="0"/>
            <a:r>
              <a:rPr lang="en-US" sz="3600" i="1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i </a:t>
            </a:r>
            <a:r>
              <a:rPr lang="en-US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X</a:t>
            </a:r>
            <a:r>
              <a:rPr lang="en-US" sz="3600" i="1" baseline="-330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j</a:t>
            </a:r>
            <a:r>
              <a:rPr lang="en-US" sz="3600" baseline="-330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US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) / </a:t>
            </a:r>
            <a:r>
              <a:rPr lang="en-US" sz="3600" i="1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j </a:t>
            </a:r>
            <a:r>
              <a:rPr lang="en-US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X</a:t>
            </a:r>
            <a:r>
              <a:rPr lang="en-US" sz="3600" i="1" baseline="-330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j </a:t>
            </a:r>
            <a:r>
              <a:rPr lang="en-US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)    ≤    </a:t>
            </a:r>
            <a:r>
              <a:rPr lang="en-US" sz="3600" i="1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g</a:t>
            </a:r>
            <a:r>
              <a:rPr lang="en-US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) / </a:t>
            </a:r>
            <a:r>
              <a:rPr lang="en-US" sz="3600" i="1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j</a:t>
            </a:r>
            <a:r>
              <a:rPr lang="en-US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g</a:t>
            </a:r>
            <a:r>
              <a:rPr lang="en-US" sz="36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)</a:t>
            </a:r>
            <a:r>
              <a:rPr lang="en-US" sz="3600" i="1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     </a:t>
            </a:r>
          </a:p>
          <a:p>
            <a:pPr lvl="0" algn="r" rtl="1"/>
            <a:r>
              <a:rPr lang="he-IL" sz="36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מציבים למעלה ומקבלים:</a:t>
            </a:r>
          </a:p>
          <a:p>
            <a:pPr lvl="0" algn="ctr" rtl="0"/>
            <a:r>
              <a:rPr lang="en-US" sz="3600" i="1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j </a:t>
            </a:r>
            <a:r>
              <a:rPr lang="en-US" sz="3600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X</a:t>
            </a:r>
            <a:r>
              <a:rPr lang="en-US" sz="3600" i="1" baseline="-33000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j </a:t>
            </a:r>
            <a:r>
              <a:rPr lang="en-US" sz="3600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) * </a:t>
            </a:r>
            <a:r>
              <a:rPr lang="en-US" sz="3600" i="1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i </a:t>
            </a:r>
            <a:r>
              <a:rPr lang="en-US" sz="3600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X</a:t>
            </a:r>
            <a:r>
              <a:rPr lang="en-US" sz="3600" i="1" baseline="-33000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j</a:t>
            </a:r>
            <a:r>
              <a:rPr lang="en-US" sz="3600" baseline="-33000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US" sz="3600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) / </a:t>
            </a:r>
            <a:r>
              <a:rPr lang="en-US" sz="3600" i="1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j </a:t>
            </a:r>
            <a:r>
              <a:rPr lang="en-US" sz="3600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X</a:t>
            </a:r>
            <a:r>
              <a:rPr lang="en-US" sz="3600" i="1" baseline="-33000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j </a:t>
            </a:r>
            <a:r>
              <a:rPr lang="en-US" sz="3600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)</a:t>
            </a:r>
            <a:r>
              <a:rPr lang="en-US" sz="3600" i="1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   ≤      V</a:t>
            </a:r>
            <a:r>
              <a:rPr lang="en-US" sz="3600" i="1" baseline="-33000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3600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X</a:t>
            </a:r>
            <a:r>
              <a:rPr lang="en-US" sz="3600" i="1" baseline="-33000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3600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) + </a:t>
            </a:r>
            <a:r>
              <a:rPr lang="en-US" sz="3600" i="1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3600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g</a:t>
            </a:r>
            <a:r>
              <a:rPr lang="en-US" sz="3600">
                <a:solidFill>
                  <a:srgbClr val="8D1D75"/>
                </a:solidFill>
                <a:latin typeface="Times New Roman" pitchFamily="18"/>
                <a:cs typeface="Times New Roman" pitchFamily="18"/>
              </a:rPr>
              <a:t>) </a:t>
            </a:r>
            <a:br>
              <a:rPr lang="en-US" sz="3600" i="1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</a:br>
            <a:r>
              <a:rPr lang="en-US" sz="3600" i="1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i </a:t>
            </a:r>
            <a:r>
              <a:rPr lang="en-US" sz="36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X</a:t>
            </a:r>
            <a:r>
              <a:rPr lang="en-US" sz="3600" i="1" baseline="-330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j </a:t>
            </a:r>
            <a:r>
              <a:rPr lang="en-US" sz="36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)</a:t>
            </a:r>
            <a:r>
              <a:rPr lang="en-US" sz="3600" i="1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    ≤      V</a:t>
            </a:r>
            <a:r>
              <a:rPr lang="en-US" sz="3600" i="1" baseline="-330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36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X</a:t>
            </a:r>
            <a:r>
              <a:rPr lang="en-US" sz="3600" i="1" baseline="-330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36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)</a:t>
            </a:r>
            <a:r>
              <a:rPr lang="en-US" sz="3600" i="1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 + V</a:t>
            </a:r>
            <a:r>
              <a:rPr lang="en-US" sz="3600" i="1" baseline="-330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36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g</a:t>
            </a:r>
            <a:r>
              <a:rPr lang="en-US" sz="36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) </a:t>
            </a:r>
            <a:br>
              <a:rPr lang="en-US" sz="3600" i="1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</a:br>
            <a:r>
              <a:rPr lang="en-US" sz="3600" i="1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V</a:t>
            </a:r>
            <a:r>
              <a:rPr lang="en-US" sz="3600" i="1" baseline="-330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i </a:t>
            </a:r>
            <a:r>
              <a:rPr lang="en-US" sz="36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X</a:t>
            </a:r>
            <a:r>
              <a:rPr lang="en-US" sz="3600" i="1" baseline="-330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j</a:t>
            </a:r>
            <a:r>
              <a:rPr lang="en-US" sz="3600" baseline="-330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US" sz="36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)</a:t>
            </a:r>
            <a:r>
              <a:rPr lang="en-US" sz="3600" i="1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 - V</a:t>
            </a:r>
            <a:r>
              <a:rPr lang="en-US" sz="3600" i="1" baseline="-330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36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g</a:t>
            </a:r>
            <a:r>
              <a:rPr lang="en-US" sz="36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)</a:t>
            </a:r>
            <a:r>
              <a:rPr lang="en-US" sz="3600" i="1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     ≤      V</a:t>
            </a:r>
            <a:r>
              <a:rPr lang="en-US" sz="3600" i="1" baseline="-330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36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(</a:t>
            </a:r>
            <a:r>
              <a:rPr lang="en-US" sz="3600" i="1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X</a:t>
            </a:r>
            <a:r>
              <a:rPr lang="en-US" sz="3600" i="1" baseline="-330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36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)</a:t>
            </a:r>
          </a:p>
          <a:p>
            <a:pPr lvl="0" algn="r" rtl="1"/>
            <a:r>
              <a:rPr lang="he-IL" sz="36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מכאן: אם מורידים את </a:t>
            </a:r>
            <a:r>
              <a:rPr lang="en-US" sz="3600" i="1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g</a:t>
            </a:r>
            <a:r>
              <a:rPr lang="he-IL" sz="36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US" sz="36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מהסל של </a:t>
            </a:r>
            <a:r>
              <a:rPr lang="en-US" sz="3600" i="1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j</a:t>
            </a:r>
            <a:r>
              <a:rPr lang="he-IL" sz="36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,</a:t>
            </a:r>
            <a:r>
              <a:rPr lang="en-US" sz="36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 אז </a:t>
            </a:r>
            <a:r>
              <a:rPr lang="en-US" sz="3600" i="1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he-IL" sz="36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en-US" sz="36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כבר לא מקנא.  ***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A14ECC-2471-C070-CBFC-75C12C44418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73520"/>
            <a:ext cx="10080720" cy="832319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</a:rPr>
              <a:t>מיקסום מכפלת הערכים – הוכחת </a:t>
            </a:r>
            <a:r>
              <a:rPr lang="en-US" sz="4800">
                <a:latin typeface="Liberation Sans" pitchFamily="34"/>
              </a:rPr>
              <a:t>EF1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BDC93F-B362-DF96-D6FE-B782E0F378E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218600"/>
            <a:ext cx="10080720" cy="634104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הבננו שהחלוקה ה”אידיאלית” של חפצים בדידים היא חלוקה הממקסמת את מכפלת הערכים. אבל איך מוצאים חלוקה כזאת? </a:t>
            </a:r>
            <a:r>
              <a:rPr lang="en-US" sz="4000">
                <a:solidFill>
                  <a:srgbClr val="0000FF"/>
                </a:solidFill>
                <a:latin typeface="Times New Roman" pitchFamily="18"/>
                <a:cs typeface="Times New Roman" pitchFamily="18"/>
              </a:rPr>
              <a:t>                       </a:t>
            </a:r>
          </a:p>
          <a:p>
            <a:pPr lvl="0" algn="r" rtl="1"/>
            <a:r>
              <a:rPr lang="he-IL" sz="4000">
                <a:solidFill>
                  <a:srgbClr val="800080"/>
                </a:solidFill>
                <a:latin typeface="Times New Roman" pitchFamily="18"/>
                <a:cs typeface="Times New Roman" pitchFamily="18"/>
              </a:rPr>
              <a:t>א. פתרון אחד במאמר – תיכנות ליניארי.</a:t>
            </a:r>
          </a:p>
          <a:p>
            <a:pPr lvl="0" algn="r" rtl="1"/>
            <a:r>
              <a:rPr lang="he-IL" sz="4000">
                <a:solidFill>
                  <a:srgbClr val="00A933"/>
                </a:solidFill>
                <a:latin typeface="Times New Roman" pitchFamily="18"/>
                <a:cs typeface="Times New Roman" pitchFamily="18"/>
              </a:rPr>
              <a:t>ב. פתרון כללי יותר - </a:t>
            </a:r>
            <a:r>
              <a:rPr lang="he-IL" sz="4000" b="1">
                <a:solidFill>
                  <a:srgbClr val="00A933"/>
                </a:solidFill>
                <a:latin typeface="Times New Roman" pitchFamily="18"/>
                <a:cs typeface="Times New Roman" pitchFamily="18"/>
              </a:rPr>
              <a:t>חיפוש במרחב המצבים</a:t>
            </a:r>
            <a:r>
              <a:rPr lang="he-IL" sz="4000">
                <a:solidFill>
                  <a:srgbClr val="00A933"/>
                </a:solidFill>
                <a:latin typeface="Times New Roman" pitchFamily="18"/>
                <a:cs typeface="Times New Roman" pitchFamily="18"/>
              </a:rPr>
              <a:t>,</a:t>
            </a:r>
            <a:r>
              <a:rPr lang="en-US" sz="4000">
                <a:solidFill>
                  <a:srgbClr val="00A933"/>
                </a:solidFill>
                <a:latin typeface="Times New Roman" pitchFamily="18"/>
                <a:cs typeface="Times New Roman" pitchFamily="18"/>
              </a:rPr>
              <a:t> עם כללי גיזום כמו שלמדנו</a:t>
            </a:r>
            <a:r>
              <a:rPr lang="he-IL" sz="4000">
                <a:solidFill>
                  <a:srgbClr val="00A933"/>
                </a:solidFill>
                <a:latin typeface="Times New Roman" pitchFamily="18"/>
                <a:cs typeface="Times New Roman" pitchFamily="18"/>
              </a:rPr>
              <a:t>,</a:t>
            </a:r>
            <a:r>
              <a:rPr lang="en-US" sz="4000">
                <a:solidFill>
                  <a:srgbClr val="00A933"/>
                </a:solidFill>
                <a:latin typeface="Times New Roman" pitchFamily="18"/>
                <a:cs typeface="Times New Roman" pitchFamily="18"/>
              </a:rPr>
              <a:t> רק שבמקום לבדוק את </a:t>
            </a:r>
            <a:r>
              <a:rPr lang="he-IL" sz="4000" i="1">
                <a:solidFill>
                  <a:srgbClr val="00A933"/>
                </a:solidFill>
                <a:latin typeface="Times New Roman" pitchFamily="18"/>
                <a:cs typeface="Times New Roman" pitchFamily="18"/>
              </a:rPr>
              <a:t>התועלת הקטנה ביותר</a:t>
            </a:r>
            <a:r>
              <a:rPr lang="en-US" sz="4000">
                <a:solidFill>
                  <a:srgbClr val="00A933"/>
                </a:solidFill>
                <a:latin typeface="Times New Roman" pitchFamily="18"/>
                <a:cs typeface="Times New Roman" pitchFamily="18"/>
              </a:rPr>
              <a:t> בכל מצב</a:t>
            </a:r>
            <a:r>
              <a:rPr lang="he-IL" sz="4000">
                <a:solidFill>
                  <a:srgbClr val="00A933"/>
                </a:solidFill>
                <a:latin typeface="Times New Roman" pitchFamily="18"/>
                <a:cs typeface="Times New Roman" pitchFamily="18"/>
              </a:rPr>
              <a:t>,</a:t>
            </a:r>
            <a:r>
              <a:rPr lang="en-US" sz="4000">
                <a:solidFill>
                  <a:srgbClr val="00A933"/>
                </a:solidFill>
                <a:latin typeface="Times New Roman" pitchFamily="18"/>
                <a:cs typeface="Times New Roman" pitchFamily="18"/>
              </a:rPr>
              <a:t> בודקים את </a:t>
            </a:r>
            <a:r>
              <a:rPr lang="he-IL" sz="4000" i="1">
                <a:solidFill>
                  <a:srgbClr val="00A933"/>
                </a:solidFill>
                <a:latin typeface="Times New Roman" pitchFamily="18"/>
                <a:cs typeface="Times New Roman" pitchFamily="18"/>
              </a:rPr>
              <a:t>מכפלת התועלות</a:t>
            </a:r>
            <a:r>
              <a:rPr lang="en-US" sz="4000">
                <a:solidFill>
                  <a:srgbClr val="00A933"/>
                </a:solidFill>
                <a:latin typeface="Times New Roman" pitchFamily="18"/>
                <a:cs typeface="Times New Roman" pitchFamily="18"/>
              </a:rPr>
              <a:t> בכל מצב.</a:t>
            </a:r>
          </a:p>
          <a:p>
            <a:pPr lvl="0" algn="r" rtl="1"/>
            <a:endParaRPr lang="en-US" sz="4000">
              <a:solidFill>
                <a:srgbClr val="0000FF"/>
              </a:solidFill>
              <a:latin typeface="Times New Roman" pitchFamily="18"/>
              <a:cs typeface="Times New Roman" pitchFamily="18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1EF59F-975B-03BD-A52B-935AD706D0C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73520"/>
            <a:ext cx="10080720" cy="832319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</a:rPr>
              <a:t>מיקסום מכפלת הערכים – אלגוריתם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24CAD1-9868-13F2-4844-6A4A36E94BC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218600"/>
            <a:ext cx="10080720" cy="6341040"/>
          </a:xfrm>
        </p:spPr>
        <p:txBody>
          <a:bodyPr vert="horz">
            <a:noAutofit/>
          </a:bodyPr>
          <a:lstStyle/>
          <a:p>
            <a:pPr lvl="0" algn="r" rtl="1"/>
            <a:endParaRPr lang="en-US" sz="4000">
              <a:solidFill>
                <a:srgbClr val="0000FF"/>
              </a:solidFill>
              <a:latin typeface="Times New Roman" pitchFamily="18"/>
              <a:cs typeface="Times New Roman" pitchFamily="18"/>
            </a:endParaRPr>
          </a:p>
          <a:p>
            <a:pPr lvl="0" algn="r" rtl="1"/>
            <a:endParaRPr lang="en-US" sz="4000">
              <a:solidFill>
                <a:srgbClr val="0000FF"/>
              </a:solidFill>
              <a:latin typeface="Times New Roman" pitchFamily="18"/>
              <a:cs typeface="Times New Roman" pitchFamily="18"/>
            </a:endParaRPr>
          </a:p>
          <a:p>
            <a:pPr lvl="0" algn="r" rtl="1"/>
            <a:endParaRPr lang="en-US" sz="4000">
              <a:solidFill>
                <a:srgbClr val="0000FF"/>
              </a:solidFill>
              <a:latin typeface="Times New Roman" pitchFamily="18"/>
              <a:cs typeface="Times New Roman" pitchFamily="18"/>
            </a:endParaRP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4000" i="1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נסמן: </a:t>
            </a:r>
            <a:r>
              <a:rPr lang="en-US" sz="4000" i="1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  V</a:t>
            </a:r>
            <a:r>
              <a:rPr lang="en-US" sz="4000" i="1" baseline="-330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4000" i="1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(g)</a:t>
            </a:r>
            <a:r>
              <a:rPr lang="en-US" sz="40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 = Value of good</a:t>
            </a:r>
            <a:r>
              <a:rPr lang="en-US" sz="4000" i="1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 g</a:t>
            </a:r>
            <a:r>
              <a:rPr lang="en-US" sz="40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 to player </a:t>
            </a:r>
            <a:r>
              <a:rPr lang="en-US" sz="4000" i="1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40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.</a:t>
            </a:r>
          </a:p>
          <a:p>
            <a:pPr lvl="0" algn="r" rtl="1">
              <a:buSzPct val="45000"/>
              <a:buFont typeface="StarSymbol"/>
              <a:buChar char="●"/>
            </a:pPr>
            <a:r>
              <a:rPr lang="en-US" sz="4000" i="1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    x</a:t>
            </a:r>
            <a:r>
              <a:rPr lang="en-US" sz="4000" i="1" baseline="-330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i,g</a:t>
            </a:r>
            <a:r>
              <a:rPr lang="en-US" sz="40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 = quantity of good </a:t>
            </a:r>
            <a:r>
              <a:rPr lang="en-US" sz="4000" i="1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g</a:t>
            </a:r>
            <a:r>
              <a:rPr lang="en-US" sz="40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 given to player </a:t>
            </a:r>
            <a:r>
              <a:rPr lang="en-US" sz="4000" i="1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i</a:t>
            </a:r>
            <a:r>
              <a:rPr lang="en-US" sz="4000">
                <a:solidFill>
                  <a:srgbClr val="990066"/>
                </a:solidFill>
                <a:latin typeface="Times New Roman" pitchFamily="18"/>
                <a:cs typeface="Times New Roman" pitchFamily="18"/>
              </a:rPr>
              <a:t>.</a:t>
            </a: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4000">
                <a:latin typeface="Times New Roman" pitchFamily="18"/>
                <a:cs typeface="Times New Roman" pitchFamily="18"/>
              </a:rPr>
              <a:t>אנחנו רוצים לפתור את הבעיה:</a:t>
            </a: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40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כאשר ה-</a:t>
            </a:r>
            <a:r>
              <a:rPr lang="en-US" sz="4000" i="1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x</a:t>
            </a:r>
            <a:r>
              <a:rPr lang="en-US" sz="4000" i="1" baseline="-33000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i,g </a:t>
            </a:r>
            <a:r>
              <a:rPr lang="en-US" sz="4000" i="1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he-IL" sz="4000" i="1">
                <a:solidFill>
                  <a:srgbClr val="006600"/>
                </a:solidFill>
                <a:latin typeface="Times New Roman" pitchFamily="18"/>
                <a:cs typeface="Times New Roman" pitchFamily="18"/>
              </a:rPr>
              <a:t>רציפים, זה קל.</a:t>
            </a:r>
          </a:p>
          <a:p>
            <a:pPr lvl="0" algn="r" rtl="1">
              <a:buSzPct val="45000"/>
              <a:buFont typeface="StarSymbol"/>
              <a:buChar char="●"/>
            </a:pPr>
            <a:r>
              <a:rPr lang="he-IL" sz="4000" i="1">
                <a:solidFill>
                  <a:srgbClr val="FF3333"/>
                </a:solidFill>
                <a:latin typeface="Times New Roman" pitchFamily="18"/>
                <a:cs typeface="Times New Roman" pitchFamily="18"/>
              </a:rPr>
              <a:t>כאשר ה-</a:t>
            </a:r>
            <a:r>
              <a:rPr lang="en-US" sz="4000" i="1">
                <a:solidFill>
                  <a:srgbClr val="FF3333"/>
                </a:solidFill>
                <a:latin typeface="Times New Roman" pitchFamily="18"/>
                <a:cs typeface="Times New Roman" pitchFamily="18"/>
              </a:rPr>
              <a:t>x</a:t>
            </a:r>
            <a:r>
              <a:rPr lang="en-US" sz="4000" i="1" baseline="-33000">
                <a:solidFill>
                  <a:srgbClr val="FF3333"/>
                </a:solidFill>
                <a:latin typeface="Times New Roman" pitchFamily="18"/>
                <a:cs typeface="Times New Roman" pitchFamily="18"/>
              </a:rPr>
              <a:t>i,g </a:t>
            </a:r>
            <a:r>
              <a:rPr lang="en-US" sz="4000" i="1">
                <a:solidFill>
                  <a:srgbClr val="FF3333"/>
                </a:solidFill>
                <a:latin typeface="Times New Roman" pitchFamily="18"/>
                <a:cs typeface="Times New Roman" pitchFamily="18"/>
              </a:rPr>
              <a:t> </a:t>
            </a:r>
            <a:r>
              <a:rPr lang="he-IL" sz="4000" i="1">
                <a:solidFill>
                  <a:srgbClr val="FF3333"/>
                </a:solidFill>
                <a:latin typeface="Times New Roman" pitchFamily="18"/>
                <a:cs typeface="Times New Roman" pitchFamily="18"/>
              </a:rPr>
              <a:t>בדידים, זה קשה!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D676C9-B0BA-1D4E-C286-D1A4B9BEDB3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73520"/>
            <a:ext cx="10080720" cy="832319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</a:rPr>
              <a:t>מיקסום מכפלת הערכים – אלגוריתם</a:t>
            </a:r>
          </a:p>
        </p:txBody>
      </p:sp>
      <p:grpSp>
        <p:nvGrpSpPr>
          <p:cNvPr id="4" name="Group 3" descr="28§latex§\begin{align*}&#10;\max &amp;\sum_{i=1}^n \log({\sum_{g=1}^m x_{i,g}\cdot V_i(g)})&#10;\\&#10;\text{s.t.~~~}&amp; \forall g: \sum_{i=1}^n x_{i,g} = 1&#10;\end{align*}§svg§600§FALSE§" title="TexMaths">
            <a:extLst>
              <a:ext uri="{FF2B5EF4-FFF2-40B4-BE49-F238E27FC236}">
                <a16:creationId xmlns:a16="http://schemas.microsoft.com/office/drawing/2014/main" id="{E155FCC8-E5C4-1AF4-8074-8E50E349DDEC}"/>
              </a:ext>
            </a:extLst>
          </p:cNvPr>
          <p:cNvGrpSpPr/>
          <p:nvPr/>
        </p:nvGrpSpPr>
        <p:grpSpPr>
          <a:xfrm>
            <a:off x="0" y="5025960"/>
            <a:ext cx="3490200" cy="2472840"/>
            <a:chOff x="0" y="5025960"/>
            <a:chExt cx="3490200" cy="2472840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9B4980A-71F0-B01D-AFFF-482CD63E07DF}"/>
                </a:ext>
              </a:extLst>
            </p:cNvPr>
            <p:cNvSpPr/>
            <p:nvPr/>
          </p:nvSpPr>
          <p:spPr>
            <a:xfrm>
              <a:off x="0" y="5029200"/>
              <a:ext cx="3490200" cy="2466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696" h="6851">
                  <a:moveTo>
                    <a:pt x="4849" y="6851"/>
                  </a:moveTo>
                  <a:lnTo>
                    <a:pt x="0" y="6851"/>
                  </a:lnTo>
                  <a:lnTo>
                    <a:pt x="0" y="0"/>
                  </a:lnTo>
                  <a:lnTo>
                    <a:pt x="9696" y="0"/>
                  </a:lnTo>
                  <a:lnTo>
                    <a:pt x="9696" y="68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C0C8993-B722-DE9B-5291-5F2C1759EAC7}"/>
                </a:ext>
              </a:extLst>
            </p:cNvPr>
            <p:cNvSpPr/>
            <p:nvPr/>
          </p:nvSpPr>
          <p:spPr>
            <a:xfrm>
              <a:off x="144720" y="5471640"/>
              <a:ext cx="222120" cy="1764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18" h="491">
                  <a:moveTo>
                    <a:pt x="63" y="110"/>
                  </a:moveTo>
                  <a:lnTo>
                    <a:pt x="63" y="406"/>
                  </a:lnTo>
                  <a:cubicBezTo>
                    <a:pt x="63" y="457"/>
                    <a:pt x="54" y="457"/>
                    <a:pt x="0" y="457"/>
                  </a:cubicBezTo>
                  <a:lnTo>
                    <a:pt x="0" y="491"/>
                  </a:lnTo>
                  <a:cubicBezTo>
                    <a:pt x="27" y="491"/>
                    <a:pt x="67" y="488"/>
                    <a:pt x="90" y="488"/>
                  </a:cubicBezTo>
                  <a:cubicBezTo>
                    <a:pt x="110" y="488"/>
                    <a:pt x="150" y="491"/>
                    <a:pt x="177" y="491"/>
                  </a:cubicBezTo>
                  <a:lnTo>
                    <a:pt x="177" y="457"/>
                  </a:lnTo>
                  <a:cubicBezTo>
                    <a:pt x="126" y="457"/>
                    <a:pt x="117" y="457"/>
                    <a:pt x="117" y="406"/>
                  </a:cubicBezTo>
                  <a:lnTo>
                    <a:pt x="117" y="202"/>
                  </a:lnTo>
                  <a:cubicBezTo>
                    <a:pt x="117" y="88"/>
                    <a:pt x="173" y="25"/>
                    <a:pt x="222" y="25"/>
                  </a:cubicBezTo>
                  <a:cubicBezTo>
                    <a:pt x="274" y="25"/>
                    <a:pt x="283" y="85"/>
                    <a:pt x="283" y="148"/>
                  </a:cubicBezTo>
                  <a:lnTo>
                    <a:pt x="283" y="406"/>
                  </a:lnTo>
                  <a:cubicBezTo>
                    <a:pt x="283" y="457"/>
                    <a:pt x="274" y="457"/>
                    <a:pt x="220" y="457"/>
                  </a:cubicBezTo>
                  <a:lnTo>
                    <a:pt x="220" y="491"/>
                  </a:lnTo>
                  <a:cubicBezTo>
                    <a:pt x="247" y="491"/>
                    <a:pt x="287" y="488"/>
                    <a:pt x="310" y="488"/>
                  </a:cubicBezTo>
                  <a:cubicBezTo>
                    <a:pt x="330" y="488"/>
                    <a:pt x="371" y="491"/>
                    <a:pt x="398" y="491"/>
                  </a:cubicBezTo>
                  <a:lnTo>
                    <a:pt x="398" y="457"/>
                  </a:lnTo>
                  <a:cubicBezTo>
                    <a:pt x="346" y="457"/>
                    <a:pt x="337" y="457"/>
                    <a:pt x="337" y="406"/>
                  </a:cubicBezTo>
                  <a:lnTo>
                    <a:pt x="337" y="202"/>
                  </a:lnTo>
                  <a:cubicBezTo>
                    <a:pt x="337" y="88"/>
                    <a:pt x="393" y="25"/>
                    <a:pt x="445" y="25"/>
                  </a:cubicBezTo>
                  <a:cubicBezTo>
                    <a:pt x="494" y="25"/>
                    <a:pt x="503" y="85"/>
                    <a:pt x="503" y="148"/>
                  </a:cubicBezTo>
                  <a:lnTo>
                    <a:pt x="503" y="406"/>
                  </a:lnTo>
                  <a:cubicBezTo>
                    <a:pt x="503" y="457"/>
                    <a:pt x="494" y="457"/>
                    <a:pt x="440" y="457"/>
                  </a:cubicBezTo>
                  <a:lnTo>
                    <a:pt x="440" y="491"/>
                  </a:lnTo>
                  <a:cubicBezTo>
                    <a:pt x="467" y="491"/>
                    <a:pt x="508" y="488"/>
                    <a:pt x="530" y="488"/>
                  </a:cubicBezTo>
                  <a:cubicBezTo>
                    <a:pt x="550" y="488"/>
                    <a:pt x="593" y="491"/>
                    <a:pt x="618" y="491"/>
                  </a:cubicBezTo>
                  <a:lnTo>
                    <a:pt x="618" y="457"/>
                  </a:lnTo>
                  <a:cubicBezTo>
                    <a:pt x="577" y="457"/>
                    <a:pt x="557" y="457"/>
                    <a:pt x="557" y="425"/>
                  </a:cubicBezTo>
                  <a:lnTo>
                    <a:pt x="557" y="211"/>
                  </a:lnTo>
                  <a:cubicBezTo>
                    <a:pt x="557" y="117"/>
                    <a:pt x="557" y="82"/>
                    <a:pt x="532" y="41"/>
                  </a:cubicBezTo>
                  <a:cubicBezTo>
                    <a:pt x="521" y="22"/>
                    <a:pt x="494" y="0"/>
                    <a:pt x="449" y="0"/>
                  </a:cubicBezTo>
                  <a:cubicBezTo>
                    <a:pt x="382" y="0"/>
                    <a:pt x="348" y="66"/>
                    <a:pt x="335" y="110"/>
                  </a:cubicBezTo>
                  <a:cubicBezTo>
                    <a:pt x="323" y="13"/>
                    <a:pt x="265" y="0"/>
                    <a:pt x="229" y="0"/>
                  </a:cubicBezTo>
                  <a:cubicBezTo>
                    <a:pt x="171" y="0"/>
                    <a:pt x="135" y="47"/>
                    <a:pt x="112" y="117"/>
                  </a:cubicBezTo>
                  <a:lnTo>
                    <a:pt x="112" y="0"/>
                  </a:lnTo>
                  <a:lnTo>
                    <a:pt x="0" y="13"/>
                  </a:lnTo>
                  <a:lnTo>
                    <a:pt x="0" y="47"/>
                  </a:lnTo>
                  <a:cubicBezTo>
                    <a:pt x="56" y="47"/>
                    <a:pt x="63" y="54"/>
                    <a:pt x="63" y="11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52A8E6A-6523-77C9-550F-6CD77015656D}"/>
                </a:ext>
              </a:extLst>
            </p:cNvPr>
            <p:cNvSpPr/>
            <p:nvPr/>
          </p:nvSpPr>
          <p:spPr>
            <a:xfrm>
              <a:off x="383400" y="5468040"/>
              <a:ext cx="128160" cy="1832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57" h="510">
                  <a:moveTo>
                    <a:pt x="231" y="416"/>
                  </a:moveTo>
                  <a:cubicBezTo>
                    <a:pt x="234" y="460"/>
                    <a:pt x="256" y="507"/>
                    <a:pt x="292" y="507"/>
                  </a:cubicBezTo>
                  <a:cubicBezTo>
                    <a:pt x="310" y="507"/>
                    <a:pt x="357" y="491"/>
                    <a:pt x="357" y="400"/>
                  </a:cubicBezTo>
                  <a:lnTo>
                    <a:pt x="357" y="337"/>
                  </a:lnTo>
                  <a:lnTo>
                    <a:pt x="339" y="337"/>
                  </a:lnTo>
                  <a:lnTo>
                    <a:pt x="339" y="400"/>
                  </a:lnTo>
                  <a:cubicBezTo>
                    <a:pt x="339" y="463"/>
                    <a:pt x="319" y="472"/>
                    <a:pt x="310" y="472"/>
                  </a:cubicBezTo>
                  <a:cubicBezTo>
                    <a:pt x="283" y="472"/>
                    <a:pt x="281" y="422"/>
                    <a:pt x="281" y="416"/>
                  </a:cubicBezTo>
                  <a:lnTo>
                    <a:pt x="281" y="192"/>
                  </a:lnTo>
                  <a:cubicBezTo>
                    <a:pt x="281" y="145"/>
                    <a:pt x="281" y="104"/>
                    <a:pt x="252" y="60"/>
                  </a:cubicBezTo>
                  <a:cubicBezTo>
                    <a:pt x="220" y="19"/>
                    <a:pt x="182" y="0"/>
                    <a:pt x="144" y="0"/>
                  </a:cubicBezTo>
                  <a:cubicBezTo>
                    <a:pt x="79" y="0"/>
                    <a:pt x="22" y="54"/>
                    <a:pt x="22" y="126"/>
                  </a:cubicBezTo>
                  <a:cubicBezTo>
                    <a:pt x="22" y="161"/>
                    <a:pt x="38" y="180"/>
                    <a:pt x="61" y="180"/>
                  </a:cubicBezTo>
                  <a:cubicBezTo>
                    <a:pt x="81" y="180"/>
                    <a:pt x="97" y="157"/>
                    <a:pt x="97" y="126"/>
                  </a:cubicBezTo>
                  <a:cubicBezTo>
                    <a:pt x="97" y="113"/>
                    <a:pt x="92" y="76"/>
                    <a:pt x="56" y="76"/>
                  </a:cubicBezTo>
                  <a:cubicBezTo>
                    <a:pt x="76" y="38"/>
                    <a:pt x="117" y="25"/>
                    <a:pt x="141" y="25"/>
                  </a:cubicBezTo>
                  <a:cubicBezTo>
                    <a:pt x="180" y="25"/>
                    <a:pt x="225" y="69"/>
                    <a:pt x="225" y="167"/>
                  </a:cubicBezTo>
                  <a:lnTo>
                    <a:pt x="225" y="208"/>
                  </a:lnTo>
                  <a:cubicBezTo>
                    <a:pt x="184" y="211"/>
                    <a:pt x="130" y="214"/>
                    <a:pt x="79" y="249"/>
                  </a:cubicBezTo>
                  <a:cubicBezTo>
                    <a:pt x="20" y="287"/>
                    <a:pt x="0" y="343"/>
                    <a:pt x="0" y="394"/>
                  </a:cubicBezTo>
                  <a:cubicBezTo>
                    <a:pt x="0" y="482"/>
                    <a:pt x="76" y="510"/>
                    <a:pt x="128" y="510"/>
                  </a:cubicBezTo>
                  <a:cubicBezTo>
                    <a:pt x="180" y="510"/>
                    <a:pt x="216" y="466"/>
                    <a:pt x="231" y="416"/>
                  </a:cubicBezTo>
                  <a:close/>
                  <a:moveTo>
                    <a:pt x="225" y="233"/>
                  </a:moveTo>
                  <a:lnTo>
                    <a:pt x="225" y="343"/>
                  </a:lnTo>
                  <a:cubicBezTo>
                    <a:pt x="225" y="450"/>
                    <a:pt x="168" y="488"/>
                    <a:pt x="133" y="488"/>
                  </a:cubicBezTo>
                  <a:cubicBezTo>
                    <a:pt x="94" y="488"/>
                    <a:pt x="61" y="447"/>
                    <a:pt x="61" y="391"/>
                  </a:cubicBezTo>
                  <a:cubicBezTo>
                    <a:pt x="61" y="331"/>
                    <a:pt x="94" y="239"/>
                    <a:pt x="225" y="23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917EEA6-64BB-299A-4E1D-66A708556A88}"/>
                </a:ext>
              </a:extLst>
            </p:cNvPr>
            <p:cNvSpPr/>
            <p:nvPr/>
          </p:nvSpPr>
          <p:spPr>
            <a:xfrm>
              <a:off x="516599" y="5474879"/>
              <a:ext cx="143640" cy="1720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00" h="479">
                  <a:moveTo>
                    <a:pt x="218" y="217"/>
                  </a:moveTo>
                  <a:cubicBezTo>
                    <a:pt x="243" y="176"/>
                    <a:pt x="272" y="123"/>
                    <a:pt x="292" y="91"/>
                  </a:cubicBezTo>
                  <a:cubicBezTo>
                    <a:pt x="317" y="54"/>
                    <a:pt x="348" y="35"/>
                    <a:pt x="386" y="35"/>
                  </a:cubicBezTo>
                  <a:lnTo>
                    <a:pt x="386" y="0"/>
                  </a:lnTo>
                  <a:cubicBezTo>
                    <a:pt x="366" y="3"/>
                    <a:pt x="341" y="3"/>
                    <a:pt x="321" y="3"/>
                  </a:cubicBezTo>
                  <a:cubicBezTo>
                    <a:pt x="296" y="3"/>
                    <a:pt x="254" y="0"/>
                    <a:pt x="245" y="0"/>
                  </a:cubicBezTo>
                  <a:lnTo>
                    <a:pt x="245" y="35"/>
                  </a:lnTo>
                  <a:cubicBezTo>
                    <a:pt x="261" y="38"/>
                    <a:pt x="267" y="50"/>
                    <a:pt x="267" y="69"/>
                  </a:cubicBezTo>
                  <a:cubicBezTo>
                    <a:pt x="267" y="88"/>
                    <a:pt x="261" y="101"/>
                    <a:pt x="256" y="107"/>
                  </a:cubicBezTo>
                  <a:lnTo>
                    <a:pt x="207" y="195"/>
                  </a:lnTo>
                  <a:lnTo>
                    <a:pt x="144" y="82"/>
                  </a:lnTo>
                  <a:cubicBezTo>
                    <a:pt x="137" y="72"/>
                    <a:pt x="137" y="69"/>
                    <a:pt x="137" y="63"/>
                  </a:cubicBezTo>
                  <a:cubicBezTo>
                    <a:pt x="137" y="47"/>
                    <a:pt x="148" y="35"/>
                    <a:pt x="166" y="35"/>
                  </a:cubicBezTo>
                  <a:lnTo>
                    <a:pt x="166" y="0"/>
                  </a:lnTo>
                  <a:cubicBezTo>
                    <a:pt x="144" y="0"/>
                    <a:pt x="92" y="3"/>
                    <a:pt x="79" y="3"/>
                  </a:cubicBezTo>
                  <a:cubicBezTo>
                    <a:pt x="63" y="3"/>
                    <a:pt x="25" y="3"/>
                    <a:pt x="4" y="0"/>
                  </a:cubicBezTo>
                  <a:lnTo>
                    <a:pt x="4" y="35"/>
                  </a:lnTo>
                  <a:cubicBezTo>
                    <a:pt x="61" y="35"/>
                    <a:pt x="61" y="35"/>
                    <a:pt x="97" y="104"/>
                  </a:cubicBezTo>
                  <a:lnTo>
                    <a:pt x="175" y="246"/>
                  </a:lnTo>
                  <a:lnTo>
                    <a:pt x="101" y="378"/>
                  </a:lnTo>
                  <a:cubicBezTo>
                    <a:pt x="63" y="444"/>
                    <a:pt x="16" y="447"/>
                    <a:pt x="0" y="447"/>
                  </a:cubicBezTo>
                  <a:lnTo>
                    <a:pt x="0" y="479"/>
                  </a:lnTo>
                  <a:cubicBezTo>
                    <a:pt x="20" y="479"/>
                    <a:pt x="45" y="476"/>
                    <a:pt x="65" y="476"/>
                  </a:cubicBezTo>
                  <a:cubicBezTo>
                    <a:pt x="90" y="476"/>
                    <a:pt x="121" y="479"/>
                    <a:pt x="141" y="479"/>
                  </a:cubicBezTo>
                  <a:lnTo>
                    <a:pt x="141" y="447"/>
                  </a:lnTo>
                  <a:cubicBezTo>
                    <a:pt x="124" y="441"/>
                    <a:pt x="119" y="428"/>
                    <a:pt x="119" y="413"/>
                  </a:cubicBezTo>
                  <a:cubicBezTo>
                    <a:pt x="119" y="387"/>
                    <a:pt x="141" y="350"/>
                    <a:pt x="189" y="271"/>
                  </a:cubicBezTo>
                  <a:lnTo>
                    <a:pt x="249" y="381"/>
                  </a:lnTo>
                  <a:cubicBezTo>
                    <a:pt x="256" y="394"/>
                    <a:pt x="267" y="413"/>
                    <a:pt x="267" y="419"/>
                  </a:cubicBezTo>
                  <a:cubicBezTo>
                    <a:pt x="267" y="428"/>
                    <a:pt x="261" y="444"/>
                    <a:pt x="238" y="447"/>
                  </a:cubicBezTo>
                  <a:lnTo>
                    <a:pt x="238" y="479"/>
                  </a:lnTo>
                  <a:cubicBezTo>
                    <a:pt x="263" y="479"/>
                    <a:pt x="305" y="476"/>
                    <a:pt x="323" y="476"/>
                  </a:cubicBezTo>
                  <a:cubicBezTo>
                    <a:pt x="346" y="476"/>
                    <a:pt x="377" y="479"/>
                    <a:pt x="400" y="479"/>
                  </a:cubicBezTo>
                  <a:lnTo>
                    <a:pt x="400" y="447"/>
                  </a:lnTo>
                  <a:cubicBezTo>
                    <a:pt x="357" y="447"/>
                    <a:pt x="344" y="444"/>
                    <a:pt x="326" y="4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0A28004-B4F7-961A-B0A5-9FC78C949623}"/>
                </a:ext>
              </a:extLst>
            </p:cNvPr>
            <p:cNvSpPr/>
            <p:nvPr/>
          </p:nvSpPr>
          <p:spPr>
            <a:xfrm>
              <a:off x="856439" y="5025960"/>
              <a:ext cx="121680" cy="1267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9" h="353">
                  <a:moveTo>
                    <a:pt x="43" y="296"/>
                  </a:moveTo>
                  <a:cubicBezTo>
                    <a:pt x="40" y="306"/>
                    <a:pt x="36" y="324"/>
                    <a:pt x="36" y="328"/>
                  </a:cubicBezTo>
                  <a:cubicBezTo>
                    <a:pt x="36" y="343"/>
                    <a:pt x="47" y="353"/>
                    <a:pt x="56" y="353"/>
                  </a:cubicBezTo>
                  <a:cubicBezTo>
                    <a:pt x="65" y="353"/>
                    <a:pt x="74" y="343"/>
                    <a:pt x="76" y="334"/>
                  </a:cubicBezTo>
                  <a:cubicBezTo>
                    <a:pt x="79" y="328"/>
                    <a:pt x="83" y="302"/>
                    <a:pt x="88" y="287"/>
                  </a:cubicBezTo>
                  <a:cubicBezTo>
                    <a:pt x="90" y="271"/>
                    <a:pt x="97" y="236"/>
                    <a:pt x="99" y="217"/>
                  </a:cubicBezTo>
                  <a:cubicBezTo>
                    <a:pt x="103" y="198"/>
                    <a:pt x="106" y="183"/>
                    <a:pt x="108" y="164"/>
                  </a:cubicBezTo>
                  <a:cubicBezTo>
                    <a:pt x="115" y="132"/>
                    <a:pt x="117" y="126"/>
                    <a:pt x="133" y="94"/>
                  </a:cubicBezTo>
                  <a:cubicBezTo>
                    <a:pt x="148" y="63"/>
                    <a:pt x="173" y="22"/>
                    <a:pt x="216" y="22"/>
                  </a:cubicBezTo>
                  <a:cubicBezTo>
                    <a:pt x="247" y="22"/>
                    <a:pt x="247" y="63"/>
                    <a:pt x="247" y="76"/>
                  </a:cubicBezTo>
                  <a:cubicBezTo>
                    <a:pt x="247" y="123"/>
                    <a:pt x="225" y="211"/>
                    <a:pt x="216" y="243"/>
                  </a:cubicBezTo>
                  <a:cubicBezTo>
                    <a:pt x="209" y="265"/>
                    <a:pt x="207" y="271"/>
                    <a:pt x="207" y="287"/>
                  </a:cubicBezTo>
                  <a:cubicBezTo>
                    <a:pt x="207" y="328"/>
                    <a:pt x="231" y="353"/>
                    <a:pt x="261" y="353"/>
                  </a:cubicBezTo>
                  <a:cubicBezTo>
                    <a:pt x="314" y="353"/>
                    <a:pt x="339" y="246"/>
                    <a:pt x="339" y="233"/>
                  </a:cubicBezTo>
                  <a:cubicBezTo>
                    <a:pt x="339" y="224"/>
                    <a:pt x="332" y="224"/>
                    <a:pt x="330" y="224"/>
                  </a:cubicBezTo>
                  <a:cubicBezTo>
                    <a:pt x="323" y="224"/>
                    <a:pt x="323" y="227"/>
                    <a:pt x="321" y="236"/>
                  </a:cubicBezTo>
                  <a:cubicBezTo>
                    <a:pt x="308" y="299"/>
                    <a:pt x="283" y="331"/>
                    <a:pt x="261" y="331"/>
                  </a:cubicBezTo>
                  <a:cubicBezTo>
                    <a:pt x="249" y="331"/>
                    <a:pt x="247" y="321"/>
                    <a:pt x="247" y="302"/>
                  </a:cubicBezTo>
                  <a:cubicBezTo>
                    <a:pt x="247" y="287"/>
                    <a:pt x="249" y="274"/>
                    <a:pt x="261" y="239"/>
                  </a:cubicBezTo>
                  <a:cubicBezTo>
                    <a:pt x="267" y="217"/>
                    <a:pt x="290" y="132"/>
                    <a:pt x="290" y="88"/>
                  </a:cubicBezTo>
                  <a:cubicBezTo>
                    <a:pt x="290" y="13"/>
                    <a:pt x="247" y="0"/>
                    <a:pt x="218" y="0"/>
                  </a:cubicBezTo>
                  <a:cubicBezTo>
                    <a:pt x="171" y="0"/>
                    <a:pt x="139" y="41"/>
                    <a:pt x="124" y="72"/>
                  </a:cubicBezTo>
                  <a:cubicBezTo>
                    <a:pt x="119" y="16"/>
                    <a:pt x="88" y="0"/>
                    <a:pt x="63" y="0"/>
                  </a:cubicBezTo>
                  <a:cubicBezTo>
                    <a:pt x="40" y="0"/>
                    <a:pt x="27" y="25"/>
                    <a:pt x="20" y="41"/>
                  </a:cubicBezTo>
                  <a:cubicBezTo>
                    <a:pt x="7" y="72"/>
                    <a:pt x="0" y="117"/>
                    <a:pt x="0" y="120"/>
                  </a:cubicBezTo>
                  <a:cubicBezTo>
                    <a:pt x="0" y="129"/>
                    <a:pt x="7" y="129"/>
                    <a:pt x="9" y="129"/>
                  </a:cubicBezTo>
                  <a:cubicBezTo>
                    <a:pt x="18" y="129"/>
                    <a:pt x="18" y="126"/>
                    <a:pt x="22" y="107"/>
                  </a:cubicBezTo>
                  <a:cubicBezTo>
                    <a:pt x="29" y="60"/>
                    <a:pt x="40" y="22"/>
                    <a:pt x="63" y="22"/>
                  </a:cubicBezTo>
                  <a:cubicBezTo>
                    <a:pt x="76" y="22"/>
                    <a:pt x="81" y="38"/>
                    <a:pt x="81" y="60"/>
                  </a:cubicBezTo>
                  <a:cubicBezTo>
                    <a:pt x="81" y="76"/>
                    <a:pt x="76" y="104"/>
                    <a:pt x="72" y="126"/>
                  </a:cubicBezTo>
                  <a:cubicBezTo>
                    <a:pt x="67" y="145"/>
                    <a:pt x="63" y="180"/>
                    <a:pt x="58" y="19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4563DD0-72C1-475B-AC2C-0F88DF423FC3}"/>
                </a:ext>
              </a:extLst>
            </p:cNvPr>
            <p:cNvSpPr/>
            <p:nvPr/>
          </p:nvSpPr>
          <p:spPr>
            <a:xfrm>
              <a:off x="727560" y="5268600"/>
              <a:ext cx="378720" cy="5587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053" h="1553">
                  <a:moveTo>
                    <a:pt x="957" y="1553"/>
                  </a:moveTo>
                  <a:lnTo>
                    <a:pt x="1053" y="1197"/>
                  </a:lnTo>
                  <a:lnTo>
                    <a:pt x="1033" y="1197"/>
                  </a:lnTo>
                  <a:cubicBezTo>
                    <a:pt x="1002" y="1314"/>
                    <a:pt x="919" y="1389"/>
                    <a:pt x="827" y="1421"/>
                  </a:cubicBezTo>
                  <a:cubicBezTo>
                    <a:pt x="811" y="1427"/>
                    <a:pt x="732" y="1455"/>
                    <a:pt x="582" y="1455"/>
                  </a:cubicBezTo>
                  <a:lnTo>
                    <a:pt x="103" y="1455"/>
                  </a:lnTo>
                  <a:lnTo>
                    <a:pt x="508" y="794"/>
                  </a:lnTo>
                  <a:cubicBezTo>
                    <a:pt x="512" y="784"/>
                    <a:pt x="514" y="781"/>
                    <a:pt x="514" y="778"/>
                  </a:cubicBezTo>
                  <a:cubicBezTo>
                    <a:pt x="514" y="775"/>
                    <a:pt x="514" y="772"/>
                    <a:pt x="508" y="759"/>
                  </a:cubicBezTo>
                  <a:lnTo>
                    <a:pt x="139" y="54"/>
                  </a:lnTo>
                  <a:lnTo>
                    <a:pt x="573" y="54"/>
                  </a:lnTo>
                  <a:cubicBezTo>
                    <a:pt x="681" y="54"/>
                    <a:pt x="752" y="69"/>
                    <a:pt x="759" y="72"/>
                  </a:cubicBezTo>
                  <a:cubicBezTo>
                    <a:pt x="802" y="79"/>
                    <a:pt x="869" y="98"/>
                    <a:pt x="932" y="154"/>
                  </a:cubicBezTo>
                  <a:cubicBezTo>
                    <a:pt x="952" y="173"/>
                    <a:pt x="1006" y="220"/>
                    <a:pt x="1033" y="312"/>
                  </a:cubicBezTo>
                  <a:lnTo>
                    <a:pt x="1053" y="312"/>
                  </a:lnTo>
                  <a:lnTo>
                    <a:pt x="957" y="0"/>
                  </a:lnTo>
                  <a:lnTo>
                    <a:pt x="22" y="0"/>
                  </a:lnTo>
                  <a:cubicBezTo>
                    <a:pt x="4" y="0"/>
                    <a:pt x="2" y="0"/>
                    <a:pt x="0" y="6"/>
                  </a:cubicBezTo>
                  <a:cubicBezTo>
                    <a:pt x="0" y="13"/>
                    <a:pt x="0" y="31"/>
                    <a:pt x="0" y="44"/>
                  </a:cubicBezTo>
                  <a:lnTo>
                    <a:pt x="418" y="847"/>
                  </a:lnTo>
                  <a:lnTo>
                    <a:pt x="9" y="1521"/>
                  </a:lnTo>
                  <a:cubicBezTo>
                    <a:pt x="0" y="1534"/>
                    <a:pt x="0" y="1540"/>
                    <a:pt x="0" y="1540"/>
                  </a:cubicBezTo>
                  <a:cubicBezTo>
                    <a:pt x="0" y="1553"/>
                    <a:pt x="7" y="1553"/>
                    <a:pt x="22" y="155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AA078A6-5573-9A38-CD0F-AD728F84E6D2}"/>
                </a:ext>
              </a:extLst>
            </p:cNvPr>
            <p:cNvSpPr/>
            <p:nvPr/>
          </p:nvSpPr>
          <p:spPr>
            <a:xfrm>
              <a:off x="742319" y="5932079"/>
              <a:ext cx="61200" cy="189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1" h="526">
                  <a:moveTo>
                    <a:pt x="155" y="28"/>
                  </a:moveTo>
                  <a:cubicBezTo>
                    <a:pt x="155" y="16"/>
                    <a:pt x="148" y="0"/>
                    <a:pt x="133" y="0"/>
                  </a:cubicBezTo>
                  <a:cubicBezTo>
                    <a:pt x="117" y="0"/>
                    <a:pt x="101" y="19"/>
                    <a:pt x="101" y="44"/>
                  </a:cubicBezTo>
                  <a:cubicBezTo>
                    <a:pt x="101" y="57"/>
                    <a:pt x="108" y="72"/>
                    <a:pt x="124" y="72"/>
                  </a:cubicBezTo>
                  <a:cubicBezTo>
                    <a:pt x="139" y="72"/>
                    <a:pt x="155" y="50"/>
                    <a:pt x="155" y="28"/>
                  </a:cubicBezTo>
                  <a:close/>
                  <a:moveTo>
                    <a:pt x="40" y="425"/>
                  </a:moveTo>
                  <a:cubicBezTo>
                    <a:pt x="38" y="435"/>
                    <a:pt x="36" y="444"/>
                    <a:pt x="36" y="460"/>
                  </a:cubicBezTo>
                  <a:cubicBezTo>
                    <a:pt x="36" y="495"/>
                    <a:pt x="58" y="526"/>
                    <a:pt x="90" y="526"/>
                  </a:cubicBezTo>
                  <a:cubicBezTo>
                    <a:pt x="146" y="526"/>
                    <a:pt x="171" y="416"/>
                    <a:pt x="171" y="406"/>
                  </a:cubicBezTo>
                  <a:cubicBezTo>
                    <a:pt x="171" y="394"/>
                    <a:pt x="162" y="394"/>
                    <a:pt x="162" y="394"/>
                  </a:cubicBezTo>
                  <a:cubicBezTo>
                    <a:pt x="153" y="394"/>
                    <a:pt x="153" y="400"/>
                    <a:pt x="150" y="409"/>
                  </a:cubicBezTo>
                  <a:cubicBezTo>
                    <a:pt x="137" y="469"/>
                    <a:pt x="112" y="504"/>
                    <a:pt x="90" y="504"/>
                  </a:cubicBezTo>
                  <a:cubicBezTo>
                    <a:pt x="79" y="504"/>
                    <a:pt x="76" y="491"/>
                    <a:pt x="76" y="476"/>
                  </a:cubicBezTo>
                  <a:cubicBezTo>
                    <a:pt x="76" y="457"/>
                    <a:pt x="81" y="444"/>
                    <a:pt x="85" y="425"/>
                  </a:cubicBezTo>
                  <a:cubicBezTo>
                    <a:pt x="92" y="403"/>
                    <a:pt x="97" y="384"/>
                    <a:pt x="103" y="362"/>
                  </a:cubicBezTo>
                  <a:cubicBezTo>
                    <a:pt x="108" y="343"/>
                    <a:pt x="128" y="274"/>
                    <a:pt x="130" y="265"/>
                  </a:cubicBezTo>
                  <a:cubicBezTo>
                    <a:pt x="133" y="255"/>
                    <a:pt x="135" y="246"/>
                    <a:pt x="135" y="239"/>
                  </a:cubicBezTo>
                  <a:cubicBezTo>
                    <a:pt x="135" y="202"/>
                    <a:pt x="112" y="173"/>
                    <a:pt x="81" y="173"/>
                  </a:cubicBezTo>
                  <a:cubicBezTo>
                    <a:pt x="25" y="173"/>
                    <a:pt x="0" y="280"/>
                    <a:pt x="0" y="293"/>
                  </a:cubicBezTo>
                  <a:cubicBezTo>
                    <a:pt x="0" y="302"/>
                    <a:pt x="7" y="302"/>
                    <a:pt x="9" y="302"/>
                  </a:cubicBezTo>
                  <a:cubicBezTo>
                    <a:pt x="18" y="302"/>
                    <a:pt x="18" y="299"/>
                    <a:pt x="20" y="290"/>
                  </a:cubicBezTo>
                  <a:cubicBezTo>
                    <a:pt x="34" y="224"/>
                    <a:pt x="58" y="195"/>
                    <a:pt x="79" y="195"/>
                  </a:cubicBezTo>
                  <a:cubicBezTo>
                    <a:pt x="88" y="195"/>
                    <a:pt x="94" y="202"/>
                    <a:pt x="94" y="224"/>
                  </a:cubicBezTo>
                  <a:cubicBezTo>
                    <a:pt x="94" y="239"/>
                    <a:pt x="90" y="252"/>
                    <a:pt x="76" y="2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20ED0BC-1466-F83B-AA13-91BD431043B9}"/>
                </a:ext>
              </a:extLst>
            </p:cNvPr>
            <p:cNvSpPr/>
            <p:nvPr/>
          </p:nvSpPr>
          <p:spPr>
            <a:xfrm>
              <a:off x="827280" y="6010200"/>
              <a:ext cx="146880" cy="75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09" h="211">
                  <a:moveTo>
                    <a:pt x="389" y="38"/>
                  </a:moveTo>
                  <a:cubicBezTo>
                    <a:pt x="395" y="38"/>
                    <a:pt x="409" y="38"/>
                    <a:pt x="409" y="19"/>
                  </a:cubicBezTo>
                  <a:cubicBezTo>
                    <a:pt x="409" y="0"/>
                    <a:pt x="395" y="0"/>
                    <a:pt x="389" y="0"/>
                  </a:cubicBezTo>
                  <a:lnTo>
                    <a:pt x="20" y="0"/>
                  </a:lnTo>
                  <a:cubicBezTo>
                    <a:pt x="13" y="0"/>
                    <a:pt x="0" y="0"/>
                    <a:pt x="0" y="19"/>
                  </a:cubicBezTo>
                  <a:cubicBezTo>
                    <a:pt x="0" y="38"/>
                    <a:pt x="13" y="38"/>
                    <a:pt x="20" y="38"/>
                  </a:cubicBezTo>
                  <a:close/>
                  <a:moveTo>
                    <a:pt x="389" y="211"/>
                  </a:moveTo>
                  <a:cubicBezTo>
                    <a:pt x="395" y="211"/>
                    <a:pt x="409" y="211"/>
                    <a:pt x="409" y="192"/>
                  </a:cubicBezTo>
                  <a:cubicBezTo>
                    <a:pt x="409" y="173"/>
                    <a:pt x="395" y="173"/>
                    <a:pt x="389" y="173"/>
                  </a:cubicBezTo>
                  <a:lnTo>
                    <a:pt x="20" y="173"/>
                  </a:lnTo>
                  <a:cubicBezTo>
                    <a:pt x="13" y="173"/>
                    <a:pt x="0" y="173"/>
                    <a:pt x="0" y="192"/>
                  </a:cubicBezTo>
                  <a:cubicBezTo>
                    <a:pt x="0" y="211"/>
                    <a:pt x="13" y="211"/>
                    <a:pt x="20" y="2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E25799C-6EDF-0868-AB8C-9F76D078BF03}"/>
                </a:ext>
              </a:extLst>
            </p:cNvPr>
            <p:cNvSpPr/>
            <p:nvPr/>
          </p:nvSpPr>
          <p:spPr>
            <a:xfrm>
              <a:off x="1009080" y="5932079"/>
              <a:ext cx="73080" cy="1857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04" h="517">
                  <a:moveTo>
                    <a:pt x="126" y="22"/>
                  </a:moveTo>
                  <a:cubicBezTo>
                    <a:pt x="126" y="0"/>
                    <a:pt x="126" y="0"/>
                    <a:pt x="110" y="0"/>
                  </a:cubicBezTo>
                  <a:cubicBezTo>
                    <a:pt x="74" y="50"/>
                    <a:pt x="22" y="50"/>
                    <a:pt x="0" y="50"/>
                  </a:cubicBezTo>
                  <a:lnTo>
                    <a:pt x="0" y="79"/>
                  </a:lnTo>
                  <a:cubicBezTo>
                    <a:pt x="13" y="79"/>
                    <a:pt x="49" y="79"/>
                    <a:pt x="81" y="57"/>
                  </a:cubicBezTo>
                  <a:lnTo>
                    <a:pt x="81" y="454"/>
                  </a:lnTo>
                  <a:cubicBezTo>
                    <a:pt x="81" y="479"/>
                    <a:pt x="81" y="488"/>
                    <a:pt x="25" y="488"/>
                  </a:cubicBezTo>
                  <a:lnTo>
                    <a:pt x="4" y="488"/>
                  </a:lnTo>
                  <a:lnTo>
                    <a:pt x="4" y="517"/>
                  </a:lnTo>
                  <a:cubicBezTo>
                    <a:pt x="13" y="517"/>
                    <a:pt x="83" y="513"/>
                    <a:pt x="103" y="513"/>
                  </a:cubicBezTo>
                  <a:cubicBezTo>
                    <a:pt x="121" y="513"/>
                    <a:pt x="191" y="517"/>
                    <a:pt x="204" y="517"/>
                  </a:cubicBezTo>
                  <a:lnTo>
                    <a:pt x="204" y="488"/>
                  </a:lnTo>
                  <a:lnTo>
                    <a:pt x="182" y="488"/>
                  </a:lnTo>
                  <a:cubicBezTo>
                    <a:pt x="126" y="488"/>
                    <a:pt x="126" y="479"/>
                    <a:pt x="126" y="45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9D2CE22-AA3A-DFA2-DF1E-5B91EEE42737}"/>
                </a:ext>
              </a:extLst>
            </p:cNvPr>
            <p:cNvSpPr/>
            <p:nvPr/>
          </p:nvSpPr>
          <p:spPr>
            <a:xfrm>
              <a:off x="1179000" y="5370840"/>
              <a:ext cx="63360" cy="2775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7" h="772">
                  <a:moveTo>
                    <a:pt x="115" y="0"/>
                  </a:moveTo>
                  <a:lnTo>
                    <a:pt x="0" y="13"/>
                  </a:lnTo>
                  <a:lnTo>
                    <a:pt x="0" y="47"/>
                  </a:lnTo>
                  <a:cubicBezTo>
                    <a:pt x="56" y="47"/>
                    <a:pt x="63" y="54"/>
                    <a:pt x="63" y="110"/>
                  </a:cubicBezTo>
                  <a:lnTo>
                    <a:pt x="63" y="687"/>
                  </a:lnTo>
                  <a:cubicBezTo>
                    <a:pt x="63" y="737"/>
                    <a:pt x="54" y="737"/>
                    <a:pt x="0" y="737"/>
                  </a:cubicBezTo>
                  <a:lnTo>
                    <a:pt x="0" y="772"/>
                  </a:lnTo>
                  <a:cubicBezTo>
                    <a:pt x="27" y="772"/>
                    <a:pt x="70" y="769"/>
                    <a:pt x="90" y="769"/>
                  </a:cubicBezTo>
                  <a:cubicBezTo>
                    <a:pt x="108" y="769"/>
                    <a:pt x="148" y="772"/>
                    <a:pt x="177" y="772"/>
                  </a:cubicBezTo>
                  <a:lnTo>
                    <a:pt x="177" y="737"/>
                  </a:lnTo>
                  <a:cubicBezTo>
                    <a:pt x="124" y="737"/>
                    <a:pt x="115" y="737"/>
                    <a:pt x="115" y="68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164A0E9-9ECA-F274-FAF0-5C920C0BF57E}"/>
                </a:ext>
              </a:extLst>
            </p:cNvPr>
            <p:cNvSpPr/>
            <p:nvPr/>
          </p:nvSpPr>
          <p:spPr>
            <a:xfrm>
              <a:off x="1256400" y="5468040"/>
              <a:ext cx="126720" cy="1832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53" h="510">
                  <a:moveTo>
                    <a:pt x="353" y="261"/>
                  </a:moveTo>
                  <a:cubicBezTo>
                    <a:pt x="353" y="117"/>
                    <a:pt x="272" y="0"/>
                    <a:pt x="175" y="0"/>
                  </a:cubicBezTo>
                  <a:cubicBezTo>
                    <a:pt x="76" y="0"/>
                    <a:pt x="0" y="123"/>
                    <a:pt x="0" y="261"/>
                  </a:cubicBezTo>
                  <a:cubicBezTo>
                    <a:pt x="0" y="403"/>
                    <a:pt x="83" y="510"/>
                    <a:pt x="175" y="510"/>
                  </a:cubicBezTo>
                  <a:cubicBezTo>
                    <a:pt x="272" y="510"/>
                    <a:pt x="353" y="403"/>
                    <a:pt x="353" y="261"/>
                  </a:cubicBezTo>
                  <a:close/>
                  <a:moveTo>
                    <a:pt x="175" y="482"/>
                  </a:moveTo>
                  <a:cubicBezTo>
                    <a:pt x="141" y="482"/>
                    <a:pt x="108" y="460"/>
                    <a:pt x="85" y="409"/>
                  </a:cubicBezTo>
                  <a:cubicBezTo>
                    <a:pt x="65" y="359"/>
                    <a:pt x="65" y="293"/>
                    <a:pt x="65" y="252"/>
                  </a:cubicBezTo>
                  <a:cubicBezTo>
                    <a:pt x="65" y="208"/>
                    <a:pt x="65" y="148"/>
                    <a:pt x="85" y="98"/>
                  </a:cubicBezTo>
                  <a:cubicBezTo>
                    <a:pt x="106" y="47"/>
                    <a:pt x="144" y="25"/>
                    <a:pt x="175" y="25"/>
                  </a:cubicBezTo>
                  <a:cubicBezTo>
                    <a:pt x="211" y="25"/>
                    <a:pt x="245" y="50"/>
                    <a:pt x="265" y="98"/>
                  </a:cubicBezTo>
                  <a:cubicBezTo>
                    <a:pt x="285" y="145"/>
                    <a:pt x="285" y="208"/>
                    <a:pt x="285" y="252"/>
                  </a:cubicBezTo>
                  <a:cubicBezTo>
                    <a:pt x="285" y="293"/>
                    <a:pt x="285" y="353"/>
                    <a:pt x="270" y="400"/>
                  </a:cubicBezTo>
                  <a:cubicBezTo>
                    <a:pt x="252" y="450"/>
                    <a:pt x="216" y="482"/>
                    <a:pt x="175" y="48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B8B3E2-A9EA-0B06-1241-87BD8928FCDE}"/>
                </a:ext>
              </a:extLst>
            </p:cNvPr>
            <p:cNvSpPr/>
            <p:nvPr/>
          </p:nvSpPr>
          <p:spPr>
            <a:xfrm>
              <a:off x="1397880" y="5466960"/>
              <a:ext cx="130680" cy="263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64" h="734">
                  <a:moveTo>
                    <a:pt x="155" y="312"/>
                  </a:moveTo>
                  <a:cubicBezTo>
                    <a:pt x="85" y="312"/>
                    <a:pt x="85" y="202"/>
                    <a:pt x="85" y="176"/>
                  </a:cubicBezTo>
                  <a:cubicBezTo>
                    <a:pt x="85" y="145"/>
                    <a:pt x="85" y="110"/>
                    <a:pt x="99" y="82"/>
                  </a:cubicBezTo>
                  <a:cubicBezTo>
                    <a:pt x="103" y="69"/>
                    <a:pt x="121" y="38"/>
                    <a:pt x="155" y="38"/>
                  </a:cubicBezTo>
                  <a:cubicBezTo>
                    <a:pt x="222" y="38"/>
                    <a:pt x="222" y="148"/>
                    <a:pt x="222" y="173"/>
                  </a:cubicBezTo>
                  <a:cubicBezTo>
                    <a:pt x="222" y="205"/>
                    <a:pt x="222" y="239"/>
                    <a:pt x="211" y="268"/>
                  </a:cubicBezTo>
                  <a:cubicBezTo>
                    <a:pt x="204" y="280"/>
                    <a:pt x="186" y="312"/>
                    <a:pt x="155" y="312"/>
                  </a:cubicBezTo>
                  <a:close/>
                  <a:moveTo>
                    <a:pt x="63" y="356"/>
                  </a:moveTo>
                  <a:cubicBezTo>
                    <a:pt x="63" y="353"/>
                    <a:pt x="63" y="324"/>
                    <a:pt x="76" y="302"/>
                  </a:cubicBezTo>
                  <a:cubicBezTo>
                    <a:pt x="106" y="334"/>
                    <a:pt x="139" y="337"/>
                    <a:pt x="155" y="337"/>
                  </a:cubicBezTo>
                  <a:cubicBezTo>
                    <a:pt x="229" y="337"/>
                    <a:pt x="283" y="261"/>
                    <a:pt x="283" y="176"/>
                  </a:cubicBezTo>
                  <a:cubicBezTo>
                    <a:pt x="283" y="135"/>
                    <a:pt x="270" y="94"/>
                    <a:pt x="249" y="69"/>
                  </a:cubicBezTo>
                  <a:cubicBezTo>
                    <a:pt x="279" y="31"/>
                    <a:pt x="308" y="25"/>
                    <a:pt x="321" y="25"/>
                  </a:cubicBezTo>
                  <a:cubicBezTo>
                    <a:pt x="323" y="25"/>
                    <a:pt x="328" y="25"/>
                    <a:pt x="330" y="25"/>
                  </a:cubicBezTo>
                  <a:cubicBezTo>
                    <a:pt x="321" y="31"/>
                    <a:pt x="317" y="41"/>
                    <a:pt x="317" y="57"/>
                  </a:cubicBezTo>
                  <a:cubicBezTo>
                    <a:pt x="317" y="76"/>
                    <a:pt x="328" y="88"/>
                    <a:pt x="339" y="88"/>
                  </a:cubicBezTo>
                  <a:cubicBezTo>
                    <a:pt x="348" y="88"/>
                    <a:pt x="364" y="79"/>
                    <a:pt x="364" y="54"/>
                  </a:cubicBezTo>
                  <a:cubicBezTo>
                    <a:pt x="364" y="35"/>
                    <a:pt x="353" y="0"/>
                    <a:pt x="323" y="0"/>
                  </a:cubicBezTo>
                  <a:cubicBezTo>
                    <a:pt x="308" y="0"/>
                    <a:pt x="272" y="6"/>
                    <a:pt x="238" y="54"/>
                  </a:cubicBezTo>
                  <a:cubicBezTo>
                    <a:pt x="204" y="16"/>
                    <a:pt x="171" y="13"/>
                    <a:pt x="155" y="13"/>
                  </a:cubicBezTo>
                  <a:cubicBezTo>
                    <a:pt x="81" y="13"/>
                    <a:pt x="25" y="88"/>
                    <a:pt x="25" y="173"/>
                  </a:cubicBezTo>
                  <a:cubicBezTo>
                    <a:pt x="25" y="224"/>
                    <a:pt x="43" y="265"/>
                    <a:pt x="63" y="290"/>
                  </a:cubicBezTo>
                  <a:cubicBezTo>
                    <a:pt x="52" y="306"/>
                    <a:pt x="38" y="343"/>
                    <a:pt x="38" y="381"/>
                  </a:cubicBezTo>
                  <a:cubicBezTo>
                    <a:pt x="38" y="416"/>
                    <a:pt x="49" y="457"/>
                    <a:pt x="74" y="479"/>
                  </a:cubicBezTo>
                  <a:cubicBezTo>
                    <a:pt x="25" y="498"/>
                    <a:pt x="0" y="548"/>
                    <a:pt x="0" y="592"/>
                  </a:cubicBezTo>
                  <a:cubicBezTo>
                    <a:pt x="0" y="671"/>
                    <a:pt x="79" y="734"/>
                    <a:pt x="175" y="734"/>
                  </a:cubicBezTo>
                  <a:cubicBezTo>
                    <a:pt x="270" y="734"/>
                    <a:pt x="353" y="677"/>
                    <a:pt x="353" y="589"/>
                  </a:cubicBezTo>
                  <a:cubicBezTo>
                    <a:pt x="353" y="551"/>
                    <a:pt x="341" y="495"/>
                    <a:pt x="301" y="463"/>
                  </a:cubicBezTo>
                  <a:cubicBezTo>
                    <a:pt x="258" y="432"/>
                    <a:pt x="211" y="432"/>
                    <a:pt x="164" y="432"/>
                  </a:cubicBezTo>
                  <a:cubicBezTo>
                    <a:pt x="144" y="432"/>
                    <a:pt x="110" y="432"/>
                    <a:pt x="103" y="432"/>
                  </a:cubicBezTo>
                  <a:cubicBezTo>
                    <a:pt x="79" y="425"/>
                    <a:pt x="63" y="391"/>
                    <a:pt x="63" y="356"/>
                  </a:cubicBezTo>
                  <a:close/>
                  <a:moveTo>
                    <a:pt x="177" y="706"/>
                  </a:moveTo>
                  <a:cubicBezTo>
                    <a:pt x="97" y="706"/>
                    <a:pt x="40" y="649"/>
                    <a:pt x="40" y="592"/>
                  </a:cubicBezTo>
                  <a:cubicBezTo>
                    <a:pt x="40" y="542"/>
                    <a:pt x="72" y="498"/>
                    <a:pt x="106" y="495"/>
                  </a:cubicBezTo>
                  <a:lnTo>
                    <a:pt x="153" y="495"/>
                  </a:lnTo>
                  <a:cubicBezTo>
                    <a:pt x="222" y="495"/>
                    <a:pt x="310" y="495"/>
                    <a:pt x="310" y="592"/>
                  </a:cubicBezTo>
                  <a:cubicBezTo>
                    <a:pt x="310" y="652"/>
                    <a:pt x="254" y="706"/>
                    <a:pt x="177" y="70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6A870AC-09B1-CA3A-F9B2-EAF868538FDE}"/>
                </a:ext>
              </a:extLst>
            </p:cNvPr>
            <p:cNvSpPr/>
            <p:nvPr/>
          </p:nvSpPr>
          <p:spPr>
            <a:xfrm>
              <a:off x="1565280" y="5348160"/>
              <a:ext cx="66600" cy="398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86" h="1109">
                  <a:moveTo>
                    <a:pt x="186" y="1099"/>
                  </a:moveTo>
                  <a:cubicBezTo>
                    <a:pt x="186" y="1096"/>
                    <a:pt x="186" y="1093"/>
                    <a:pt x="171" y="1074"/>
                  </a:cubicBezTo>
                  <a:cubicBezTo>
                    <a:pt x="72" y="936"/>
                    <a:pt x="47" y="724"/>
                    <a:pt x="47" y="554"/>
                  </a:cubicBezTo>
                  <a:cubicBezTo>
                    <a:pt x="47" y="362"/>
                    <a:pt x="76" y="170"/>
                    <a:pt x="175" y="31"/>
                  </a:cubicBezTo>
                  <a:cubicBezTo>
                    <a:pt x="186" y="16"/>
                    <a:pt x="186" y="16"/>
                    <a:pt x="186" y="13"/>
                  </a:cubicBezTo>
                  <a:cubicBezTo>
                    <a:pt x="186" y="3"/>
                    <a:pt x="182" y="0"/>
                    <a:pt x="177" y="0"/>
                  </a:cubicBezTo>
                  <a:cubicBezTo>
                    <a:pt x="168" y="0"/>
                    <a:pt x="97" y="76"/>
                    <a:pt x="49" y="217"/>
                  </a:cubicBezTo>
                  <a:cubicBezTo>
                    <a:pt x="9" y="340"/>
                    <a:pt x="0" y="463"/>
                    <a:pt x="0" y="554"/>
                  </a:cubicBezTo>
                  <a:cubicBezTo>
                    <a:pt x="0" y="643"/>
                    <a:pt x="9" y="775"/>
                    <a:pt x="52" y="901"/>
                  </a:cubicBezTo>
                  <a:cubicBezTo>
                    <a:pt x="101" y="1039"/>
                    <a:pt x="168" y="1109"/>
                    <a:pt x="177" y="1109"/>
                  </a:cubicBezTo>
                  <a:cubicBezTo>
                    <a:pt x="182" y="1109"/>
                    <a:pt x="186" y="1106"/>
                    <a:pt x="186" y="10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5AA8CDA-C054-1575-B37A-5B26DD6574B4}"/>
                </a:ext>
              </a:extLst>
            </p:cNvPr>
            <p:cNvSpPr/>
            <p:nvPr/>
          </p:nvSpPr>
          <p:spPr>
            <a:xfrm>
              <a:off x="1761119" y="5025960"/>
              <a:ext cx="183240" cy="1267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10" h="353">
                  <a:moveTo>
                    <a:pt x="216" y="280"/>
                  </a:moveTo>
                  <a:cubicBezTo>
                    <a:pt x="211" y="296"/>
                    <a:pt x="207" y="324"/>
                    <a:pt x="207" y="328"/>
                  </a:cubicBezTo>
                  <a:cubicBezTo>
                    <a:pt x="207" y="343"/>
                    <a:pt x="218" y="353"/>
                    <a:pt x="227" y="353"/>
                  </a:cubicBezTo>
                  <a:cubicBezTo>
                    <a:pt x="236" y="353"/>
                    <a:pt x="245" y="343"/>
                    <a:pt x="247" y="334"/>
                  </a:cubicBezTo>
                  <a:cubicBezTo>
                    <a:pt x="249" y="328"/>
                    <a:pt x="254" y="302"/>
                    <a:pt x="258" y="287"/>
                  </a:cubicBezTo>
                  <a:cubicBezTo>
                    <a:pt x="261" y="271"/>
                    <a:pt x="267" y="236"/>
                    <a:pt x="270" y="217"/>
                  </a:cubicBezTo>
                  <a:cubicBezTo>
                    <a:pt x="274" y="198"/>
                    <a:pt x="276" y="183"/>
                    <a:pt x="279" y="164"/>
                  </a:cubicBezTo>
                  <a:cubicBezTo>
                    <a:pt x="285" y="129"/>
                    <a:pt x="285" y="129"/>
                    <a:pt x="296" y="104"/>
                  </a:cubicBezTo>
                  <a:cubicBezTo>
                    <a:pt x="314" y="66"/>
                    <a:pt x="341" y="22"/>
                    <a:pt x="384" y="22"/>
                  </a:cubicBezTo>
                  <a:cubicBezTo>
                    <a:pt x="416" y="22"/>
                    <a:pt x="418" y="57"/>
                    <a:pt x="418" y="76"/>
                  </a:cubicBezTo>
                  <a:cubicBezTo>
                    <a:pt x="418" y="123"/>
                    <a:pt x="393" y="211"/>
                    <a:pt x="384" y="243"/>
                  </a:cubicBezTo>
                  <a:cubicBezTo>
                    <a:pt x="380" y="265"/>
                    <a:pt x="377" y="271"/>
                    <a:pt x="377" y="287"/>
                  </a:cubicBezTo>
                  <a:cubicBezTo>
                    <a:pt x="377" y="328"/>
                    <a:pt x="402" y="353"/>
                    <a:pt x="429" y="353"/>
                  </a:cubicBezTo>
                  <a:cubicBezTo>
                    <a:pt x="485" y="353"/>
                    <a:pt x="510" y="246"/>
                    <a:pt x="510" y="233"/>
                  </a:cubicBezTo>
                  <a:cubicBezTo>
                    <a:pt x="510" y="224"/>
                    <a:pt x="503" y="224"/>
                    <a:pt x="501" y="224"/>
                  </a:cubicBezTo>
                  <a:cubicBezTo>
                    <a:pt x="492" y="224"/>
                    <a:pt x="492" y="227"/>
                    <a:pt x="490" y="236"/>
                  </a:cubicBezTo>
                  <a:cubicBezTo>
                    <a:pt x="478" y="299"/>
                    <a:pt x="454" y="331"/>
                    <a:pt x="431" y="331"/>
                  </a:cubicBezTo>
                  <a:cubicBezTo>
                    <a:pt x="420" y="331"/>
                    <a:pt x="418" y="321"/>
                    <a:pt x="418" y="302"/>
                  </a:cubicBezTo>
                  <a:cubicBezTo>
                    <a:pt x="418" y="287"/>
                    <a:pt x="420" y="274"/>
                    <a:pt x="431" y="239"/>
                  </a:cubicBezTo>
                  <a:cubicBezTo>
                    <a:pt x="436" y="217"/>
                    <a:pt x="460" y="132"/>
                    <a:pt x="460" y="88"/>
                  </a:cubicBezTo>
                  <a:cubicBezTo>
                    <a:pt x="460" y="76"/>
                    <a:pt x="460" y="44"/>
                    <a:pt x="438" y="22"/>
                  </a:cubicBezTo>
                  <a:cubicBezTo>
                    <a:pt x="429" y="9"/>
                    <a:pt x="413" y="0"/>
                    <a:pt x="386" y="0"/>
                  </a:cubicBezTo>
                  <a:cubicBezTo>
                    <a:pt x="337" y="0"/>
                    <a:pt x="308" y="47"/>
                    <a:pt x="290" y="79"/>
                  </a:cubicBezTo>
                  <a:cubicBezTo>
                    <a:pt x="285" y="13"/>
                    <a:pt x="245" y="0"/>
                    <a:pt x="218" y="0"/>
                  </a:cubicBezTo>
                  <a:cubicBezTo>
                    <a:pt x="171" y="0"/>
                    <a:pt x="139" y="41"/>
                    <a:pt x="124" y="72"/>
                  </a:cubicBezTo>
                  <a:cubicBezTo>
                    <a:pt x="119" y="16"/>
                    <a:pt x="88" y="0"/>
                    <a:pt x="63" y="0"/>
                  </a:cubicBezTo>
                  <a:cubicBezTo>
                    <a:pt x="40" y="0"/>
                    <a:pt x="27" y="25"/>
                    <a:pt x="20" y="41"/>
                  </a:cubicBezTo>
                  <a:cubicBezTo>
                    <a:pt x="7" y="72"/>
                    <a:pt x="0" y="117"/>
                    <a:pt x="0" y="120"/>
                  </a:cubicBezTo>
                  <a:cubicBezTo>
                    <a:pt x="0" y="129"/>
                    <a:pt x="7" y="129"/>
                    <a:pt x="9" y="129"/>
                  </a:cubicBezTo>
                  <a:cubicBezTo>
                    <a:pt x="18" y="129"/>
                    <a:pt x="18" y="126"/>
                    <a:pt x="22" y="107"/>
                  </a:cubicBezTo>
                  <a:cubicBezTo>
                    <a:pt x="29" y="60"/>
                    <a:pt x="40" y="22"/>
                    <a:pt x="63" y="22"/>
                  </a:cubicBezTo>
                  <a:cubicBezTo>
                    <a:pt x="76" y="22"/>
                    <a:pt x="81" y="38"/>
                    <a:pt x="81" y="60"/>
                  </a:cubicBezTo>
                  <a:cubicBezTo>
                    <a:pt x="81" y="76"/>
                    <a:pt x="76" y="104"/>
                    <a:pt x="72" y="126"/>
                  </a:cubicBezTo>
                  <a:cubicBezTo>
                    <a:pt x="67" y="145"/>
                    <a:pt x="63" y="180"/>
                    <a:pt x="58" y="195"/>
                  </a:cubicBezTo>
                  <a:lnTo>
                    <a:pt x="43" y="296"/>
                  </a:lnTo>
                  <a:cubicBezTo>
                    <a:pt x="40" y="306"/>
                    <a:pt x="36" y="324"/>
                    <a:pt x="36" y="328"/>
                  </a:cubicBezTo>
                  <a:cubicBezTo>
                    <a:pt x="36" y="343"/>
                    <a:pt x="47" y="353"/>
                    <a:pt x="54" y="353"/>
                  </a:cubicBezTo>
                  <a:cubicBezTo>
                    <a:pt x="65" y="353"/>
                    <a:pt x="74" y="343"/>
                    <a:pt x="76" y="334"/>
                  </a:cubicBezTo>
                  <a:cubicBezTo>
                    <a:pt x="79" y="328"/>
                    <a:pt x="83" y="302"/>
                    <a:pt x="88" y="287"/>
                  </a:cubicBezTo>
                  <a:cubicBezTo>
                    <a:pt x="90" y="271"/>
                    <a:pt x="97" y="236"/>
                    <a:pt x="99" y="217"/>
                  </a:cubicBezTo>
                  <a:cubicBezTo>
                    <a:pt x="101" y="198"/>
                    <a:pt x="106" y="183"/>
                    <a:pt x="108" y="164"/>
                  </a:cubicBezTo>
                  <a:cubicBezTo>
                    <a:pt x="115" y="132"/>
                    <a:pt x="115" y="126"/>
                    <a:pt x="133" y="94"/>
                  </a:cubicBezTo>
                  <a:cubicBezTo>
                    <a:pt x="146" y="63"/>
                    <a:pt x="173" y="22"/>
                    <a:pt x="216" y="22"/>
                  </a:cubicBezTo>
                  <a:cubicBezTo>
                    <a:pt x="247" y="22"/>
                    <a:pt x="247" y="63"/>
                    <a:pt x="247" y="76"/>
                  </a:cubicBezTo>
                  <a:cubicBezTo>
                    <a:pt x="247" y="98"/>
                    <a:pt x="245" y="107"/>
                    <a:pt x="238" y="1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9C97E2A-4159-91CD-6F69-B83CD9D8AC51}"/>
                </a:ext>
              </a:extLst>
            </p:cNvPr>
            <p:cNvSpPr/>
            <p:nvPr/>
          </p:nvSpPr>
          <p:spPr>
            <a:xfrm>
              <a:off x="1663199" y="5268600"/>
              <a:ext cx="378720" cy="5587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053" h="1553">
                  <a:moveTo>
                    <a:pt x="957" y="1553"/>
                  </a:moveTo>
                  <a:lnTo>
                    <a:pt x="1053" y="1197"/>
                  </a:lnTo>
                  <a:lnTo>
                    <a:pt x="1033" y="1197"/>
                  </a:lnTo>
                  <a:cubicBezTo>
                    <a:pt x="1002" y="1314"/>
                    <a:pt x="919" y="1389"/>
                    <a:pt x="827" y="1421"/>
                  </a:cubicBezTo>
                  <a:cubicBezTo>
                    <a:pt x="811" y="1427"/>
                    <a:pt x="732" y="1455"/>
                    <a:pt x="582" y="1455"/>
                  </a:cubicBezTo>
                  <a:lnTo>
                    <a:pt x="103" y="1455"/>
                  </a:lnTo>
                  <a:lnTo>
                    <a:pt x="508" y="794"/>
                  </a:lnTo>
                  <a:cubicBezTo>
                    <a:pt x="512" y="784"/>
                    <a:pt x="514" y="781"/>
                    <a:pt x="514" y="778"/>
                  </a:cubicBezTo>
                  <a:cubicBezTo>
                    <a:pt x="514" y="775"/>
                    <a:pt x="514" y="772"/>
                    <a:pt x="508" y="759"/>
                  </a:cubicBezTo>
                  <a:lnTo>
                    <a:pt x="139" y="54"/>
                  </a:lnTo>
                  <a:lnTo>
                    <a:pt x="573" y="54"/>
                  </a:lnTo>
                  <a:cubicBezTo>
                    <a:pt x="681" y="54"/>
                    <a:pt x="752" y="69"/>
                    <a:pt x="759" y="72"/>
                  </a:cubicBezTo>
                  <a:cubicBezTo>
                    <a:pt x="802" y="79"/>
                    <a:pt x="869" y="98"/>
                    <a:pt x="932" y="154"/>
                  </a:cubicBezTo>
                  <a:cubicBezTo>
                    <a:pt x="952" y="173"/>
                    <a:pt x="1006" y="220"/>
                    <a:pt x="1033" y="312"/>
                  </a:cubicBezTo>
                  <a:lnTo>
                    <a:pt x="1053" y="312"/>
                  </a:lnTo>
                  <a:lnTo>
                    <a:pt x="957" y="0"/>
                  </a:lnTo>
                  <a:lnTo>
                    <a:pt x="22" y="0"/>
                  </a:lnTo>
                  <a:cubicBezTo>
                    <a:pt x="4" y="0"/>
                    <a:pt x="2" y="0"/>
                    <a:pt x="0" y="6"/>
                  </a:cubicBezTo>
                  <a:cubicBezTo>
                    <a:pt x="0" y="13"/>
                    <a:pt x="0" y="31"/>
                    <a:pt x="0" y="44"/>
                  </a:cubicBezTo>
                  <a:lnTo>
                    <a:pt x="418" y="847"/>
                  </a:lnTo>
                  <a:lnTo>
                    <a:pt x="9" y="1521"/>
                  </a:lnTo>
                  <a:cubicBezTo>
                    <a:pt x="0" y="1534"/>
                    <a:pt x="0" y="1540"/>
                    <a:pt x="0" y="1540"/>
                  </a:cubicBezTo>
                  <a:cubicBezTo>
                    <a:pt x="0" y="1553"/>
                    <a:pt x="7" y="1553"/>
                    <a:pt x="22" y="155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439667-2B49-5630-1315-3ACA3154292F}"/>
                </a:ext>
              </a:extLst>
            </p:cNvPr>
            <p:cNvSpPr/>
            <p:nvPr/>
          </p:nvSpPr>
          <p:spPr>
            <a:xfrm>
              <a:off x="1657439" y="5989680"/>
              <a:ext cx="98280" cy="1810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74" h="504">
                  <a:moveTo>
                    <a:pt x="272" y="57"/>
                  </a:moveTo>
                  <a:cubicBezTo>
                    <a:pt x="274" y="44"/>
                    <a:pt x="274" y="41"/>
                    <a:pt x="274" y="41"/>
                  </a:cubicBezTo>
                  <a:cubicBezTo>
                    <a:pt x="274" y="22"/>
                    <a:pt x="265" y="16"/>
                    <a:pt x="256" y="16"/>
                  </a:cubicBezTo>
                  <a:cubicBezTo>
                    <a:pt x="243" y="16"/>
                    <a:pt x="231" y="28"/>
                    <a:pt x="229" y="44"/>
                  </a:cubicBezTo>
                  <a:cubicBezTo>
                    <a:pt x="220" y="22"/>
                    <a:pt x="202" y="0"/>
                    <a:pt x="173" y="0"/>
                  </a:cubicBezTo>
                  <a:cubicBezTo>
                    <a:pt x="103" y="0"/>
                    <a:pt x="29" y="104"/>
                    <a:pt x="29" y="217"/>
                  </a:cubicBezTo>
                  <a:cubicBezTo>
                    <a:pt x="29" y="296"/>
                    <a:pt x="70" y="343"/>
                    <a:pt x="115" y="343"/>
                  </a:cubicBezTo>
                  <a:cubicBezTo>
                    <a:pt x="139" y="343"/>
                    <a:pt x="164" y="324"/>
                    <a:pt x="184" y="302"/>
                  </a:cubicBezTo>
                  <a:lnTo>
                    <a:pt x="173" y="372"/>
                  </a:lnTo>
                  <a:cubicBezTo>
                    <a:pt x="166" y="403"/>
                    <a:pt x="162" y="425"/>
                    <a:pt x="141" y="454"/>
                  </a:cubicBezTo>
                  <a:cubicBezTo>
                    <a:pt x="117" y="482"/>
                    <a:pt x="92" y="482"/>
                    <a:pt x="79" y="482"/>
                  </a:cubicBezTo>
                  <a:cubicBezTo>
                    <a:pt x="54" y="482"/>
                    <a:pt x="45" y="479"/>
                    <a:pt x="36" y="476"/>
                  </a:cubicBezTo>
                  <a:cubicBezTo>
                    <a:pt x="49" y="466"/>
                    <a:pt x="54" y="447"/>
                    <a:pt x="54" y="438"/>
                  </a:cubicBezTo>
                  <a:cubicBezTo>
                    <a:pt x="54" y="419"/>
                    <a:pt x="43" y="406"/>
                    <a:pt x="31" y="406"/>
                  </a:cubicBezTo>
                  <a:cubicBezTo>
                    <a:pt x="16" y="406"/>
                    <a:pt x="0" y="425"/>
                    <a:pt x="0" y="457"/>
                  </a:cubicBezTo>
                  <a:cubicBezTo>
                    <a:pt x="0" y="501"/>
                    <a:pt x="47" y="504"/>
                    <a:pt x="79" y="504"/>
                  </a:cubicBezTo>
                  <a:cubicBezTo>
                    <a:pt x="166" y="504"/>
                    <a:pt x="204" y="441"/>
                    <a:pt x="211" y="397"/>
                  </a:cubicBezTo>
                  <a:close/>
                  <a:moveTo>
                    <a:pt x="195" y="239"/>
                  </a:moveTo>
                  <a:cubicBezTo>
                    <a:pt x="193" y="252"/>
                    <a:pt x="193" y="252"/>
                    <a:pt x="184" y="268"/>
                  </a:cubicBezTo>
                  <a:cubicBezTo>
                    <a:pt x="164" y="302"/>
                    <a:pt x="137" y="321"/>
                    <a:pt x="117" y="321"/>
                  </a:cubicBezTo>
                  <a:cubicBezTo>
                    <a:pt x="88" y="321"/>
                    <a:pt x="74" y="290"/>
                    <a:pt x="74" y="249"/>
                  </a:cubicBezTo>
                  <a:cubicBezTo>
                    <a:pt x="74" y="214"/>
                    <a:pt x="90" y="126"/>
                    <a:pt x="103" y="91"/>
                  </a:cubicBezTo>
                  <a:cubicBezTo>
                    <a:pt x="128" y="38"/>
                    <a:pt x="153" y="22"/>
                    <a:pt x="173" y="22"/>
                  </a:cubicBezTo>
                  <a:cubicBezTo>
                    <a:pt x="211" y="22"/>
                    <a:pt x="222" y="79"/>
                    <a:pt x="222" y="88"/>
                  </a:cubicBezTo>
                  <a:cubicBezTo>
                    <a:pt x="222" y="88"/>
                    <a:pt x="222" y="91"/>
                    <a:pt x="220" y="10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CC2EB25-670E-93D9-C3E5-F50B3A47B28B}"/>
                </a:ext>
              </a:extLst>
            </p:cNvPr>
            <p:cNvSpPr/>
            <p:nvPr/>
          </p:nvSpPr>
          <p:spPr>
            <a:xfrm>
              <a:off x="1781280" y="6005880"/>
              <a:ext cx="146880" cy="75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09" h="211">
                  <a:moveTo>
                    <a:pt x="389" y="38"/>
                  </a:moveTo>
                  <a:cubicBezTo>
                    <a:pt x="395" y="38"/>
                    <a:pt x="409" y="38"/>
                    <a:pt x="409" y="19"/>
                  </a:cubicBezTo>
                  <a:cubicBezTo>
                    <a:pt x="409" y="0"/>
                    <a:pt x="395" y="0"/>
                    <a:pt x="389" y="0"/>
                  </a:cubicBezTo>
                  <a:lnTo>
                    <a:pt x="20" y="0"/>
                  </a:lnTo>
                  <a:cubicBezTo>
                    <a:pt x="13" y="0"/>
                    <a:pt x="0" y="0"/>
                    <a:pt x="0" y="19"/>
                  </a:cubicBezTo>
                  <a:cubicBezTo>
                    <a:pt x="0" y="38"/>
                    <a:pt x="13" y="38"/>
                    <a:pt x="20" y="38"/>
                  </a:cubicBezTo>
                  <a:close/>
                  <a:moveTo>
                    <a:pt x="389" y="211"/>
                  </a:moveTo>
                  <a:cubicBezTo>
                    <a:pt x="395" y="211"/>
                    <a:pt x="409" y="211"/>
                    <a:pt x="409" y="192"/>
                  </a:cubicBezTo>
                  <a:cubicBezTo>
                    <a:pt x="409" y="173"/>
                    <a:pt x="395" y="173"/>
                    <a:pt x="389" y="173"/>
                  </a:cubicBezTo>
                  <a:lnTo>
                    <a:pt x="20" y="173"/>
                  </a:lnTo>
                  <a:cubicBezTo>
                    <a:pt x="13" y="173"/>
                    <a:pt x="0" y="173"/>
                    <a:pt x="0" y="192"/>
                  </a:cubicBezTo>
                  <a:cubicBezTo>
                    <a:pt x="0" y="211"/>
                    <a:pt x="13" y="211"/>
                    <a:pt x="20" y="2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DE14220-53F8-2231-C3F3-893985D6AAA3}"/>
                </a:ext>
              </a:extLst>
            </p:cNvPr>
            <p:cNvSpPr/>
            <p:nvPr/>
          </p:nvSpPr>
          <p:spPr>
            <a:xfrm>
              <a:off x="1962360" y="5927399"/>
              <a:ext cx="73080" cy="1857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04" h="517">
                  <a:moveTo>
                    <a:pt x="126" y="22"/>
                  </a:moveTo>
                  <a:cubicBezTo>
                    <a:pt x="126" y="0"/>
                    <a:pt x="126" y="0"/>
                    <a:pt x="110" y="0"/>
                  </a:cubicBezTo>
                  <a:cubicBezTo>
                    <a:pt x="74" y="50"/>
                    <a:pt x="22" y="50"/>
                    <a:pt x="0" y="50"/>
                  </a:cubicBezTo>
                  <a:lnTo>
                    <a:pt x="0" y="79"/>
                  </a:lnTo>
                  <a:cubicBezTo>
                    <a:pt x="13" y="79"/>
                    <a:pt x="49" y="79"/>
                    <a:pt x="81" y="57"/>
                  </a:cubicBezTo>
                  <a:lnTo>
                    <a:pt x="81" y="454"/>
                  </a:lnTo>
                  <a:cubicBezTo>
                    <a:pt x="81" y="479"/>
                    <a:pt x="81" y="488"/>
                    <a:pt x="25" y="488"/>
                  </a:cubicBezTo>
                  <a:lnTo>
                    <a:pt x="4" y="488"/>
                  </a:lnTo>
                  <a:lnTo>
                    <a:pt x="4" y="517"/>
                  </a:lnTo>
                  <a:cubicBezTo>
                    <a:pt x="13" y="517"/>
                    <a:pt x="83" y="513"/>
                    <a:pt x="103" y="513"/>
                  </a:cubicBezTo>
                  <a:cubicBezTo>
                    <a:pt x="121" y="513"/>
                    <a:pt x="191" y="517"/>
                    <a:pt x="204" y="517"/>
                  </a:cubicBezTo>
                  <a:lnTo>
                    <a:pt x="204" y="488"/>
                  </a:lnTo>
                  <a:lnTo>
                    <a:pt x="182" y="488"/>
                  </a:lnTo>
                  <a:cubicBezTo>
                    <a:pt x="126" y="488"/>
                    <a:pt x="126" y="479"/>
                    <a:pt x="126" y="45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33FECA0-FEF8-47DA-B6CB-05D6D186AB7F}"/>
                </a:ext>
              </a:extLst>
            </p:cNvPr>
            <p:cNvSpPr/>
            <p:nvPr/>
          </p:nvSpPr>
          <p:spPr>
            <a:xfrm>
              <a:off x="2112840" y="5471640"/>
              <a:ext cx="141840" cy="1810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95" h="504">
                  <a:moveTo>
                    <a:pt x="243" y="157"/>
                  </a:moveTo>
                  <a:cubicBezTo>
                    <a:pt x="247" y="126"/>
                    <a:pt x="265" y="25"/>
                    <a:pt x="321" y="25"/>
                  </a:cubicBezTo>
                  <a:cubicBezTo>
                    <a:pt x="326" y="25"/>
                    <a:pt x="344" y="25"/>
                    <a:pt x="359" y="38"/>
                  </a:cubicBezTo>
                  <a:cubicBezTo>
                    <a:pt x="339" y="44"/>
                    <a:pt x="323" y="72"/>
                    <a:pt x="323" y="98"/>
                  </a:cubicBezTo>
                  <a:cubicBezTo>
                    <a:pt x="323" y="117"/>
                    <a:pt x="330" y="139"/>
                    <a:pt x="353" y="139"/>
                  </a:cubicBezTo>
                  <a:cubicBezTo>
                    <a:pt x="371" y="139"/>
                    <a:pt x="395" y="117"/>
                    <a:pt x="395" y="72"/>
                  </a:cubicBezTo>
                  <a:cubicBezTo>
                    <a:pt x="395" y="16"/>
                    <a:pt x="348" y="0"/>
                    <a:pt x="321" y="0"/>
                  </a:cubicBezTo>
                  <a:cubicBezTo>
                    <a:pt x="276" y="0"/>
                    <a:pt x="247" y="60"/>
                    <a:pt x="238" y="85"/>
                  </a:cubicBezTo>
                  <a:cubicBezTo>
                    <a:pt x="218" y="13"/>
                    <a:pt x="175" y="0"/>
                    <a:pt x="153" y="0"/>
                  </a:cubicBezTo>
                  <a:cubicBezTo>
                    <a:pt x="70" y="0"/>
                    <a:pt x="25" y="145"/>
                    <a:pt x="25" y="170"/>
                  </a:cubicBezTo>
                  <a:cubicBezTo>
                    <a:pt x="25" y="183"/>
                    <a:pt x="31" y="183"/>
                    <a:pt x="34" y="183"/>
                  </a:cubicBezTo>
                  <a:cubicBezTo>
                    <a:pt x="40" y="183"/>
                    <a:pt x="43" y="180"/>
                    <a:pt x="45" y="170"/>
                  </a:cubicBezTo>
                  <a:cubicBezTo>
                    <a:pt x="72" y="54"/>
                    <a:pt x="124" y="25"/>
                    <a:pt x="150" y="25"/>
                  </a:cubicBezTo>
                  <a:cubicBezTo>
                    <a:pt x="166" y="25"/>
                    <a:pt x="193" y="35"/>
                    <a:pt x="193" y="98"/>
                  </a:cubicBezTo>
                  <a:cubicBezTo>
                    <a:pt x="193" y="132"/>
                    <a:pt x="180" y="208"/>
                    <a:pt x="150" y="365"/>
                  </a:cubicBezTo>
                  <a:cubicBezTo>
                    <a:pt x="137" y="435"/>
                    <a:pt x="110" y="479"/>
                    <a:pt x="76" y="479"/>
                  </a:cubicBezTo>
                  <a:cubicBezTo>
                    <a:pt x="70" y="479"/>
                    <a:pt x="52" y="479"/>
                    <a:pt x="36" y="466"/>
                  </a:cubicBezTo>
                  <a:cubicBezTo>
                    <a:pt x="56" y="460"/>
                    <a:pt x="72" y="438"/>
                    <a:pt x="72" y="406"/>
                  </a:cubicBezTo>
                  <a:cubicBezTo>
                    <a:pt x="72" y="375"/>
                    <a:pt x="56" y="365"/>
                    <a:pt x="43" y="365"/>
                  </a:cubicBezTo>
                  <a:cubicBezTo>
                    <a:pt x="20" y="365"/>
                    <a:pt x="0" y="397"/>
                    <a:pt x="0" y="432"/>
                  </a:cubicBezTo>
                  <a:cubicBezTo>
                    <a:pt x="0" y="482"/>
                    <a:pt x="40" y="504"/>
                    <a:pt x="74" y="504"/>
                  </a:cubicBezTo>
                  <a:cubicBezTo>
                    <a:pt x="128" y="504"/>
                    <a:pt x="155" y="425"/>
                    <a:pt x="157" y="419"/>
                  </a:cubicBezTo>
                  <a:cubicBezTo>
                    <a:pt x="168" y="460"/>
                    <a:pt x="195" y="504"/>
                    <a:pt x="243" y="504"/>
                  </a:cubicBezTo>
                  <a:cubicBezTo>
                    <a:pt x="326" y="504"/>
                    <a:pt x="371" y="362"/>
                    <a:pt x="371" y="334"/>
                  </a:cubicBezTo>
                  <a:cubicBezTo>
                    <a:pt x="371" y="321"/>
                    <a:pt x="364" y="321"/>
                    <a:pt x="362" y="321"/>
                  </a:cubicBezTo>
                  <a:cubicBezTo>
                    <a:pt x="355" y="321"/>
                    <a:pt x="353" y="328"/>
                    <a:pt x="350" y="334"/>
                  </a:cubicBezTo>
                  <a:cubicBezTo>
                    <a:pt x="326" y="454"/>
                    <a:pt x="272" y="479"/>
                    <a:pt x="245" y="479"/>
                  </a:cubicBezTo>
                  <a:cubicBezTo>
                    <a:pt x="213" y="479"/>
                    <a:pt x="202" y="444"/>
                    <a:pt x="202" y="406"/>
                  </a:cubicBezTo>
                  <a:cubicBezTo>
                    <a:pt x="202" y="381"/>
                    <a:pt x="207" y="359"/>
                    <a:pt x="216" y="30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F6DC67A-50E9-501D-8C4E-CB9BB3BA277A}"/>
                </a:ext>
              </a:extLst>
            </p:cNvPr>
            <p:cNvSpPr/>
            <p:nvPr/>
          </p:nvSpPr>
          <p:spPr>
            <a:xfrm>
              <a:off x="2276280" y="5521680"/>
              <a:ext cx="61200" cy="189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1" h="526">
                  <a:moveTo>
                    <a:pt x="155" y="28"/>
                  </a:moveTo>
                  <a:cubicBezTo>
                    <a:pt x="155" y="16"/>
                    <a:pt x="148" y="0"/>
                    <a:pt x="133" y="0"/>
                  </a:cubicBezTo>
                  <a:cubicBezTo>
                    <a:pt x="117" y="0"/>
                    <a:pt x="101" y="19"/>
                    <a:pt x="101" y="44"/>
                  </a:cubicBezTo>
                  <a:cubicBezTo>
                    <a:pt x="101" y="57"/>
                    <a:pt x="108" y="72"/>
                    <a:pt x="124" y="72"/>
                  </a:cubicBezTo>
                  <a:cubicBezTo>
                    <a:pt x="139" y="72"/>
                    <a:pt x="155" y="50"/>
                    <a:pt x="155" y="28"/>
                  </a:cubicBezTo>
                  <a:close/>
                  <a:moveTo>
                    <a:pt x="40" y="425"/>
                  </a:moveTo>
                  <a:cubicBezTo>
                    <a:pt x="38" y="435"/>
                    <a:pt x="36" y="444"/>
                    <a:pt x="36" y="460"/>
                  </a:cubicBezTo>
                  <a:cubicBezTo>
                    <a:pt x="36" y="495"/>
                    <a:pt x="58" y="526"/>
                    <a:pt x="90" y="526"/>
                  </a:cubicBezTo>
                  <a:cubicBezTo>
                    <a:pt x="146" y="526"/>
                    <a:pt x="171" y="416"/>
                    <a:pt x="171" y="406"/>
                  </a:cubicBezTo>
                  <a:cubicBezTo>
                    <a:pt x="171" y="394"/>
                    <a:pt x="162" y="394"/>
                    <a:pt x="162" y="394"/>
                  </a:cubicBezTo>
                  <a:cubicBezTo>
                    <a:pt x="153" y="394"/>
                    <a:pt x="153" y="400"/>
                    <a:pt x="150" y="409"/>
                  </a:cubicBezTo>
                  <a:cubicBezTo>
                    <a:pt x="137" y="469"/>
                    <a:pt x="112" y="504"/>
                    <a:pt x="90" y="504"/>
                  </a:cubicBezTo>
                  <a:cubicBezTo>
                    <a:pt x="79" y="504"/>
                    <a:pt x="76" y="491"/>
                    <a:pt x="76" y="476"/>
                  </a:cubicBezTo>
                  <a:cubicBezTo>
                    <a:pt x="76" y="457"/>
                    <a:pt x="81" y="444"/>
                    <a:pt x="85" y="425"/>
                  </a:cubicBezTo>
                  <a:cubicBezTo>
                    <a:pt x="92" y="403"/>
                    <a:pt x="97" y="384"/>
                    <a:pt x="103" y="362"/>
                  </a:cubicBezTo>
                  <a:cubicBezTo>
                    <a:pt x="108" y="343"/>
                    <a:pt x="128" y="274"/>
                    <a:pt x="130" y="265"/>
                  </a:cubicBezTo>
                  <a:cubicBezTo>
                    <a:pt x="133" y="255"/>
                    <a:pt x="135" y="246"/>
                    <a:pt x="135" y="239"/>
                  </a:cubicBezTo>
                  <a:cubicBezTo>
                    <a:pt x="135" y="202"/>
                    <a:pt x="112" y="173"/>
                    <a:pt x="81" y="173"/>
                  </a:cubicBezTo>
                  <a:cubicBezTo>
                    <a:pt x="25" y="173"/>
                    <a:pt x="0" y="280"/>
                    <a:pt x="0" y="293"/>
                  </a:cubicBezTo>
                  <a:cubicBezTo>
                    <a:pt x="0" y="302"/>
                    <a:pt x="9" y="302"/>
                    <a:pt x="9" y="302"/>
                  </a:cubicBezTo>
                  <a:cubicBezTo>
                    <a:pt x="18" y="302"/>
                    <a:pt x="18" y="299"/>
                    <a:pt x="20" y="290"/>
                  </a:cubicBezTo>
                  <a:cubicBezTo>
                    <a:pt x="34" y="224"/>
                    <a:pt x="58" y="195"/>
                    <a:pt x="79" y="195"/>
                  </a:cubicBezTo>
                  <a:cubicBezTo>
                    <a:pt x="88" y="195"/>
                    <a:pt x="94" y="202"/>
                    <a:pt x="94" y="224"/>
                  </a:cubicBezTo>
                  <a:cubicBezTo>
                    <a:pt x="94" y="239"/>
                    <a:pt x="90" y="252"/>
                    <a:pt x="76" y="2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BA1FE57-1383-6093-27B7-9982AF91E47B}"/>
                </a:ext>
              </a:extLst>
            </p:cNvPr>
            <p:cNvSpPr/>
            <p:nvPr/>
          </p:nvSpPr>
          <p:spPr>
            <a:xfrm>
              <a:off x="2369160" y="5674680"/>
              <a:ext cx="25560" cy="871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2" h="243">
                  <a:moveTo>
                    <a:pt x="56" y="79"/>
                  </a:moveTo>
                  <a:cubicBezTo>
                    <a:pt x="56" y="120"/>
                    <a:pt x="52" y="170"/>
                    <a:pt x="11" y="220"/>
                  </a:cubicBezTo>
                  <a:cubicBezTo>
                    <a:pt x="9" y="224"/>
                    <a:pt x="9" y="227"/>
                    <a:pt x="9" y="230"/>
                  </a:cubicBezTo>
                  <a:cubicBezTo>
                    <a:pt x="9" y="236"/>
                    <a:pt x="13" y="243"/>
                    <a:pt x="16" y="243"/>
                  </a:cubicBezTo>
                  <a:cubicBezTo>
                    <a:pt x="25" y="243"/>
                    <a:pt x="72" y="180"/>
                    <a:pt x="72" y="85"/>
                  </a:cubicBezTo>
                  <a:cubicBezTo>
                    <a:pt x="72" y="38"/>
                    <a:pt x="58" y="0"/>
                    <a:pt x="31" y="0"/>
                  </a:cubicBezTo>
                  <a:cubicBezTo>
                    <a:pt x="13" y="0"/>
                    <a:pt x="0" y="19"/>
                    <a:pt x="0" y="44"/>
                  </a:cubicBezTo>
                  <a:cubicBezTo>
                    <a:pt x="0" y="69"/>
                    <a:pt x="13" y="91"/>
                    <a:pt x="34" y="91"/>
                  </a:cubicBezTo>
                  <a:cubicBezTo>
                    <a:pt x="47" y="91"/>
                    <a:pt x="56" y="79"/>
                    <a:pt x="56" y="7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B3BAA3E-068F-7CB3-A0F0-C228C1268AF5}"/>
                </a:ext>
              </a:extLst>
            </p:cNvPr>
            <p:cNvSpPr/>
            <p:nvPr/>
          </p:nvSpPr>
          <p:spPr>
            <a:xfrm>
              <a:off x="2422440" y="5583960"/>
              <a:ext cx="98280" cy="1810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74" h="504">
                  <a:moveTo>
                    <a:pt x="272" y="57"/>
                  </a:moveTo>
                  <a:cubicBezTo>
                    <a:pt x="274" y="44"/>
                    <a:pt x="274" y="41"/>
                    <a:pt x="274" y="41"/>
                  </a:cubicBezTo>
                  <a:cubicBezTo>
                    <a:pt x="274" y="22"/>
                    <a:pt x="265" y="16"/>
                    <a:pt x="256" y="16"/>
                  </a:cubicBezTo>
                  <a:cubicBezTo>
                    <a:pt x="243" y="16"/>
                    <a:pt x="231" y="28"/>
                    <a:pt x="229" y="44"/>
                  </a:cubicBezTo>
                  <a:cubicBezTo>
                    <a:pt x="220" y="22"/>
                    <a:pt x="202" y="0"/>
                    <a:pt x="173" y="0"/>
                  </a:cubicBezTo>
                  <a:cubicBezTo>
                    <a:pt x="103" y="0"/>
                    <a:pt x="29" y="104"/>
                    <a:pt x="29" y="217"/>
                  </a:cubicBezTo>
                  <a:cubicBezTo>
                    <a:pt x="29" y="296"/>
                    <a:pt x="70" y="343"/>
                    <a:pt x="115" y="343"/>
                  </a:cubicBezTo>
                  <a:cubicBezTo>
                    <a:pt x="139" y="343"/>
                    <a:pt x="164" y="324"/>
                    <a:pt x="184" y="302"/>
                  </a:cubicBezTo>
                  <a:lnTo>
                    <a:pt x="173" y="372"/>
                  </a:lnTo>
                  <a:cubicBezTo>
                    <a:pt x="166" y="403"/>
                    <a:pt x="162" y="425"/>
                    <a:pt x="141" y="454"/>
                  </a:cubicBezTo>
                  <a:cubicBezTo>
                    <a:pt x="117" y="482"/>
                    <a:pt x="92" y="482"/>
                    <a:pt x="79" y="482"/>
                  </a:cubicBezTo>
                  <a:cubicBezTo>
                    <a:pt x="54" y="482"/>
                    <a:pt x="45" y="479"/>
                    <a:pt x="36" y="476"/>
                  </a:cubicBezTo>
                  <a:cubicBezTo>
                    <a:pt x="49" y="466"/>
                    <a:pt x="54" y="447"/>
                    <a:pt x="54" y="438"/>
                  </a:cubicBezTo>
                  <a:cubicBezTo>
                    <a:pt x="54" y="419"/>
                    <a:pt x="43" y="406"/>
                    <a:pt x="31" y="406"/>
                  </a:cubicBezTo>
                  <a:cubicBezTo>
                    <a:pt x="16" y="406"/>
                    <a:pt x="0" y="425"/>
                    <a:pt x="0" y="457"/>
                  </a:cubicBezTo>
                  <a:cubicBezTo>
                    <a:pt x="0" y="501"/>
                    <a:pt x="47" y="504"/>
                    <a:pt x="79" y="504"/>
                  </a:cubicBezTo>
                  <a:cubicBezTo>
                    <a:pt x="166" y="504"/>
                    <a:pt x="204" y="441"/>
                    <a:pt x="211" y="397"/>
                  </a:cubicBezTo>
                  <a:close/>
                  <a:moveTo>
                    <a:pt x="195" y="239"/>
                  </a:moveTo>
                  <a:cubicBezTo>
                    <a:pt x="193" y="252"/>
                    <a:pt x="193" y="252"/>
                    <a:pt x="184" y="268"/>
                  </a:cubicBezTo>
                  <a:cubicBezTo>
                    <a:pt x="164" y="302"/>
                    <a:pt x="137" y="321"/>
                    <a:pt x="117" y="321"/>
                  </a:cubicBezTo>
                  <a:cubicBezTo>
                    <a:pt x="88" y="321"/>
                    <a:pt x="74" y="290"/>
                    <a:pt x="74" y="249"/>
                  </a:cubicBezTo>
                  <a:cubicBezTo>
                    <a:pt x="74" y="214"/>
                    <a:pt x="90" y="126"/>
                    <a:pt x="103" y="91"/>
                  </a:cubicBezTo>
                  <a:cubicBezTo>
                    <a:pt x="128" y="38"/>
                    <a:pt x="153" y="22"/>
                    <a:pt x="173" y="22"/>
                  </a:cubicBezTo>
                  <a:cubicBezTo>
                    <a:pt x="211" y="22"/>
                    <a:pt x="222" y="79"/>
                    <a:pt x="222" y="88"/>
                  </a:cubicBezTo>
                  <a:cubicBezTo>
                    <a:pt x="222" y="88"/>
                    <a:pt x="222" y="91"/>
                    <a:pt x="220" y="10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2BD06A9-F7D6-8E68-A727-81D7B484657A}"/>
                </a:ext>
              </a:extLst>
            </p:cNvPr>
            <p:cNvSpPr/>
            <p:nvPr/>
          </p:nvSpPr>
          <p:spPr>
            <a:xfrm>
              <a:off x="2634119" y="5526000"/>
              <a:ext cx="30240" cy="428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5" h="120">
                  <a:moveTo>
                    <a:pt x="85" y="60"/>
                  </a:moveTo>
                  <a:cubicBezTo>
                    <a:pt x="85" y="28"/>
                    <a:pt x="67" y="0"/>
                    <a:pt x="43" y="0"/>
                  </a:cubicBezTo>
                  <a:cubicBezTo>
                    <a:pt x="20" y="0"/>
                    <a:pt x="0" y="28"/>
                    <a:pt x="0" y="60"/>
                  </a:cubicBezTo>
                  <a:cubicBezTo>
                    <a:pt x="0" y="94"/>
                    <a:pt x="20" y="120"/>
                    <a:pt x="43" y="120"/>
                  </a:cubicBezTo>
                  <a:cubicBezTo>
                    <a:pt x="67" y="120"/>
                    <a:pt x="85" y="94"/>
                    <a:pt x="85" y="6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509E7D2-7C33-95B6-0C51-3A0F5145D52D}"/>
                </a:ext>
              </a:extLst>
            </p:cNvPr>
            <p:cNvSpPr/>
            <p:nvPr/>
          </p:nvSpPr>
          <p:spPr>
            <a:xfrm>
              <a:off x="2767680" y="5375160"/>
              <a:ext cx="203400" cy="281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66" h="784">
                  <a:moveTo>
                    <a:pt x="454" y="126"/>
                  </a:moveTo>
                  <a:cubicBezTo>
                    <a:pt x="492" y="41"/>
                    <a:pt x="526" y="38"/>
                    <a:pt x="555" y="35"/>
                  </a:cubicBezTo>
                  <a:cubicBezTo>
                    <a:pt x="564" y="35"/>
                    <a:pt x="566" y="16"/>
                    <a:pt x="566" y="13"/>
                  </a:cubicBezTo>
                  <a:cubicBezTo>
                    <a:pt x="566" y="3"/>
                    <a:pt x="562" y="0"/>
                    <a:pt x="555" y="0"/>
                  </a:cubicBezTo>
                  <a:cubicBezTo>
                    <a:pt x="535" y="0"/>
                    <a:pt x="512" y="3"/>
                    <a:pt x="490" y="3"/>
                  </a:cubicBezTo>
                  <a:cubicBezTo>
                    <a:pt x="463" y="3"/>
                    <a:pt x="436" y="0"/>
                    <a:pt x="411" y="0"/>
                  </a:cubicBezTo>
                  <a:cubicBezTo>
                    <a:pt x="407" y="0"/>
                    <a:pt x="395" y="0"/>
                    <a:pt x="395" y="22"/>
                  </a:cubicBezTo>
                  <a:cubicBezTo>
                    <a:pt x="395" y="35"/>
                    <a:pt x="404" y="35"/>
                    <a:pt x="409" y="35"/>
                  </a:cubicBezTo>
                  <a:cubicBezTo>
                    <a:pt x="431" y="38"/>
                    <a:pt x="445" y="47"/>
                    <a:pt x="445" y="72"/>
                  </a:cubicBezTo>
                  <a:cubicBezTo>
                    <a:pt x="445" y="88"/>
                    <a:pt x="433" y="113"/>
                    <a:pt x="433" y="113"/>
                  </a:cubicBezTo>
                  <a:lnTo>
                    <a:pt x="191" y="655"/>
                  </a:lnTo>
                  <a:lnTo>
                    <a:pt x="137" y="69"/>
                  </a:lnTo>
                  <a:cubicBezTo>
                    <a:pt x="137" y="50"/>
                    <a:pt x="155" y="35"/>
                    <a:pt x="191" y="35"/>
                  </a:cubicBezTo>
                  <a:cubicBezTo>
                    <a:pt x="202" y="35"/>
                    <a:pt x="211" y="35"/>
                    <a:pt x="211" y="13"/>
                  </a:cubicBezTo>
                  <a:cubicBezTo>
                    <a:pt x="211" y="3"/>
                    <a:pt x="204" y="0"/>
                    <a:pt x="200" y="0"/>
                  </a:cubicBezTo>
                  <a:cubicBezTo>
                    <a:pt x="168" y="0"/>
                    <a:pt x="135" y="3"/>
                    <a:pt x="101" y="3"/>
                  </a:cubicBezTo>
                  <a:cubicBezTo>
                    <a:pt x="88" y="3"/>
                    <a:pt x="72" y="3"/>
                    <a:pt x="58" y="3"/>
                  </a:cubicBezTo>
                  <a:cubicBezTo>
                    <a:pt x="43" y="3"/>
                    <a:pt x="29" y="0"/>
                    <a:pt x="16" y="0"/>
                  </a:cubicBezTo>
                  <a:cubicBezTo>
                    <a:pt x="9" y="0"/>
                    <a:pt x="0" y="0"/>
                    <a:pt x="0" y="22"/>
                  </a:cubicBezTo>
                  <a:cubicBezTo>
                    <a:pt x="0" y="35"/>
                    <a:pt x="7" y="35"/>
                    <a:pt x="20" y="35"/>
                  </a:cubicBezTo>
                  <a:cubicBezTo>
                    <a:pt x="65" y="35"/>
                    <a:pt x="65" y="44"/>
                    <a:pt x="67" y="72"/>
                  </a:cubicBezTo>
                  <a:lnTo>
                    <a:pt x="130" y="759"/>
                  </a:lnTo>
                  <a:cubicBezTo>
                    <a:pt x="133" y="781"/>
                    <a:pt x="135" y="784"/>
                    <a:pt x="146" y="784"/>
                  </a:cubicBezTo>
                  <a:cubicBezTo>
                    <a:pt x="159" y="784"/>
                    <a:pt x="162" y="778"/>
                    <a:pt x="168" y="7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71AD6A9-6D54-0604-9EBC-27DC43B03B64}"/>
                </a:ext>
              </a:extLst>
            </p:cNvPr>
            <p:cNvSpPr/>
            <p:nvPr/>
          </p:nvSpPr>
          <p:spPr>
            <a:xfrm>
              <a:off x="2926079" y="5521680"/>
              <a:ext cx="61200" cy="189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1" h="526">
                  <a:moveTo>
                    <a:pt x="155" y="28"/>
                  </a:moveTo>
                  <a:cubicBezTo>
                    <a:pt x="155" y="16"/>
                    <a:pt x="148" y="0"/>
                    <a:pt x="133" y="0"/>
                  </a:cubicBezTo>
                  <a:cubicBezTo>
                    <a:pt x="117" y="0"/>
                    <a:pt x="101" y="19"/>
                    <a:pt x="101" y="44"/>
                  </a:cubicBezTo>
                  <a:cubicBezTo>
                    <a:pt x="101" y="57"/>
                    <a:pt x="108" y="72"/>
                    <a:pt x="124" y="72"/>
                  </a:cubicBezTo>
                  <a:cubicBezTo>
                    <a:pt x="139" y="72"/>
                    <a:pt x="155" y="50"/>
                    <a:pt x="155" y="28"/>
                  </a:cubicBezTo>
                  <a:close/>
                  <a:moveTo>
                    <a:pt x="40" y="425"/>
                  </a:moveTo>
                  <a:cubicBezTo>
                    <a:pt x="38" y="435"/>
                    <a:pt x="36" y="444"/>
                    <a:pt x="36" y="460"/>
                  </a:cubicBezTo>
                  <a:cubicBezTo>
                    <a:pt x="36" y="495"/>
                    <a:pt x="58" y="526"/>
                    <a:pt x="90" y="526"/>
                  </a:cubicBezTo>
                  <a:cubicBezTo>
                    <a:pt x="146" y="526"/>
                    <a:pt x="171" y="416"/>
                    <a:pt x="171" y="406"/>
                  </a:cubicBezTo>
                  <a:cubicBezTo>
                    <a:pt x="171" y="394"/>
                    <a:pt x="162" y="394"/>
                    <a:pt x="162" y="394"/>
                  </a:cubicBezTo>
                  <a:cubicBezTo>
                    <a:pt x="153" y="394"/>
                    <a:pt x="153" y="400"/>
                    <a:pt x="150" y="409"/>
                  </a:cubicBezTo>
                  <a:cubicBezTo>
                    <a:pt x="137" y="469"/>
                    <a:pt x="112" y="504"/>
                    <a:pt x="90" y="504"/>
                  </a:cubicBezTo>
                  <a:cubicBezTo>
                    <a:pt x="79" y="504"/>
                    <a:pt x="76" y="491"/>
                    <a:pt x="76" y="476"/>
                  </a:cubicBezTo>
                  <a:cubicBezTo>
                    <a:pt x="76" y="457"/>
                    <a:pt x="81" y="444"/>
                    <a:pt x="85" y="425"/>
                  </a:cubicBezTo>
                  <a:cubicBezTo>
                    <a:pt x="92" y="403"/>
                    <a:pt x="97" y="384"/>
                    <a:pt x="103" y="362"/>
                  </a:cubicBezTo>
                  <a:cubicBezTo>
                    <a:pt x="108" y="343"/>
                    <a:pt x="128" y="274"/>
                    <a:pt x="130" y="265"/>
                  </a:cubicBezTo>
                  <a:cubicBezTo>
                    <a:pt x="133" y="255"/>
                    <a:pt x="135" y="246"/>
                    <a:pt x="135" y="239"/>
                  </a:cubicBezTo>
                  <a:cubicBezTo>
                    <a:pt x="135" y="202"/>
                    <a:pt x="112" y="173"/>
                    <a:pt x="81" y="173"/>
                  </a:cubicBezTo>
                  <a:cubicBezTo>
                    <a:pt x="25" y="173"/>
                    <a:pt x="0" y="280"/>
                    <a:pt x="0" y="293"/>
                  </a:cubicBezTo>
                  <a:cubicBezTo>
                    <a:pt x="0" y="302"/>
                    <a:pt x="7" y="302"/>
                    <a:pt x="9" y="302"/>
                  </a:cubicBezTo>
                  <a:cubicBezTo>
                    <a:pt x="18" y="302"/>
                    <a:pt x="18" y="299"/>
                    <a:pt x="20" y="290"/>
                  </a:cubicBezTo>
                  <a:cubicBezTo>
                    <a:pt x="34" y="224"/>
                    <a:pt x="58" y="195"/>
                    <a:pt x="79" y="195"/>
                  </a:cubicBezTo>
                  <a:cubicBezTo>
                    <a:pt x="88" y="195"/>
                    <a:pt x="94" y="202"/>
                    <a:pt x="94" y="224"/>
                  </a:cubicBezTo>
                  <a:cubicBezTo>
                    <a:pt x="94" y="239"/>
                    <a:pt x="90" y="252"/>
                    <a:pt x="76" y="2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3BC98F8-7297-B58C-8166-07B9C7F91B8B}"/>
                </a:ext>
              </a:extLst>
            </p:cNvPr>
            <p:cNvSpPr/>
            <p:nvPr/>
          </p:nvSpPr>
          <p:spPr>
            <a:xfrm>
              <a:off x="3039480" y="5348160"/>
              <a:ext cx="66600" cy="398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86" h="1109">
                  <a:moveTo>
                    <a:pt x="186" y="1099"/>
                  </a:moveTo>
                  <a:cubicBezTo>
                    <a:pt x="186" y="1096"/>
                    <a:pt x="186" y="1093"/>
                    <a:pt x="171" y="1074"/>
                  </a:cubicBezTo>
                  <a:cubicBezTo>
                    <a:pt x="72" y="936"/>
                    <a:pt x="47" y="724"/>
                    <a:pt x="47" y="554"/>
                  </a:cubicBezTo>
                  <a:cubicBezTo>
                    <a:pt x="47" y="362"/>
                    <a:pt x="76" y="170"/>
                    <a:pt x="175" y="31"/>
                  </a:cubicBezTo>
                  <a:cubicBezTo>
                    <a:pt x="186" y="16"/>
                    <a:pt x="186" y="16"/>
                    <a:pt x="186" y="13"/>
                  </a:cubicBezTo>
                  <a:cubicBezTo>
                    <a:pt x="186" y="3"/>
                    <a:pt x="182" y="0"/>
                    <a:pt x="177" y="0"/>
                  </a:cubicBezTo>
                  <a:cubicBezTo>
                    <a:pt x="168" y="0"/>
                    <a:pt x="97" y="76"/>
                    <a:pt x="49" y="217"/>
                  </a:cubicBezTo>
                  <a:cubicBezTo>
                    <a:pt x="9" y="340"/>
                    <a:pt x="0" y="463"/>
                    <a:pt x="0" y="554"/>
                  </a:cubicBezTo>
                  <a:cubicBezTo>
                    <a:pt x="0" y="643"/>
                    <a:pt x="9" y="775"/>
                    <a:pt x="52" y="901"/>
                  </a:cubicBezTo>
                  <a:cubicBezTo>
                    <a:pt x="101" y="1039"/>
                    <a:pt x="168" y="1109"/>
                    <a:pt x="177" y="1109"/>
                  </a:cubicBezTo>
                  <a:cubicBezTo>
                    <a:pt x="182" y="1109"/>
                    <a:pt x="186" y="1106"/>
                    <a:pt x="186" y="10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EBF8E63-1193-E70B-25DC-1B8EE00C34B9}"/>
                </a:ext>
              </a:extLst>
            </p:cNvPr>
            <p:cNvSpPr/>
            <p:nvPr/>
          </p:nvSpPr>
          <p:spPr>
            <a:xfrm>
              <a:off x="3125880" y="5471640"/>
              <a:ext cx="130680" cy="2581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64" h="718">
                  <a:moveTo>
                    <a:pt x="362" y="72"/>
                  </a:moveTo>
                  <a:cubicBezTo>
                    <a:pt x="364" y="66"/>
                    <a:pt x="364" y="60"/>
                    <a:pt x="364" y="54"/>
                  </a:cubicBezTo>
                  <a:cubicBezTo>
                    <a:pt x="364" y="35"/>
                    <a:pt x="355" y="22"/>
                    <a:pt x="341" y="22"/>
                  </a:cubicBezTo>
                  <a:cubicBezTo>
                    <a:pt x="335" y="22"/>
                    <a:pt x="312" y="31"/>
                    <a:pt x="310" y="69"/>
                  </a:cubicBezTo>
                  <a:cubicBezTo>
                    <a:pt x="294" y="28"/>
                    <a:pt x="267" y="0"/>
                    <a:pt x="236" y="0"/>
                  </a:cubicBezTo>
                  <a:cubicBezTo>
                    <a:pt x="144" y="0"/>
                    <a:pt x="47" y="154"/>
                    <a:pt x="47" y="315"/>
                  </a:cubicBezTo>
                  <a:cubicBezTo>
                    <a:pt x="47" y="425"/>
                    <a:pt x="94" y="491"/>
                    <a:pt x="153" y="491"/>
                  </a:cubicBezTo>
                  <a:cubicBezTo>
                    <a:pt x="198" y="491"/>
                    <a:pt x="236" y="438"/>
                    <a:pt x="245" y="428"/>
                  </a:cubicBezTo>
                  <a:cubicBezTo>
                    <a:pt x="227" y="526"/>
                    <a:pt x="218" y="573"/>
                    <a:pt x="218" y="576"/>
                  </a:cubicBezTo>
                  <a:cubicBezTo>
                    <a:pt x="216" y="586"/>
                    <a:pt x="189" y="696"/>
                    <a:pt x="103" y="696"/>
                  </a:cubicBezTo>
                  <a:cubicBezTo>
                    <a:pt x="90" y="696"/>
                    <a:pt x="63" y="693"/>
                    <a:pt x="40" y="684"/>
                  </a:cubicBezTo>
                  <a:cubicBezTo>
                    <a:pt x="65" y="674"/>
                    <a:pt x="74" y="646"/>
                    <a:pt x="74" y="627"/>
                  </a:cubicBezTo>
                  <a:cubicBezTo>
                    <a:pt x="74" y="608"/>
                    <a:pt x="65" y="586"/>
                    <a:pt x="43" y="586"/>
                  </a:cubicBezTo>
                  <a:cubicBezTo>
                    <a:pt x="25" y="586"/>
                    <a:pt x="0" y="608"/>
                    <a:pt x="0" y="652"/>
                  </a:cubicBezTo>
                  <a:cubicBezTo>
                    <a:pt x="0" y="696"/>
                    <a:pt x="29" y="718"/>
                    <a:pt x="106" y="718"/>
                  </a:cubicBezTo>
                  <a:cubicBezTo>
                    <a:pt x="204" y="718"/>
                    <a:pt x="263" y="633"/>
                    <a:pt x="274" y="567"/>
                  </a:cubicBezTo>
                  <a:close/>
                  <a:moveTo>
                    <a:pt x="258" y="350"/>
                  </a:moveTo>
                  <a:cubicBezTo>
                    <a:pt x="254" y="378"/>
                    <a:pt x="236" y="406"/>
                    <a:pt x="218" y="428"/>
                  </a:cubicBezTo>
                  <a:cubicBezTo>
                    <a:pt x="202" y="447"/>
                    <a:pt x="177" y="466"/>
                    <a:pt x="155" y="466"/>
                  </a:cubicBezTo>
                  <a:cubicBezTo>
                    <a:pt x="115" y="466"/>
                    <a:pt x="103" y="409"/>
                    <a:pt x="103" y="365"/>
                  </a:cubicBezTo>
                  <a:cubicBezTo>
                    <a:pt x="103" y="312"/>
                    <a:pt x="126" y="180"/>
                    <a:pt x="146" y="123"/>
                  </a:cubicBezTo>
                  <a:cubicBezTo>
                    <a:pt x="168" y="69"/>
                    <a:pt x="202" y="25"/>
                    <a:pt x="236" y="25"/>
                  </a:cubicBezTo>
                  <a:cubicBezTo>
                    <a:pt x="287" y="25"/>
                    <a:pt x="299" y="113"/>
                    <a:pt x="299" y="120"/>
                  </a:cubicBezTo>
                  <a:cubicBezTo>
                    <a:pt x="299" y="126"/>
                    <a:pt x="299" y="132"/>
                    <a:pt x="296" y="1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F333F30-17DA-D89D-CC12-205DBA550B69}"/>
                </a:ext>
              </a:extLst>
            </p:cNvPr>
            <p:cNvSpPr/>
            <p:nvPr/>
          </p:nvSpPr>
          <p:spPr>
            <a:xfrm>
              <a:off x="3282840" y="5348160"/>
              <a:ext cx="66600" cy="398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86" h="1109">
                  <a:moveTo>
                    <a:pt x="186" y="554"/>
                  </a:moveTo>
                  <a:cubicBezTo>
                    <a:pt x="186" y="469"/>
                    <a:pt x="177" y="334"/>
                    <a:pt x="133" y="208"/>
                  </a:cubicBezTo>
                  <a:cubicBezTo>
                    <a:pt x="85" y="72"/>
                    <a:pt x="16" y="0"/>
                    <a:pt x="9" y="0"/>
                  </a:cubicBezTo>
                  <a:cubicBezTo>
                    <a:pt x="2" y="0"/>
                    <a:pt x="0" y="3"/>
                    <a:pt x="0" y="13"/>
                  </a:cubicBezTo>
                  <a:cubicBezTo>
                    <a:pt x="0" y="16"/>
                    <a:pt x="0" y="16"/>
                    <a:pt x="16" y="38"/>
                  </a:cubicBezTo>
                  <a:cubicBezTo>
                    <a:pt x="94" y="148"/>
                    <a:pt x="139" y="324"/>
                    <a:pt x="139" y="554"/>
                  </a:cubicBezTo>
                  <a:cubicBezTo>
                    <a:pt x="139" y="747"/>
                    <a:pt x="110" y="942"/>
                    <a:pt x="11" y="1080"/>
                  </a:cubicBezTo>
                  <a:cubicBezTo>
                    <a:pt x="0" y="1093"/>
                    <a:pt x="0" y="1096"/>
                    <a:pt x="0" y="1099"/>
                  </a:cubicBezTo>
                  <a:cubicBezTo>
                    <a:pt x="0" y="1106"/>
                    <a:pt x="2" y="1109"/>
                    <a:pt x="9" y="1109"/>
                  </a:cubicBezTo>
                  <a:cubicBezTo>
                    <a:pt x="16" y="1109"/>
                    <a:pt x="88" y="1033"/>
                    <a:pt x="135" y="895"/>
                  </a:cubicBezTo>
                  <a:cubicBezTo>
                    <a:pt x="175" y="772"/>
                    <a:pt x="186" y="649"/>
                    <a:pt x="186" y="55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1CB3877-837C-575C-81A9-F7E6F8B1D659}"/>
                </a:ext>
              </a:extLst>
            </p:cNvPr>
            <p:cNvSpPr/>
            <p:nvPr/>
          </p:nvSpPr>
          <p:spPr>
            <a:xfrm>
              <a:off x="3395880" y="5348160"/>
              <a:ext cx="66600" cy="398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86" h="1109">
                  <a:moveTo>
                    <a:pt x="186" y="554"/>
                  </a:moveTo>
                  <a:cubicBezTo>
                    <a:pt x="186" y="469"/>
                    <a:pt x="177" y="334"/>
                    <a:pt x="133" y="208"/>
                  </a:cubicBezTo>
                  <a:cubicBezTo>
                    <a:pt x="85" y="72"/>
                    <a:pt x="16" y="0"/>
                    <a:pt x="9" y="0"/>
                  </a:cubicBezTo>
                  <a:cubicBezTo>
                    <a:pt x="2" y="0"/>
                    <a:pt x="0" y="3"/>
                    <a:pt x="0" y="13"/>
                  </a:cubicBezTo>
                  <a:cubicBezTo>
                    <a:pt x="0" y="16"/>
                    <a:pt x="0" y="16"/>
                    <a:pt x="16" y="38"/>
                  </a:cubicBezTo>
                  <a:cubicBezTo>
                    <a:pt x="94" y="148"/>
                    <a:pt x="139" y="324"/>
                    <a:pt x="139" y="554"/>
                  </a:cubicBezTo>
                  <a:cubicBezTo>
                    <a:pt x="139" y="747"/>
                    <a:pt x="110" y="942"/>
                    <a:pt x="11" y="1080"/>
                  </a:cubicBezTo>
                  <a:cubicBezTo>
                    <a:pt x="0" y="1093"/>
                    <a:pt x="0" y="1096"/>
                    <a:pt x="0" y="1099"/>
                  </a:cubicBezTo>
                  <a:cubicBezTo>
                    <a:pt x="0" y="1106"/>
                    <a:pt x="2" y="1109"/>
                    <a:pt x="9" y="1109"/>
                  </a:cubicBezTo>
                  <a:cubicBezTo>
                    <a:pt x="16" y="1109"/>
                    <a:pt x="88" y="1033"/>
                    <a:pt x="135" y="895"/>
                  </a:cubicBezTo>
                  <a:cubicBezTo>
                    <a:pt x="175" y="772"/>
                    <a:pt x="186" y="649"/>
                    <a:pt x="186" y="55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430B2BA-7380-A6B5-DAFB-218DC5241F7D}"/>
                </a:ext>
              </a:extLst>
            </p:cNvPr>
            <p:cNvSpPr/>
            <p:nvPr/>
          </p:nvSpPr>
          <p:spPr>
            <a:xfrm>
              <a:off x="9720" y="6846120"/>
              <a:ext cx="93600" cy="1832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1" h="510">
                  <a:moveTo>
                    <a:pt x="139" y="283"/>
                  </a:moveTo>
                  <a:cubicBezTo>
                    <a:pt x="157" y="287"/>
                    <a:pt x="222" y="306"/>
                    <a:pt x="222" y="384"/>
                  </a:cubicBezTo>
                  <a:cubicBezTo>
                    <a:pt x="222" y="441"/>
                    <a:pt x="193" y="488"/>
                    <a:pt x="133" y="488"/>
                  </a:cubicBezTo>
                  <a:cubicBezTo>
                    <a:pt x="65" y="488"/>
                    <a:pt x="36" y="422"/>
                    <a:pt x="22" y="328"/>
                  </a:cubicBezTo>
                  <a:cubicBezTo>
                    <a:pt x="20" y="315"/>
                    <a:pt x="18" y="309"/>
                    <a:pt x="11" y="309"/>
                  </a:cubicBezTo>
                  <a:cubicBezTo>
                    <a:pt x="0" y="309"/>
                    <a:pt x="0" y="318"/>
                    <a:pt x="0" y="337"/>
                  </a:cubicBezTo>
                  <a:lnTo>
                    <a:pt x="0" y="485"/>
                  </a:lnTo>
                  <a:cubicBezTo>
                    <a:pt x="0" y="504"/>
                    <a:pt x="0" y="510"/>
                    <a:pt x="9" y="510"/>
                  </a:cubicBezTo>
                  <a:cubicBezTo>
                    <a:pt x="13" y="510"/>
                    <a:pt x="13" y="510"/>
                    <a:pt x="29" y="488"/>
                  </a:cubicBezTo>
                  <a:cubicBezTo>
                    <a:pt x="29" y="488"/>
                    <a:pt x="29" y="485"/>
                    <a:pt x="45" y="463"/>
                  </a:cubicBezTo>
                  <a:cubicBezTo>
                    <a:pt x="79" y="510"/>
                    <a:pt x="115" y="510"/>
                    <a:pt x="133" y="510"/>
                  </a:cubicBezTo>
                  <a:cubicBezTo>
                    <a:pt x="225" y="510"/>
                    <a:pt x="261" y="438"/>
                    <a:pt x="261" y="356"/>
                  </a:cubicBezTo>
                  <a:cubicBezTo>
                    <a:pt x="261" y="296"/>
                    <a:pt x="236" y="265"/>
                    <a:pt x="227" y="252"/>
                  </a:cubicBezTo>
                  <a:cubicBezTo>
                    <a:pt x="200" y="214"/>
                    <a:pt x="171" y="205"/>
                    <a:pt x="137" y="198"/>
                  </a:cubicBezTo>
                  <a:cubicBezTo>
                    <a:pt x="92" y="186"/>
                    <a:pt x="38" y="170"/>
                    <a:pt x="38" y="107"/>
                  </a:cubicBezTo>
                  <a:cubicBezTo>
                    <a:pt x="38" y="66"/>
                    <a:pt x="58" y="22"/>
                    <a:pt x="128" y="22"/>
                  </a:cubicBezTo>
                  <a:cubicBezTo>
                    <a:pt x="216" y="22"/>
                    <a:pt x="218" y="123"/>
                    <a:pt x="220" y="157"/>
                  </a:cubicBezTo>
                  <a:cubicBezTo>
                    <a:pt x="222" y="167"/>
                    <a:pt x="229" y="167"/>
                    <a:pt x="229" y="167"/>
                  </a:cubicBezTo>
                  <a:cubicBezTo>
                    <a:pt x="240" y="167"/>
                    <a:pt x="240" y="161"/>
                    <a:pt x="240" y="139"/>
                  </a:cubicBezTo>
                  <a:lnTo>
                    <a:pt x="240" y="25"/>
                  </a:lnTo>
                  <a:cubicBezTo>
                    <a:pt x="240" y="6"/>
                    <a:pt x="240" y="0"/>
                    <a:pt x="231" y="0"/>
                  </a:cubicBezTo>
                  <a:cubicBezTo>
                    <a:pt x="227" y="0"/>
                    <a:pt x="227" y="0"/>
                    <a:pt x="216" y="13"/>
                  </a:cubicBezTo>
                  <a:cubicBezTo>
                    <a:pt x="213" y="19"/>
                    <a:pt x="204" y="28"/>
                    <a:pt x="202" y="31"/>
                  </a:cubicBezTo>
                  <a:cubicBezTo>
                    <a:pt x="173" y="0"/>
                    <a:pt x="139" y="0"/>
                    <a:pt x="128" y="0"/>
                  </a:cubicBezTo>
                  <a:cubicBezTo>
                    <a:pt x="29" y="0"/>
                    <a:pt x="0" y="76"/>
                    <a:pt x="0" y="139"/>
                  </a:cubicBezTo>
                  <a:cubicBezTo>
                    <a:pt x="0" y="176"/>
                    <a:pt x="13" y="208"/>
                    <a:pt x="34" y="233"/>
                  </a:cubicBezTo>
                  <a:cubicBezTo>
                    <a:pt x="61" y="261"/>
                    <a:pt x="83" y="268"/>
                    <a:pt x="139" y="28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486A14C-2F76-A477-B005-49E7933E6B4A}"/>
                </a:ext>
              </a:extLst>
            </p:cNvPr>
            <p:cNvSpPr/>
            <p:nvPr/>
          </p:nvSpPr>
          <p:spPr>
            <a:xfrm>
              <a:off x="135720" y="6982200"/>
              <a:ext cx="30240" cy="428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5" h="120">
                  <a:moveTo>
                    <a:pt x="85" y="60"/>
                  </a:moveTo>
                  <a:cubicBezTo>
                    <a:pt x="85" y="28"/>
                    <a:pt x="67" y="0"/>
                    <a:pt x="43" y="0"/>
                  </a:cubicBezTo>
                  <a:cubicBezTo>
                    <a:pt x="20" y="0"/>
                    <a:pt x="0" y="28"/>
                    <a:pt x="0" y="60"/>
                  </a:cubicBezTo>
                  <a:cubicBezTo>
                    <a:pt x="0" y="94"/>
                    <a:pt x="20" y="120"/>
                    <a:pt x="43" y="120"/>
                  </a:cubicBezTo>
                  <a:cubicBezTo>
                    <a:pt x="67" y="120"/>
                    <a:pt x="85" y="94"/>
                    <a:pt x="85" y="6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D4D7F24-E855-1E2E-04A4-777CD40F1524}"/>
                </a:ext>
              </a:extLst>
            </p:cNvPr>
            <p:cNvSpPr/>
            <p:nvPr/>
          </p:nvSpPr>
          <p:spPr>
            <a:xfrm>
              <a:off x="195840" y="6779160"/>
              <a:ext cx="89280" cy="2502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49" h="696">
                  <a:moveTo>
                    <a:pt x="124" y="239"/>
                  </a:moveTo>
                  <a:lnTo>
                    <a:pt x="236" y="239"/>
                  </a:lnTo>
                  <a:lnTo>
                    <a:pt x="236" y="205"/>
                  </a:lnTo>
                  <a:lnTo>
                    <a:pt x="124" y="205"/>
                  </a:lnTo>
                  <a:lnTo>
                    <a:pt x="124" y="0"/>
                  </a:lnTo>
                  <a:lnTo>
                    <a:pt x="103" y="0"/>
                  </a:lnTo>
                  <a:cubicBezTo>
                    <a:pt x="101" y="91"/>
                    <a:pt x="79" y="211"/>
                    <a:pt x="0" y="214"/>
                  </a:cubicBezTo>
                  <a:lnTo>
                    <a:pt x="0" y="239"/>
                  </a:lnTo>
                  <a:lnTo>
                    <a:pt x="67" y="239"/>
                  </a:lnTo>
                  <a:lnTo>
                    <a:pt x="67" y="545"/>
                  </a:lnTo>
                  <a:cubicBezTo>
                    <a:pt x="67" y="684"/>
                    <a:pt x="141" y="696"/>
                    <a:pt x="171" y="696"/>
                  </a:cubicBezTo>
                  <a:cubicBezTo>
                    <a:pt x="227" y="696"/>
                    <a:pt x="249" y="617"/>
                    <a:pt x="249" y="545"/>
                  </a:cubicBezTo>
                  <a:lnTo>
                    <a:pt x="249" y="482"/>
                  </a:lnTo>
                  <a:lnTo>
                    <a:pt x="229" y="482"/>
                  </a:lnTo>
                  <a:lnTo>
                    <a:pt x="229" y="545"/>
                  </a:lnTo>
                  <a:cubicBezTo>
                    <a:pt x="229" y="627"/>
                    <a:pt x="207" y="668"/>
                    <a:pt x="175" y="668"/>
                  </a:cubicBezTo>
                  <a:cubicBezTo>
                    <a:pt x="124" y="668"/>
                    <a:pt x="124" y="567"/>
                    <a:pt x="124" y="54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971A851-3E6F-D8F7-68C2-810E5F542CE2}"/>
                </a:ext>
              </a:extLst>
            </p:cNvPr>
            <p:cNvSpPr/>
            <p:nvPr/>
          </p:nvSpPr>
          <p:spPr>
            <a:xfrm>
              <a:off x="325080" y="6982200"/>
              <a:ext cx="30240" cy="428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5" h="120">
                  <a:moveTo>
                    <a:pt x="85" y="60"/>
                  </a:moveTo>
                  <a:cubicBezTo>
                    <a:pt x="85" y="28"/>
                    <a:pt x="67" y="0"/>
                    <a:pt x="43" y="0"/>
                  </a:cubicBezTo>
                  <a:cubicBezTo>
                    <a:pt x="20" y="0"/>
                    <a:pt x="0" y="28"/>
                    <a:pt x="0" y="60"/>
                  </a:cubicBezTo>
                  <a:cubicBezTo>
                    <a:pt x="0" y="94"/>
                    <a:pt x="20" y="120"/>
                    <a:pt x="43" y="120"/>
                  </a:cubicBezTo>
                  <a:cubicBezTo>
                    <a:pt x="67" y="120"/>
                    <a:pt x="85" y="94"/>
                    <a:pt x="85" y="6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FC6DBA9-293B-D0B3-F2B8-6DDFCFB10396}"/>
                </a:ext>
              </a:extLst>
            </p:cNvPr>
            <p:cNvSpPr/>
            <p:nvPr/>
          </p:nvSpPr>
          <p:spPr>
            <a:xfrm>
              <a:off x="664560" y="6747479"/>
              <a:ext cx="158040" cy="2865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40" h="797">
                  <a:moveTo>
                    <a:pt x="438" y="41"/>
                  </a:moveTo>
                  <a:cubicBezTo>
                    <a:pt x="440" y="31"/>
                    <a:pt x="440" y="28"/>
                    <a:pt x="440" y="22"/>
                  </a:cubicBezTo>
                  <a:cubicBezTo>
                    <a:pt x="440" y="13"/>
                    <a:pt x="436" y="0"/>
                    <a:pt x="424" y="0"/>
                  </a:cubicBezTo>
                  <a:cubicBezTo>
                    <a:pt x="416" y="0"/>
                    <a:pt x="411" y="13"/>
                    <a:pt x="407" y="25"/>
                  </a:cubicBezTo>
                  <a:lnTo>
                    <a:pt x="341" y="271"/>
                  </a:lnTo>
                  <a:lnTo>
                    <a:pt x="101" y="271"/>
                  </a:lnTo>
                  <a:lnTo>
                    <a:pt x="34" y="25"/>
                  </a:lnTo>
                  <a:cubicBezTo>
                    <a:pt x="29" y="9"/>
                    <a:pt x="27" y="0"/>
                    <a:pt x="16" y="0"/>
                  </a:cubicBezTo>
                  <a:cubicBezTo>
                    <a:pt x="9" y="0"/>
                    <a:pt x="0" y="13"/>
                    <a:pt x="0" y="22"/>
                  </a:cubicBezTo>
                  <a:cubicBezTo>
                    <a:pt x="0" y="25"/>
                    <a:pt x="0" y="28"/>
                    <a:pt x="4" y="41"/>
                  </a:cubicBezTo>
                  <a:lnTo>
                    <a:pt x="202" y="772"/>
                  </a:lnTo>
                  <a:cubicBezTo>
                    <a:pt x="207" y="784"/>
                    <a:pt x="211" y="797"/>
                    <a:pt x="220" y="797"/>
                  </a:cubicBezTo>
                  <a:cubicBezTo>
                    <a:pt x="231" y="797"/>
                    <a:pt x="236" y="784"/>
                    <a:pt x="238" y="772"/>
                  </a:cubicBezTo>
                  <a:close/>
                  <a:moveTo>
                    <a:pt x="112" y="315"/>
                  </a:moveTo>
                  <a:lnTo>
                    <a:pt x="328" y="315"/>
                  </a:lnTo>
                  <a:lnTo>
                    <a:pt x="220" y="7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222B722-2C8A-EC73-8C51-41ED915663B6}"/>
                </a:ext>
              </a:extLst>
            </p:cNvPr>
            <p:cNvSpPr/>
            <p:nvPr/>
          </p:nvSpPr>
          <p:spPr>
            <a:xfrm>
              <a:off x="826200" y="6848280"/>
              <a:ext cx="130680" cy="2581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64" h="718">
                  <a:moveTo>
                    <a:pt x="362" y="72"/>
                  </a:moveTo>
                  <a:cubicBezTo>
                    <a:pt x="364" y="66"/>
                    <a:pt x="364" y="60"/>
                    <a:pt x="364" y="54"/>
                  </a:cubicBezTo>
                  <a:cubicBezTo>
                    <a:pt x="364" y="35"/>
                    <a:pt x="355" y="22"/>
                    <a:pt x="341" y="22"/>
                  </a:cubicBezTo>
                  <a:cubicBezTo>
                    <a:pt x="335" y="22"/>
                    <a:pt x="312" y="31"/>
                    <a:pt x="310" y="69"/>
                  </a:cubicBezTo>
                  <a:cubicBezTo>
                    <a:pt x="294" y="28"/>
                    <a:pt x="267" y="0"/>
                    <a:pt x="236" y="0"/>
                  </a:cubicBezTo>
                  <a:cubicBezTo>
                    <a:pt x="144" y="0"/>
                    <a:pt x="47" y="154"/>
                    <a:pt x="47" y="315"/>
                  </a:cubicBezTo>
                  <a:cubicBezTo>
                    <a:pt x="47" y="425"/>
                    <a:pt x="94" y="491"/>
                    <a:pt x="153" y="491"/>
                  </a:cubicBezTo>
                  <a:cubicBezTo>
                    <a:pt x="198" y="491"/>
                    <a:pt x="236" y="438"/>
                    <a:pt x="245" y="428"/>
                  </a:cubicBezTo>
                  <a:cubicBezTo>
                    <a:pt x="227" y="526"/>
                    <a:pt x="218" y="573"/>
                    <a:pt x="218" y="576"/>
                  </a:cubicBezTo>
                  <a:cubicBezTo>
                    <a:pt x="216" y="586"/>
                    <a:pt x="189" y="696"/>
                    <a:pt x="103" y="696"/>
                  </a:cubicBezTo>
                  <a:cubicBezTo>
                    <a:pt x="90" y="696"/>
                    <a:pt x="63" y="693"/>
                    <a:pt x="40" y="684"/>
                  </a:cubicBezTo>
                  <a:cubicBezTo>
                    <a:pt x="65" y="674"/>
                    <a:pt x="74" y="646"/>
                    <a:pt x="74" y="627"/>
                  </a:cubicBezTo>
                  <a:cubicBezTo>
                    <a:pt x="74" y="608"/>
                    <a:pt x="65" y="586"/>
                    <a:pt x="43" y="586"/>
                  </a:cubicBezTo>
                  <a:cubicBezTo>
                    <a:pt x="25" y="586"/>
                    <a:pt x="0" y="608"/>
                    <a:pt x="0" y="652"/>
                  </a:cubicBezTo>
                  <a:cubicBezTo>
                    <a:pt x="0" y="696"/>
                    <a:pt x="29" y="718"/>
                    <a:pt x="106" y="718"/>
                  </a:cubicBezTo>
                  <a:cubicBezTo>
                    <a:pt x="204" y="718"/>
                    <a:pt x="263" y="633"/>
                    <a:pt x="274" y="567"/>
                  </a:cubicBezTo>
                  <a:close/>
                  <a:moveTo>
                    <a:pt x="258" y="350"/>
                  </a:moveTo>
                  <a:cubicBezTo>
                    <a:pt x="254" y="378"/>
                    <a:pt x="236" y="406"/>
                    <a:pt x="218" y="428"/>
                  </a:cubicBezTo>
                  <a:cubicBezTo>
                    <a:pt x="202" y="447"/>
                    <a:pt x="177" y="466"/>
                    <a:pt x="155" y="466"/>
                  </a:cubicBezTo>
                  <a:cubicBezTo>
                    <a:pt x="115" y="466"/>
                    <a:pt x="103" y="409"/>
                    <a:pt x="103" y="365"/>
                  </a:cubicBezTo>
                  <a:cubicBezTo>
                    <a:pt x="103" y="312"/>
                    <a:pt x="126" y="180"/>
                    <a:pt x="146" y="123"/>
                  </a:cubicBezTo>
                  <a:cubicBezTo>
                    <a:pt x="168" y="69"/>
                    <a:pt x="202" y="25"/>
                    <a:pt x="236" y="25"/>
                  </a:cubicBezTo>
                  <a:cubicBezTo>
                    <a:pt x="287" y="25"/>
                    <a:pt x="299" y="113"/>
                    <a:pt x="299" y="120"/>
                  </a:cubicBezTo>
                  <a:cubicBezTo>
                    <a:pt x="299" y="126"/>
                    <a:pt x="299" y="132"/>
                    <a:pt x="296" y="1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21C12A-49DB-90A7-2201-B9A564D74D0C}"/>
                </a:ext>
              </a:extLst>
            </p:cNvPr>
            <p:cNvSpPr/>
            <p:nvPr/>
          </p:nvSpPr>
          <p:spPr>
            <a:xfrm>
              <a:off x="1070640" y="6852960"/>
              <a:ext cx="30240" cy="1720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5" h="479">
                  <a:moveTo>
                    <a:pt x="85" y="60"/>
                  </a:moveTo>
                  <a:cubicBezTo>
                    <a:pt x="85" y="25"/>
                    <a:pt x="67" y="0"/>
                    <a:pt x="43" y="0"/>
                  </a:cubicBezTo>
                  <a:cubicBezTo>
                    <a:pt x="20" y="0"/>
                    <a:pt x="0" y="25"/>
                    <a:pt x="0" y="60"/>
                  </a:cubicBezTo>
                  <a:cubicBezTo>
                    <a:pt x="0" y="91"/>
                    <a:pt x="20" y="120"/>
                    <a:pt x="43" y="120"/>
                  </a:cubicBezTo>
                  <a:cubicBezTo>
                    <a:pt x="67" y="120"/>
                    <a:pt x="85" y="91"/>
                    <a:pt x="85" y="60"/>
                  </a:cubicBezTo>
                  <a:close/>
                  <a:moveTo>
                    <a:pt x="85" y="422"/>
                  </a:moveTo>
                  <a:cubicBezTo>
                    <a:pt x="85" y="387"/>
                    <a:pt x="67" y="362"/>
                    <a:pt x="43" y="362"/>
                  </a:cubicBezTo>
                  <a:cubicBezTo>
                    <a:pt x="20" y="362"/>
                    <a:pt x="0" y="387"/>
                    <a:pt x="0" y="422"/>
                  </a:cubicBezTo>
                  <a:cubicBezTo>
                    <a:pt x="0" y="454"/>
                    <a:pt x="20" y="479"/>
                    <a:pt x="43" y="479"/>
                  </a:cubicBezTo>
                  <a:cubicBezTo>
                    <a:pt x="67" y="479"/>
                    <a:pt x="85" y="454"/>
                    <a:pt x="85" y="42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7493DC9-DCA2-DC7C-0B7E-67E0BDFCC755}"/>
                </a:ext>
              </a:extLst>
            </p:cNvPr>
            <p:cNvSpPr/>
            <p:nvPr/>
          </p:nvSpPr>
          <p:spPr>
            <a:xfrm>
              <a:off x="1347840" y="6402599"/>
              <a:ext cx="121680" cy="1267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9" h="353">
                  <a:moveTo>
                    <a:pt x="43" y="296"/>
                  </a:moveTo>
                  <a:cubicBezTo>
                    <a:pt x="40" y="306"/>
                    <a:pt x="36" y="324"/>
                    <a:pt x="36" y="328"/>
                  </a:cubicBezTo>
                  <a:cubicBezTo>
                    <a:pt x="36" y="343"/>
                    <a:pt x="47" y="353"/>
                    <a:pt x="56" y="353"/>
                  </a:cubicBezTo>
                  <a:cubicBezTo>
                    <a:pt x="65" y="353"/>
                    <a:pt x="74" y="343"/>
                    <a:pt x="76" y="337"/>
                  </a:cubicBezTo>
                  <a:cubicBezTo>
                    <a:pt x="79" y="328"/>
                    <a:pt x="83" y="302"/>
                    <a:pt x="88" y="287"/>
                  </a:cubicBezTo>
                  <a:cubicBezTo>
                    <a:pt x="90" y="271"/>
                    <a:pt x="97" y="236"/>
                    <a:pt x="99" y="217"/>
                  </a:cubicBezTo>
                  <a:cubicBezTo>
                    <a:pt x="103" y="198"/>
                    <a:pt x="106" y="183"/>
                    <a:pt x="108" y="164"/>
                  </a:cubicBezTo>
                  <a:cubicBezTo>
                    <a:pt x="115" y="132"/>
                    <a:pt x="117" y="126"/>
                    <a:pt x="133" y="94"/>
                  </a:cubicBezTo>
                  <a:cubicBezTo>
                    <a:pt x="148" y="63"/>
                    <a:pt x="173" y="22"/>
                    <a:pt x="216" y="22"/>
                  </a:cubicBezTo>
                  <a:cubicBezTo>
                    <a:pt x="247" y="22"/>
                    <a:pt x="247" y="63"/>
                    <a:pt x="247" y="76"/>
                  </a:cubicBezTo>
                  <a:cubicBezTo>
                    <a:pt x="247" y="123"/>
                    <a:pt x="225" y="211"/>
                    <a:pt x="216" y="243"/>
                  </a:cubicBezTo>
                  <a:cubicBezTo>
                    <a:pt x="209" y="265"/>
                    <a:pt x="207" y="271"/>
                    <a:pt x="207" y="287"/>
                  </a:cubicBezTo>
                  <a:cubicBezTo>
                    <a:pt x="207" y="328"/>
                    <a:pt x="231" y="353"/>
                    <a:pt x="261" y="353"/>
                  </a:cubicBezTo>
                  <a:cubicBezTo>
                    <a:pt x="314" y="353"/>
                    <a:pt x="339" y="246"/>
                    <a:pt x="339" y="233"/>
                  </a:cubicBezTo>
                  <a:cubicBezTo>
                    <a:pt x="339" y="224"/>
                    <a:pt x="332" y="224"/>
                    <a:pt x="330" y="224"/>
                  </a:cubicBezTo>
                  <a:cubicBezTo>
                    <a:pt x="323" y="224"/>
                    <a:pt x="323" y="227"/>
                    <a:pt x="321" y="236"/>
                  </a:cubicBezTo>
                  <a:cubicBezTo>
                    <a:pt x="308" y="299"/>
                    <a:pt x="283" y="331"/>
                    <a:pt x="261" y="331"/>
                  </a:cubicBezTo>
                  <a:cubicBezTo>
                    <a:pt x="249" y="331"/>
                    <a:pt x="247" y="321"/>
                    <a:pt x="247" y="302"/>
                  </a:cubicBezTo>
                  <a:cubicBezTo>
                    <a:pt x="247" y="287"/>
                    <a:pt x="249" y="274"/>
                    <a:pt x="261" y="239"/>
                  </a:cubicBezTo>
                  <a:cubicBezTo>
                    <a:pt x="267" y="217"/>
                    <a:pt x="290" y="132"/>
                    <a:pt x="290" y="88"/>
                  </a:cubicBezTo>
                  <a:cubicBezTo>
                    <a:pt x="290" y="13"/>
                    <a:pt x="247" y="0"/>
                    <a:pt x="218" y="0"/>
                  </a:cubicBezTo>
                  <a:cubicBezTo>
                    <a:pt x="171" y="0"/>
                    <a:pt x="139" y="41"/>
                    <a:pt x="124" y="72"/>
                  </a:cubicBezTo>
                  <a:cubicBezTo>
                    <a:pt x="119" y="16"/>
                    <a:pt x="88" y="0"/>
                    <a:pt x="63" y="0"/>
                  </a:cubicBezTo>
                  <a:cubicBezTo>
                    <a:pt x="40" y="0"/>
                    <a:pt x="27" y="25"/>
                    <a:pt x="20" y="41"/>
                  </a:cubicBezTo>
                  <a:cubicBezTo>
                    <a:pt x="7" y="72"/>
                    <a:pt x="0" y="117"/>
                    <a:pt x="0" y="120"/>
                  </a:cubicBezTo>
                  <a:cubicBezTo>
                    <a:pt x="0" y="129"/>
                    <a:pt x="7" y="129"/>
                    <a:pt x="9" y="129"/>
                  </a:cubicBezTo>
                  <a:cubicBezTo>
                    <a:pt x="18" y="129"/>
                    <a:pt x="18" y="126"/>
                    <a:pt x="22" y="107"/>
                  </a:cubicBezTo>
                  <a:cubicBezTo>
                    <a:pt x="29" y="60"/>
                    <a:pt x="40" y="22"/>
                    <a:pt x="63" y="22"/>
                  </a:cubicBezTo>
                  <a:cubicBezTo>
                    <a:pt x="76" y="22"/>
                    <a:pt x="81" y="38"/>
                    <a:pt x="81" y="60"/>
                  </a:cubicBezTo>
                  <a:cubicBezTo>
                    <a:pt x="81" y="76"/>
                    <a:pt x="76" y="104"/>
                    <a:pt x="72" y="126"/>
                  </a:cubicBezTo>
                  <a:cubicBezTo>
                    <a:pt x="67" y="145"/>
                    <a:pt x="63" y="180"/>
                    <a:pt x="61" y="19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0611F6A-4403-AA4A-532A-913CF2978CB8}"/>
                </a:ext>
              </a:extLst>
            </p:cNvPr>
            <p:cNvSpPr/>
            <p:nvPr/>
          </p:nvSpPr>
          <p:spPr>
            <a:xfrm>
              <a:off x="1219320" y="6645240"/>
              <a:ext cx="378720" cy="5587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053" h="1553">
                  <a:moveTo>
                    <a:pt x="957" y="1553"/>
                  </a:moveTo>
                  <a:lnTo>
                    <a:pt x="1053" y="1197"/>
                  </a:lnTo>
                  <a:lnTo>
                    <a:pt x="1033" y="1197"/>
                  </a:lnTo>
                  <a:cubicBezTo>
                    <a:pt x="1002" y="1314"/>
                    <a:pt x="919" y="1389"/>
                    <a:pt x="827" y="1421"/>
                  </a:cubicBezTo>
                  <a:cubicBezTo>
                    <a:pt x="811" y="1427"/>
                    <a:pt x="732" y="1455"/>
                    <a:pt x="582" y="1455"/>
                  </a:cubicBezTo>
                  <a:lnTo>
                    <a:pt x="103" y="1455"/>
                  </a:lnTo>
                  <a:lnTo>
                    <a:pt x="508" y="794"/>
                  </a:lnTo>
                  <a:cubicBezTo>
                    <a:pt x="512" y="784"/>
                    <a:pt x="514" y="781"/>
                    <a:pt x="514" y="778"/>
                  </a:cubicBezTo>
                  <a:cubicBezTo>
                    <a:pt x="514" y="775"/>
                    <a:pt x="514" y="772"/>
                    <a:pt x="508" y="759"/>
                  </a:cubicBezTo>
                  <a:lnTo>
                    <a:pt x="139" y="54"/>
                  </a:lnTo>
                  <a:lnTo>
                    <a:pt x="573" y="54"/>
                  </a:lnTo>
                  <a:cubicBezTo>
                    <a:pt x="681" y="54"/>
                    <a:pt x="752" y="69"/>
                    <a:pt x="759" y="72"/>
                  </a:cubicBezTo>
                  <a:cubicBezTo>
                    <a:pt x="802" y="79"/>
                    <a:pt x="869" y="98"/>
                    <a:pt x="932" y="154"/>
                  </a:cubicBezTo>
                  <a:cubicBezTo>
                    <a:pt x="952" y="173"/>
                    <a:pt x="1006" y="220"/>
                    <a:pt x="1033" y="312"/>
                  </a:cubicBezTo>
                  <a:lnTo>
                    <a:pt x="1053" y="312"/>
                  </a:lnTo>
                  <a:lnTo>
                    <a:pt x="957" y="0"/>
                  </a:lnTo>
                  <a:lnTo>
                    <a:pt x="22" y="0"/>
                  </a:lnTo>
                  <a:cubicBezTo>
                    <a:pt x="4" y="0"/>
                    <a:pt x="2" y="0"/>
                    <a:pt x="0" y="6"/>
                  </a:cubicBezTo>
                  <a:cubicBezTo>
                    <a:pt x="0" y="13"/>
                    <a:pt x="0" y="31"/>
                    <a:pt x="0" y="44"/>
                  </a:cubicBezTo>
                  <a:lnTo>
                    <a:pt x="418" y="847"/>
                  </a:lnTo>
                  <a:lnTo>
                    <a:pt x="9" y="1521"/>
                  </a:lnTo>
                  <a:cubicBezTo>
                    <a:pt x="0" y="1534"/>
                    <a:pt x="0" y="1540"/>
                    <a:pt x="0" y="1540"/>
                  </a:cubicBezTo>
                  <a:cubicBezTo>
                    <a:pt x="0" y="1553"/>
                    <a:pt x="7" y="1553"/>
                    <a:pt x="22" y="155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1D3BA4F-C176-184D-8EAF-59FAF89448E8}"/>
                </a:ext>
              </a:extLst>
            </p:cNvPr>
            <p:cNvSpPr/>
            <p:nvPr/>
          </p:nvSpPr>
          <p:spPr>
            <a:xfrm>
              <a:off x="1233720" y="7309800"/>
              <a:ext cx="61200" cy="189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1" h="526">
                  <a:moveTo>
                    <a:pt x="155" y="28"/>
                  </a:moveTo>
                  <a:cubicBezTo>
                    <a:pt x="155" y="16"/>
                    <a:pt x="148" y="0"/>
                    <a:pt x="133" y="0"/>
                  </a:cubicBezTo>
                  <a:cubicBezTo>
                    <a:pt x="117" y="0"/>
                    <a:pt x="101" y="19"/>
                    <a:pt x="101" y="44"/>
                  </a:cubicBezTo>
                  <a:cubicBezTo>
                    <a:pt x="101" y="57"/>
                    <a:pt x="108" y="72"/>
                    <a:pt x="124" y="72"/>
                  </a:cubicBezTo>
                  <a:cubicBezTo>
                    <a:pt x="139" y="72"/>
                    <a:pt x="155" y="50"/>
                    <a:pt x="155" y="28"/>
                  </a:cubicBezTo>
                  <a:close/>
                  <a:moveTo>
                    <a:pt x="40" y="425"/>
                  </a:moveTo>
                  <a:cubicBezTo>
                    <a:pt x="38" y="435"/>
                    <a:pt x="36" y="444"/>
                    <a:pt x="36" y="460"/>
                  </a:cubicBezTo>
                  <a:cubicBezTo>
                    <a:pt x="36" y="495"/>
                    <a:pt x="58" y="526"/>
                    <a:pt x="90" y="526"/>
                  </a:cubicBezTo>
                  <a:cubicBezTo>
                    <a:pt x="146" y="526"/>
                    <a:pt x="171" y="416"/>
                    <a:pt x="171" y="406"/>
                  </a:cubicBezTo>
                  <a:cubicBezTo>
                    <a:pt x="171" y="394"/>
                    <a:pt x="162" y="394"/>
                    <a:pt x="162" y="394"/>
                  </a:cubicBezTo>
                  <a:cubicBezTo>
                    <a:pt x="153" y="394"/>
                    <a:pt x="153" y="400"/>
                    <a:pt x="150" y="409"/>
                  </a:cubicBezTo>
                  <a:cubicBezTo>
                    <a:pt x="137" y="472"/>
                    <a:pt x="112" y="504"/>
                    <a:pt x="90" y="504"/>
                  </a:cubicBezTo>
                  <a:cubicBezTo>
                    <a:pt x="79" y="504"/>
                    <a:pt x="76" y="491"/>
                    <a:pt x="76" y="476"/>
                  </a:cubicBezTo>
                  <a:cubicBezTo>
                    <a:pt x="76" y="457"/>
                    <a:pt x="81" y="444"/>
                    <a:pt x="85" y="425"/>
                  </a:cubicBezTo>
                  <a:cubicBezTo>
                    <a:pt x="92" y="403"/>
                    <a:pt x="97" y="384"/>
                    <a:pt x="103" y="362"/>
                  </a:cubicBezTo>
                  <a:cubicBezTo>
                    <a:pt x="108" y="343"/>
                    <a:pt x="128" y="274"/>
                    <a:pt x="130" y="265"/>
                  </a:cubicBezTo>
                  <a:cubicBezTo>
                    <a:pt x="133" y="255"/>
                    <a:pt x="135" y="246"/>
                    <a:pt x="135" y="239"/>
                  </a:cubicBezTo>
                  <a:cubicBezTo>
                    <a:pt x="135" y="202"/>
                    <a:pt x="112" y="173"/>
                    <a:pt x="81" y="173"/>
                  </a:cubicBezTo>
                  <a:cubicBezTo>
                    <a:pt x="25" y="173"/>
                    <a:pt x="0" y="280"/>
                    <a:pt x="0" y="293"/>
                  </a:cubicBezTo>
                  <a:cubicBezTo>
                    <a:pt x="0" y="302"/>
                    <a:pt x="7" y="302"/>
                    <a:pt x="9" y="302"/>
                  </a:cubicBezTo>
                  <a:cubicBezTo>
                    <a:pt x="18" y="302"/>
                    <a:pt x="18" y="299"/>
                    <a:pt x="20" y="290"/>
                  </a:cubicBezTo>
                  <a:cubicBezTo>
                    <a:pt x="34" y="224"/>
                    <a:pt x="58" y="195"/>
                    <a:pt x="79" y="195"/>
                  </a:cubicBezTo>
                  <a:cubicBezTo>
                    <a:pt x="88" y="195"/>
                    <a:pt x="94" y="202"/>
                    <a:pt x="94" y="224"/>
                  </a:cubicBezTo>
                  <a:cubicBezTo>
                    <a:pt x="94" y="239"/>
                    <a:pt x="90" y="252"/>
                    <a:pt x="76" y="2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B62EA997-60F3-4A51-232A-93F0C9504115}"/>
                </a:ext>
              </a:extLst>
            </p:cNvPr>
            <p:cNvSpPr/>
            <p:nvPr/>
          </p:nvSpPr>
          <p:spPr>
            <a:xfrm>
              <a:off x="1318680" y="7386840"/>
              <a:ext cx="146880" cy="75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09" h="211">
                  <a:moveTo>
                    <a:pt x="389" y="38"/>
                  </a:moveTo>
                  <a:cubicBezTo>
                    <a:pt x="395" y="38"/>
                    <a:pt x="409" y="38"/>
                    <a:pt x="409" y="19"/>
                  </a:cubicBezTo>
                  <a:cubicBezTo>
                    <a:pt x="409" y="0"/>
                    <a:pt x="395" y="0"/>
                    <a:pt x="389" y="0"/>
                  </a:cubicBezTo>
                  <a:lnTo>
                    <a:pt x="20" y="0"/>
                  </a:lnTo>
                  <a:cubicBezTo>
                    <a:pt x="13" y="0"/>
                    <a:pt x="0" y="0"/>
                    <a:pt x="0" y="19"/>
                  </a:cubicBezTo>
                  <a:cubicBezTo>
                    <a:pt x="0" y="38"/>
                    <a:pt x="13" y="38"/>
                    <a:pt x="20" y="38"/>
                  </a:cubicBezTo>
                  <a:close/>
                  <a:moveTo>
                    <a:pt x="389" y="211"/>
                  </a:moveTo>
                  <a:cubicBezTo>
                    <a:pt x="395" y="211"/>
                    <a:pt x="409" y="211"/>
                    <a:pt x="409" y="192"/>
                  </a:cubicBezTo>
                  <a:cubicBezTo>
                    <a:pt x="409" y="173"/>
                    <a:pt x="395" y="173"/>
                    <a:pt x="389" y="173"/>
                  </a:cubicBezTo>
                  <a:lnTo>
                    <a:pt x="20" y="173"/>
                  </a:lnTo>
                  <a:cubicBezTo>
                    <a:pt x="13" y="173"/>
                    <a:pt x="0" y="173"/>
                    <a:pt x="0" y="192"/>
                  </a:cubicBezTo>
                  <a:cubicBezTo>
                    <a:pt x="0" y="211"/>
                    <a:pt x="13" y="211"/>
                    <a:pt x="20" y="21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A38C1AC-561D-1D30-AF31-452D76A79C22}"/>
                </a:ext>
              </a:extLst>
            </p:cNvPr>
            <p:cNvSpPr/>
            <p:nvPr/>
          </p:nvSpPr>
          <p:spPr>
            <a:xfrm>
              <a:off x="1500839" y="7309800"/>
              <a:ext cx="73080" cy="1857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04" h="517">
                  <a:moveTo>
                    <a:pt x="126" y="22"/>
                  </a:moveTo>
                  <a:cubicBezTo>
                    <a:pt x="126" y="0"/>
                    <a:pt x="126" y="0"/>
                    <a:pt x="110" y="0"/>
                  </a:cubicBezTo>
                  <a:cubicBezTo>
                    <a:pt x="74" y="50"/>
                    <a:pt x="22" y="50"/>
                    <a:pt x="0" y="50"/>
                  </a:cubicBezTo>
                  <a:lnTo>
                    <a:pt x="0" y="79"/>
                  </a:lnTo>
                  <a:cubicBezTo>
                    <a:pt x="13" y="79"/>
                    <a:pt x="49" y="79"/>
                    <a:pt x="81" y="57"/>
                  </a:cubicBezTo>
                  <a:lnTo>
                    <a:pt x="81" y="454"/>
                  </a:lnTo>
                  <a:cubicBezTo>
                    <a:pt x="81" y="479"/>
                    <a:pt x="81" y="488"/>
                    <a:pt x="25" y="488"/>
                  </a:cubicBezTo>
                  <a:lnTo>
                    <a:pt x="4" y="488"/>
                  </a:lnTo>
                  <a:lnTo>
                    <a:pt x="4" y="517"/>
                  </a:lnTo>
                  <a:cubicBezTo>
                    <a:pt x="13" y="517"/>
                    <a:pt x="83" y="513"/>
                    <a:pt x="103" y="513"/>
                  </a:cubicBezTo>
                  <a:cubicBezTo>
                    <a:pt x="121" y="513"/>
                    <a:pt x="191" y="517"/>
                    <a:pt x="204" y="517"/>
                  </a:cubicBezTo>
                  <a:lnTo>
                    <a:pt x="204" y="488"/>
                  </a:lnTo>
                  <a:lnTo>
                    <a:pt x="182" y="488"/>
                  </a:lnTo>
                  <a:cubicBezTo>
                    <a:pt x="126" y="488"/>
                    <a:pt x="126" y="479"/>
                    <a:pt x="126" y="45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C364568-E749-81E7-323F-9362ED5B1770}"/>
                </a:ext>
              </a:extLst>
            </p:cNvPr>
            <p:cNvSpPr/>
            <p:nvPr/>
          </p:nvSpPr>
          <p:spPr>
            <a:xfrm>
              <a:off x="1669680" y="6848280"/>
              <a:ext cx="141840" cy="1810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95" h="504">
                  <a:moveTo>
                    <a:pt x="243" y="157"/>
                  </a:moveTo>
                  <a:cubicBezTo>
                    <a:pt x="247" y="126"/>
                    <a:pt x="265" y="25"/>
                    <a:pt x="321" y="25"/>
                  </a:cubicBezTo>
                  <a:cubicBezTo>
                    <a:pt x="326" y="25"/>
                    <a:pt x="344" y="25"/>
                    <a:pt x="359" y="38"/>
                  </a:cubicBezTo>
                  <a:cubicBezTo>
                    <a:pt x="339" y="44"/>
                    <a:pt x="321" y="72"/>
                    <a:pt x="321" y="98"/>
                  </a:cubicBezTo>
                  <a:cubicBezTo>
                    <a:pt x="321" y="117"/>
                    <a:pt x="330" y="139"/>
                    <a:pt x="353" y="139"/>
                  </a:cubicBezTo>
                  <a:cubicBezTo>
                    <a:pt x="371" y="139"/>
                    <a:pt x="395" y="117"/>
                    <a:pt x="395" y="72"/>
                  </a:cubicBezTo>
                  <a:cubicBezTo>
                    <a:pt x="395" y="16"/>
                    <a:pt x="348" y="0"/>
                    <a:pt x="321" y="0"/>
                  </a:cubicBezTo>
                  <a:cubicBezTo>
                    <a:pt x="276" y="0"/>
                    <a:pt x="247" y="60"/>
                    <a:pt x="238" y="85"/>
                  </a:cubicBezTo>
                  <a:cubicBezTo>
                    <a:pt x="218" y="13"/>
                    <a:pt x="175" y="0"/>
                    <a:pt x="153" y="0"/>
                  </a:cubicBezTo>
                  <a:cubicBezTo>
                    <a:pt x="70" y="0"/>
                    <a:pt x="25" y="145"/>
                    <a:pt x="25" y="170"/>
                  </a:cubicBezTo>
                  <a:cubicBezTo>
                    <a:pt x="25" y="183"/>
                    <a:pt x="31" y="183"/>
                    <a:pt x="34" y="183"/>
                  </a:cubicBezTo>
                  <a:cubicBezTo>
                    <a:pt x="40" y="183"/>
                    <a:pt x="43" y="180"/>
                    <a:pt x="45" y="170"/>
                  </a:cubicBezTo>
                  <a:cubicBezTo>
                    <a:pt x="72" y="54"/>
                    <a:pt x="124" y="25"/>
                    <a:pt x="150" y="25"/>
                  </a:cubicBezTo>
                  <a:cubicBezTo>
                    <a:pt x="166" y="25"/>
                    <a:pt x="193" y="35"/>
                    <a:pt x="193" y="98"/>
                  </a:cubicBezTo>
                  <a:cubicBezTo>
                    <a:pt x="193" y="132"/>
                    <a:pt x="180" y="208"/>
                    <a:pt x="150" y="365"/>
                  </a:cubicBezTo>
                  <a:cubicBezTo>
                    <a:pt x="137" y="435"/>
                    <a:pt x="110" y="479"/>
                    <a:pt x="76" y="479"/>
                  </a:cubicBezTo>
                  <a:cubicBezTo>
                    <a:pt x="70" y="479"/>
                    <a:pt x="52" y="479"/>
                    <a:pt x="36" y="466"/>
                  </a:cubicBezTo>
                  <a:cubicBezTo>
                    <a:pt x="56" y="460"/>
                    <a:pt x="72" y="438"/>
                    <a:pt x="72" y="406"/>
                  </a:cubicBezTo>
                  <a:cubicBezTo>
                    <a:pt x="72" y="375"/>
                    <a:pt x="56" y="365"/>
                    <a:pt x="43" y="365"/>
                  </a:cubicBezTo>
                  <a:cubicBezTo>
                    <a:pt x="20" y="365"/>
                    <a:pt x="0" y="397"/>
                    <a:pt x="0" y="432"/>
                  </a:cubicBezTo>
                  <a:cubicBezTo>
                    <a:pt x="0" y="482"/>
                    <a:pt x="40" y="504"/>
                    <a:pt x="74" y="504"/>
                  </a:cubicBezTo>
                  <a:cubicBezTo>
                    <a:pt x="128" y="504"/>
                    <a:pt x="155" y="425"/>
                    <a:pt x="157" y="419"/>
                  </a:cubicBezTo>
                  <a:cubicBezTo>
                    <a:pt x="168" y="460"/>
                    <a:pt x="195" y="504"/>
                    <a:pt x="243" y="504"/>
                  </a:cubicBezTo>
                  <a:cubicBezTo>
                    <a:pt x="326" y="504"/>
                    <a:pt x="371" y="362"/>
                    <a:pt x="371" y="334"/>
                  </a:cubicBezTo>
                  <a:cubicBezTo>
                    <a:pt x="371" y="321"/>
                    <a:pt x="364" y="321"/>
                    <a:pt x="362" y="321"/>
                  </a:cubicBezTo>
                  <a:cubicBezTo>
                    <a:pt x="355" y="321"/>
                    <a:pt x="353" y="328"/>
                    <a:pt x="350" y="334"/>
                  </a:cubicBezTo>
                  <a:cubicBezTo>
                    <a:pt x="326" y="454"/>
                    <a:pt x="272" y="479"/>
                    <a:pt x="245" y="479"/>
                  </a:cubicBezTo>
                  <a:cubicBezTo>
                    <a:pt x="213" y="479"/>
                    <a:pt x="202" y="444"/>
                    <a:pt x="202" y="406"/>
                  </a:cubicBezTo>
                  <a:cubicBezTo>
                    <a:pt x="202" y="381"/>
                    <a:pt x="207" y="359"/>
                    <a:pt x="216" y="30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2126649-4197-2697-B8DC-07051FD9EB67}"/>
                </a:ext>
              </a:extLst>
            </p:cNvPr>
            <p:cNvSpPr/>
            <p:nvPr/>
          </p:nvSpPr>
          <p:spPr>
            <a:xfrm>
              <a:off x="1833119" y="6899400"/>
              <a:ext cx="61200" cy="189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1" h="526">
                  <a:moveTo>
                    <a:pt x="155" y="28"/>
                  </a:moveTo>
                  <a:cubicBezTo>
                    <a:pt x="155" y="16"/>
                    <a:pt x="148" y="0"/>
                    <a:pt x="133" y="0"/>
                  </a:cubicBezTo>
                  <a:cubicBezTo>
                    <a:pt x="117" y="0"/>
                    <a:pt x="101" y="19"/>
                    <a:pt x="101" y="44"/>
                  </a:cubicBezTo>
                  <a:cubicBezTo>
                    <a:pt x="101" y="57"/>
                    <a:pt x="108" y="72"/>
                    <a:pt x="124" y="72"/>
                  </a:cubicBezTo>
                  <a:cubicBezTo>
                    <a:pt x="139" y="72"/>
                    <a:pt x="155" y="50"/>
                    <a:pt x="155" y="28"/>
                  </a:cubicBezTo>
                  <a:close/>
                  <a:moveTo>
                    <a:pt x="40" y="425"/>
                  </a:moveTo>
                  <a:cubicBezTo>
                    <a:pt x="38" y="435"/>
                    <a:pt x="36" y="444"/>
                    <a:pt x="36" y="460"/>
                  </a:cubicBezTo>
                  <a:cubicBezTo>
                    <a:pt x="36" y="495"/>
                    <a:pt x="58" y="526"/>
                    <a:pt x="90" y="526"/>
                  </a:cubicBezTo>
                  <a:cubicBezTo>
                    <a:pt x="146" y="526"/>
                    <a:pt x="171" y="416"/>
                    <a:pt x="171" y="406"/>
                  </a:cubicBezTo>
                  <a:cubicBezTo>
                    <a:pt x="171" y="394"/>
                    <a:pt x="162" y="394"/>
                    <a:pt x="162" y="394"/>
                  </a:cubicBezTo>
                  <a:cubicBezTo>
                    <a:pt x="153" y="394"/>
                    <a:pt x="153" y="400"/>
                    <a:pt x="150" y="409"/>
                  </a:cubicBezTo>
                  <a:cubicBezTo>
                    <a:pt x="137" y="469"/>
                    <a:pt x="112" y="504"/>
                    <a:pt x="90" y="504"/>
                  </a:cubicBezTo>
                  <a:cubicBezTo>
                    <a:pt x="79" y="504"/>
                    <a:pt x="76" y="491"/>
                    <a:pt x="76" y="476"/>
                  </a:cubicBezTo>
                  <a:cubicBezTo>
                    <a:pt x="76" y="457"/>
                    <a:pt x="81" y="444"/>
                    <a:pt x="85" y="425"/>
                  </a:cubicBezTo>
                  <a:cubicBezTo>
                    <a:pt x="92" y="403"/>
                    <a:pt x="97" y="384"/>
                    <a:pt x="103" y="362"/>
                  </a:cubicBezTo>
                  <a:cubicBezTo>
                    <a:pt x="108" y="343"/>
                    <a:pt x="128" y="274"/>
                    <a:pt x="130" y="265"/>
                  </a:cubicBezTo>
                  <a:cubicBezTo>
                    <a:pt x="133" y="255"/>
                    <a:pt x="135" y="246"/>
                    <a:pt x="135" y="239"/>
                  </a:cubicBezTo>
                  <a:cubicBezTo>
                    <a:pt x="135" y="202"/>
                    <a:pt x="112" y="173"/>
                    <a:pt x="81" y="173"/>
                  </a:cubicBezTo>
                  <a:cubicBezTo>
                    <a:pt x="25" y="173"/>
                    <a:pt x="0" y="280"/>
                    <a:pt x="0" y="293"/>
                  </a:cubicBezTo>
                  <a:cubicBezTo>
                    <a:pt x="0" y="302"/>
                    <a:pt x="9" y="302"/>
                    <a:pt x="9" y="302"/>
                  </a:cubicBezTo>
                  <a:cubicBezTo>
                    <a:pt x="18" y="302"/>
                    <a:pt x="18" y="299"/>
                    <a:pt x="20" y="290"/>
                  </a:cubicBezTo>
                  <a:cubicBezTo>
                    <a:pt x="34" y="224"/>
                    <a:pt x="58" y="195"/>
                    <a:pt x="79" y="195"/>
                  </a:cubicBezTo>
                  <a:cubicBezTo>
                    <a:pt x="88" y="195"/>
                    <a:pt x="94" y="202"/>
                    <a:pt x="94" y="224"/>
                  </a:cubicBezTo>
                  <a:cubicBezTo>
                    <a:pt x="94" y="239"/>
                    <a:pt x="90" y="252"/>
                    <a:pt x="76" y="2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B24230A-49E9-40D3-FD5B-9946A9F9BAF1}"/>
                </a:ext>
              </a:extLst>
            </p:cNvPr>
            <p:cNvSpPr/>
            <p:nvPr/>
          </p:nvSpPr>
          <p:spPr>
            <a:xfrm>
              <a:off x="1925999" y="7052400"/>
              <a:ext cx="25560" cy="871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2" h="243">
                  <a:moveTo>
                    <a:pt x="56" y="79"/>
                  </a:moveTo>
                  <a:cubicBezTo>
                    <a:pt x="56" y="120"/>
                    <a:pt x="52" y="170"/>
                    <a:pt x="11" y="220"/>
                  </a:cubicBezTo>
                  <a:cubicBezTo>
                    <a:pt x="9" y="224"/>
                    <a:pt x="9" y="227"/>
                    <a:pt x="9" y="230"/>
                  </a:cubicBezTo>
                  <a:cubicBezTo>
                    <a:pt x="9" y="236"/>
                    <a:pt x="13" y="243"/>
                    <a:pt x="16" y="243"/>
                  </a:cubicBezTo>
                  <a:cubicBezTo>
                    <a:pt x="25" y="243"/>
                    <a:pt x="72" y="180"/>
                    <a:pt x="72" y="85"/>
                  </a:cubicBezTo>
                  <a:cubicBezTo>
                    <a:pt x="72" y="38"/>
                    <a:pt x="58" y="0"/>
                    <a:pt x="31" y="0"/>
                  </a:cubicBezTo>
                  <a:cubicBezTo>
                    <a:pt x="13" y="0"/>
                    <a:pt x="0" y="19"/>
                    <a:pt x="0" y="44"/>
                  </a:cubicBezTo>
                  <a:cubicBezTo>
                    <a:pt x="0" y="69"/>
                    <a:pt x="13" y="91"/>
                    <a:pt x="34" y="91"/>
                  </a:cubicBezTo>
                  <a:cubicBezTo>
                    <a:pt x="47" y="91"/>
                    <a:pt x="56" y="79"/>
                    <a:pt x="56" y="7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35F4403-F9C4-90EF-CABA-9BDA3F039725}"/>
                </a:ext>
              </a:extLst>
            </p:cNvPr>
            <p:cNvSpPr/>
            <p:nvPr/>
          </p:nvSpPr>
          <p:spPr>
            <a:xfrm>
              <a:off x="1979280" y="6960600"/>
              <a:ext cx="98280" cy="1810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74" h="504">
                  <a:moveTo>
                    <a:pt x="272" y="57"/>
                  </a:moveTo>
                  <a:cubicBezTo>
                    <a:pt x="274" y="44"/>
                    <a:pt x="274" y="41"/>
                    <a:pt x="274" y="41"/>
                  </a:cubicBezTo>
                  <a:cubicBezTo>
                    <a:pt x="274" y="22"/>
                    <a:pt x="265" y="16"/>
                    <a:pt x="256" y="16"/>
                  </a:cubicBezTo>
                  <a:cubicBezTo>
                    <a:pt x="243" y="16"/>
                    <a:pt x="231" y="28"/>
                    <a:pt x="229" y="44"/>
                  </a:cubicBezTo>
                  <a:cubicBezTo>
                    <a:pt x="220" y="22"/>
                    <a:pt x="202" y="0"/>
                    <a:pt x="173" y="0"/>
                  </a:cubicBezTo>
                  <a:cubicBezTo>
                    <a:pt x="103" y="0"/>
                    <a:pt x="29" y="104"/>
                    <a:pt x="29" y="217"/>
                  </a:cubicBezTo>
                  <a:cubicBezTo>
                    <a:pt x="29" y="296"/>
                    <a:pt x="70" y="343"/>
                    <a:pt x="115" y="343"/>
                  </a:cubicBezTo>
                  <a:cubicBezTo>
                    <a:pt x="139" y="343"/>
                    <a:pt x="164" y="328"/>
                    <a:pt x="184" y="302"/>
                  </a:cubicBezTo>
                  <a:lnTo>
                    <a:pt x="173" y="372"/>
                  </a:lnTo>
                  <a:cubicBezTo>
                    <a:pt x="166" y="406"/>
                    <a:pt x="162" y="425"/>
                    <a:pt x="141" y="454"/>
                  </a:cubicBezTo>
                  <a:cubicBezTo>
                    <a:pt x="117" y="482"/>
                    <a:pt x="92" y="482"/>
                    <a:pt x="79" y="482"/>
                  </a:cubicBezTo>
                  <a:cubicBezTo>
                    <a:pt x="54" y="482"/>
                    <a:pt x="45" y="479"/>
                    <a:pt x="36" y="476"/>
                  </a:cubicBezTo>
                  <a:cubicBezTo>
                    <a:pt x="49" y="466"/>
                    <a:pt x="54" y="447"/>
                    <a:pt x="54" y="438"/>
                  </a:cubicBezTo>
                  <a:cubicBezTo>
                    <a:pt x="54" y="419"/>
                    <a:pt x="43" y="409"/>
                    <a:pt x="31" y="409"/>
                  </a:cubicBezTo>
                  <a:cubicBezTo>
                    <a:pt x="16" y="409"/>
                    <a:pt x="0" y="425"/>
                    <a:pt x="0" y="457"/>
                  </a:cubicBezTo>
                  <a:cubicBezTo>
                    <a:pt x="0" y="501"/>
                    <a:pt x="47" y="504"/>
                    <a:pt x="79" y="504"/>
                  </a:cubicBezTo>
                  <a:cubicBezTo>
                    <a:pt x="166" y="504"/>
                    <a:pt x="204" y="441"/>
                    <a:pt x="211" y="397"/>
                  </a:cubicBezTo>
                  <a:close/>
                  <a:moveTo>
                    <a:pt x="195" y="239"/>
                  </a:moveTo>
                  <a:cubicBezTo>
                    <a:pt x="193" y="252"/>
                    <a:pt x="193" y="252"/>
                    <a:pt x="184" y="268"/>
                  </a:cubicBezTo>
                  <a:cubicBezTo>
                    <a:pt x="164" y="302"/>
                    <a:pt x="137" y="321"/>
                    <a:pt x="117" y="321"/>
                  </a:cubicBezTo>
                  <a:cubicBezTo>
                    <a:pt x="88" y="321"/>
                    <a:pt x="74" y="290"/>
                    <a:pt x="74" y="249"/>
                  </a:cubicBezTo>
                  <a:cubicBezTo>
                    <a:pt x="74" y="214"/>
                    <a:pt x="90" y="126"/>
                    <a:pt x="103" y="91"/>
                  </a:cubicBezTo>
                  <a:cubicBezTo>
                    <a:pt x="128" y="38"/>
                    <a:pt x="153" y="22"/>
                    <a:pt x="173" y="22"/>
                  </a:cubicBezTo>
                  <a:cubicBezTo>
                    <a:pt x="211" y="22"/>
                    <a:pt x="222" y="82"/>
                    <a:pt x="222" y="88"/>
                  </a:cubicBezTo>
                  <a:cubicBezTo>
                    <a:pt x="222" y="88"/>
                    <a:pt x="222" y="91"/>
                    <a:pt x="220" y="10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65FA7C-B737-7954-2FF3-44DFB459F649}"/>
                </a:ext>
              </a:extLst>
            </p:cNvPr>
            <p:cNvSpPr/>
            <p:nvPr/>
          </p:nvSpPr>
          <p:spPr>
            <a:xfrm>
              <a:off x="2198519" y="6877800"/>
              <a:ext cx="189720" cy="93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28" h="261">
                  <a:moveTo>
                    <a:pt x="501" y="44"/>
                  </a:moveTo>
                  <a:cubicBezTo>
                    <a:pt x="512" y="44"/>
                    <a:pt x="528" y="44"/>
                    <a:pt x="528" y="22"/>
                  </a:cubicBezTo>
                  <a:cubicBezTo>
                    <a:pt x="528" y="0"/>
                    <a:pt x="512" y="0"/>
                    <a:pt x="501" y="0"/>
                  </a:cubicBezTo>
                  <a:lnTo>
                    <a:pt x="27" y="0"/>
                  </a:lnTo>
                  <a:cubicBezTo>
                    <a:pt x="16" y="0"/>
                    <a:pt x="0" y="0"/>
                    <a:pt x="0" y="22"/>
                  </a:cubicBezTo>
                  <a:cubicBezTo>
                    <a:pt x="0" y="44"/>
                    <a:pt x="16" y="44"/>
                    <a:pt x="27" y="44"/>
                  </a:cubicBezTo>
                  <a:close/>
                  <a:moveTo>
                    <a:pt x="501" y="261"/>
                  </a:moveTo>
                  <a:cubicBezTo>
                    <a:pt x="512" y="261"/>
                    <a:pt x="528" y="261"/>
                    <a:pt x="528" y="239"/>
                  </a:cubicBezTo>
                  <a:cubicBezTo>
                    <a:pt x="528" y="217"/>
                    <a:pt x="512" y="217"/>
                    <a:pt x="501" y="217"/>
                  </a:cubicBezTo>
                  <a:lnTo>
                    <a:pt x="27" y="217"/>
                  </a:lnTo>
                  <a:cubicBezTo>
                    <a:pt x="16" y="217"/>
                    <a:pt x="0" y="217"/>
                    <a:pt x="0" y="239"/>
                  </a:cubicBezTo>
                  <a:cubicBezTo>
                    <a:pt x="0" y="261"/>
                    <a:pt x="16" y="261"/>
                    <a:pt x="27" y="26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1E02AD5-BA13-A871-B02F-1484AB10E44E}"/>
                </a:ext>
              </a:extLst>
            </p:cNvPr>
            <p:cNvSpPr/>
            <p:nvPr/>
          </p:nvSpPr>
          <p:spPr>
            <a:xfrm>
              <a:off x="2506680" y="6758640"/>
              <a:ext cx="94320" cy="2660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3" h="740">
                  <a:moveTo>
                    <a:pt x="164" y="28"/>
                  </a:moveTo>
                  <a:cubicBezTo>
                    <a:pt x="164" y="3"/>
                    <a:pt x="164" y="0"/>
                    <a:pt x="146" y="0"/>
                  </a:cubicBezTo>
                  <a:cubicBezTo>
                    <a:pt x="97" y="72"/>
                    <a:pt x="25" y="72"/>
                    <a:pt x="0" y="72"/>
                  </a:cubicBezTo>
                  <a:lnTo>
                    <a:pt x="0" y="107"/>
                  </a:lnTo>
                  <a:cubicBezTo>
                    <a:pt x="16" y="107"/>
                    <a:pt x="63" y="107"/>
                    <a:pt x="103" y="76"/>
                  </a:cubicBezTo>
                  <a:lnTo>
                    <a:pt x="103" y="652"/>
                  </a:lnTo>
                  <a:cubicBezTo>
                    <a:pt x="103" y="693"/>
                    <a:pt x="101" y="706"/>
                    <a:pt x="29" y="706"/>
                  </a:cubicBezTo>
                  <a:lnTo>
                    <a:pt x="4" y="706"/>
                  </a:lnTo>
                  <a:lnTo>
                    <a:pt x="4" y="740"/>
                  </a:lnTo>
                  <a:cubicBezTo>
                    <a:pt x="34" y="737"/>
                    <a:pt x="101" y="737"/>
                    <a:pt x="135" y="737"/>
                  </a:cubicBezTo>
                  <a:cubicBezTo>
                    <a:pt x="166" y="737"/>
                    <a:pt x="236" y="737"/>
                    <a:pt x="263" y="740"/>
                  </a:cubicBezTo>
                  <a:lnTo>
                    <a:pt x="263" y="706"/>
                  </a:lnTo>
                  <a:lnTo>
                    <a:pt x="238" y="706"/>
                  </a:lnTo>
                  <a:cubicBezTo>
                    <a:pt x="166" y="706"/>
                    <a:pt x="164" y="693"/>
                    <a:pt x="164" y="65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wrap="none" lIns="90000" tIns="45000" rIns="90000" bIns="4500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AD006-C90A-AE3B-91D1-BBC70BEE42D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73520"/>
            <a:ext cx="10080720" cy="832319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</a:rPr>
              <a:t>מיקסום מכפלת הערכים – אלגוריתם</a:t>
            </a:r>
          </a:p>
        </p:txBody>
      </p:sp>
      <p:grpSp>
        <p:nvGrpSpPr>
          <p:cNvPr id="3" name="Group 2" descr="28§latex§\begin{align*}&#10;\max &amp;\sum_{i=1}^n \log({\sum_{g=1}^m x_{i,g}\cdot V_i(g)})&#10;\\&#10;\text{s.t.~~~}&amp; \forall g: \sum_{i=1}^n x_{i,g} = 1&#10;\end{align*}§svg§600§FALSE§" title="TexMaths">
            <a:extLst>
              <a:ext uri="{FF2B5EF4-FFF2-40B4-BE49-F238E27FC236}">
                <a16:creationId xmlns:a16="http://schemas.microsoft.com/office/drawing/2014/main" id="{E13A3695-1CE9-539F-56AC-065A67D35C3C}"/>
              </a:ext>
            </a:extLst>
          </p:cNvPr>
          <p:cNvGrpSpPr/>
          <p:nvPr/>
        </p:nvGrpSpPr>
        <p:grpSpPr>
          <a:xfrm>
            <a:off x="0" y="1188719"/>
            <a:ext cx="5486040" cy="2742841"/>
            <a:chOff x="0" y="1188719"/>
            <a:chExt cx="5486040" cy="2742841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8B1C613-5F7F-C75C-809F-1E12A8F821B5}"/>
                </a:ext>
              </a:extLst>
            </p:cNvPr>
            <p:cNvSpPr/>
            <p:nvPr/>
          </p:nvSpPr>
          <p:spPr>
            <a:xfrm>
              <a:off x="0" y="1192319"/>
              <a:ext cx="5486040" cy="27352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240" h="7599">
                  <a:moveTo>
                    <a:pt x="7622" y="7599"/>
                  </a:moveTo>
                  <a:lnTo>
                    <a:pt x="0" y="7599"/>
                  </a:lnTo>
                  <a:lnTo>
                    <a:pt x="0" y="0"/>
                  </a:lnTo>
                  <a:lnTo>
                    <a:pt x="15240" y="0"/>
                  </a:lnTo>
                  <a:lnTo>
                    <a:pt x="15240" y="7599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FAC35DB-A3D6-647B-E3B8-4B058ADBF713}"/>
                </a:ext>
              </a:extLst>
            </p:cNvPr>
            <p:cNvSpPr/>
            <p:nvPr/>
          </p:nvSpPr>
          <p:spPr>
            <a:xfrm>
              <a:off x="227520" y="1683000"/>
              <a:ext cx="349200" cy="1958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71" h="545">
                  <a:moveTo>
                    <a:pt x="99" y="122"/>
                  </a:moveTo>
                  <a:lnTo>
                    <a:pt x="99" y="451"/>
                  </a:lnTo>
                  <a:cubicBezTo>
                    <a:pt x="99" y="507"/>
                    <a:pt x="85" y="507"/>
                    <a:pt x="0" y="507"/>
                  </a:cubicBezTo>
                  <a:lnTo>
                    <a:pt x="0" y="545"/>
                  </a:lnTo>
                  <a:cubicBezTo>
                    <a:pt x="42" y="545"/>
                    <a:pt x="106" y="542"/>
                    <a:pt x="141" y="542"/>
                  </a:cubicBezTo>
                  <a:cubicBezTo>
                    <a:pt x="173" y="542"/>
                    <a:pt x="237" y="545"/>
                    <a:pt x="279" y="545"/>
                  </a:cubicBezTo>
                  <a:lnTo>
                    <a:pt x="279" y="507"/>
                  </a:lnTo>
                  <a:cubicBezTo>
                    <a:pt x="198" y="507"/>
                    <a:pt x="184" y="507"/>
                    <a:pt x="184" y="451"/>
                  </a:cubicBezTo>
                  <a:lnTo>
                    <a:pt x="184" y="224"/>
                  </a:lnTo>
                  <a:cubicBezTo>
                    <a:pt x="184" y="98"/>
                    <a:pt x="272" y="28"/>
                    <a:pt x="349" y="28"/>
                  </a:cubicBezTo>
                  <a:cubicBezTo>
                    <a:pt x="431" y="28"/>
                    <a:pt x="445" y="94"/>
                    <a:pt x="445" y="164"/>
                  </a:cubicBezTo>
                  <a:lnTo>
                    <a:pt x="445" y="451"/>
                  </a:lnTo>
                  <a:cubicBezTo>
                    <a:pt x="445" y="507"/>
                    <a:pt x="431" y="507"/>
                    <a:pt x="346" y="507"/>
                  </a:cubicBezTo>
                  <a:lnTo>
                    <a:pt x="346" y="545"/>
                  </a:lnTo>
                  <a:cubicBezTo>
                    <a:pt x="388" y="545"/>
                    <a:pt x="452" y="542"/>
                    <a:pt x="487" y="542"/>
                  </a:cubicBezTo>
                  <a:cubicBezTo>
                    <a:pt x="519" y="542"/>
                    <a:pt x="582" y="545"/>
                    <a:pt x="625" y="545"/>
                  </a:cubicBezTo>
                  <a:lnTo>
                    <a:pt x="625" y="507"/>
                  </a:lnTo>
                  <a:cubicBezTo>
                    <a:pt x="544" y="507"/>
                    <a:pt x="530" y="507"/>
                    <a:pt x="530" y="451"/>
                  </a:cubicBezTo>
                  <a:lnTo>
                    <a:pt x="530" y="224"/>
                  </a:lnTo>
                  <a:cubicBezTo>
                    <a:pt x="530" y="98"/>
                    <a:pt x="618" y="28"/>
                    <a:pt x="699" y="28"/>
                  </a:cubicBezTo>
                  <a:cubicBezTo>
                    <a:pt x="777" y="28"/>
                    <a:pt x="791" y="94"/>
                    <a:pt x="791" y="164"/>
                  </a:cubicBezTo>
                  <a:lnTo>
                    <a:pt x="791" y="451"/>
                  </a:lnTo>
                  <a:cubicBezTo>
                    <a:pt x="791" y="507"/>
                    <a:pt x="777" y="507"/>
                    <a:pt x="692" y="507"/>
                  </a:cubicBezTo>
                  <a:lnTo>
                    <a:pt x="692" y="545"/>
                  </a:lnTo>
                  <a:cubicBezTo>
                    <a:pt x="734" y="545"/>
                    <a:pt x="798" y="542"/>
                    <a:pt x="833" y="542"/>
                  </a:cubicBezTo>
                  <a:cubicBezTo>
                    <a:pt x="865" y="542"/>
                    <a:pt x="932" y="545"/>
                    <a:pt x="971" y="545"/>
                  </a:cubicBezTo>
                  <a:lnTo>
                    <a:pt x="971" y="507"/>
                  </a:lnTo>
                  <a:cubicBezTo>
                    <a:pt x="907" y="507"/>
                    <a:pt x="875" y="507"/>
                    <a:pt x="875" y="472"/>
                  </a:cubicBezTo>
                  <a:lnTo>
                    <a:pt x="875" y="234"/>
                  </a:lnTo>
                  <a:cubicBezTo>
                    <a:pt x="875" y="129"/>
                    <a:pt x="875" y="91"/>
                    <a:pt x="837" y="45"/>
                  </a:cubicBezTo>
                  <a:cubicBezTo>
                    <a:pt x="819" y="24"/>
                    <a:pt x="777" y="0"/>
                    <a:pt x="706" y="0"/>
                  </a:cubicBezTo>
                  <a:cubicBezTo>
                    <a:pt x="600" y="0"/>
                    <a:pt x="547" y="73"/>
                    <a:pt x="526" y="122"/>
                  </a:cubicBezTo>
                  <a:cubicBezTo>
                    <a:pt x="508" y="14"/>
                    <a:pt x="417" y="0"/>
                    <a:pt x="360" y="0"/>
                  </a:cubicBezTo>
                  <a:cubicBezTo>
                    <a:pt x="268" y="0"/>
                    <a:pt x="212" y="52"/>
                    <a:pt x="177" y="129"/>
                  </a:cubicBezTo>
                  <a:lnTo>
                    <a:pt x="177" y="0"/>
                  </a:lnTo>
                  <a:lnTo>
                    <a:pt x="0" y="14"/>
                  </a:lnTo>
                  <a:lnTo>
                    <a:pt x="0" y="52"/>
                  </a:lnTo>
                  <a:cubicBezTo>
                    <a:pt x="88" y="52"/>
                    <a:pt x="99" y="59"/>
                    <a:pt x="99" y="122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BC08BF0-EFFB-3BD1-965E-0ABAB3051D00}"/>
                </a:ext>
              </a:extLst>
            </p:cNvPr>
            <p:cNvSpPr/>
            <p:nvPr/>
          </p:nvSpPr>
          <p:spPr>
            <a:xfrm>
              <a:off x="602280" y="1679399"/>
              <a:ext cx="201600" cy="2034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61" h="566">
                  <a:moveTo>
                    <a:pt x="364" y="461"/>
                  </a:moveTo>
                  <a:cubicBezTo>
                    <a:pt x="367" y="510"/>
                    <a:pt x="402" y="563"/>
                    <a:pt x="459" y="563"/>
                  </a:cubicBezTo>
                  <a:cubicBezTo>
                    <a:pt x="487" y="563"/>
                    <a:pt x="561" y="545"/>
                    <a:pt x="561" y="444"/>
                  </a:cubicBezTo>
                  <a:lnTo>
                    <a:pt x="561" y="374"/>
                  </a:lnTo>
                  <a:lnTo>
                    <a:pt x="533" y="374"/>
                  </a:lnTo>
                  <a:lnTo>
                    <a:pt x="533" y="444"/>
                  </a:lnTo>
                  <a:cubicBezTo>
                    <a:pt x="533" y="514"/>
                    <a:pt x="501" y="524"/>
                    <a:pt x="487" y="524"/>
                  </a:cubicBezTo>
                  <a:cubicBezTo>
                    <a:pt x="445" y="524"/>
                    <a:pt x="441" y="468"/>
                    <a:pt x="441" y="461"/>
                  </a:cubicBezTo>
                  <a:lnTo>
                    <a:pt x="441" y="213"/>
                  </a:lnTo>
                  <a:cubicBezTo>
                    <a:pt x="441" y="161"/>
                    <a:pt x="441" y="115"/>
                    <a:pt x="395" y="66"/>
                  </a:cubicBezTo>
                  <a:cubicBezTo>
                    <a:pt x="346" y="21"/>
                    <a:pt x="286" y="0"/>
                    <a:pt x="226" y="0"/>
                  </a:cubicBezTo>
                  <a:cubicBezTo>
                    <a:pt x="124" y="0"/>
                    <a:pt x="35" y="59"/>
                    <a:pt x="35" y="140"/>
                  </a:cubicBezTo>
                  <a:cubicBezTo>
                    <a:pt x="35" y="178"/>
                    <a:pt x="60" y="199"/>
                    <a:pt x="95" y="199"/>
                  </a:cubicBezTo>
                  <a:cubicBezTo>
                    <a:pt x="127" y="199"/>
                    <a:pt x="152" y="175"/>
                    <a:pt x="152" y="140"/>
                  </a:cubicBezTo>
                  <a:cubicBezTo>
                    <a:pt x="152" y="126"/>
                    <a:pt x="145" y="84"/>
                    <a:pt x="88" y="84"/>
                  </a:cubicBezTo>
                  <a:cubicBezTo>
                    <a:pt x="120" y="42"/>
                    <a:pt x="184" y="28"/>
                    <a:pt x="222" y="28"/>
                  </a:cubicBezTo>
                  <a:cubicBezTo>
                    <a:pt x="282" y="28"/>
                    <a:pt x="353" y="77"/>
                    <a:pt x="353" y="185"/>
                  </a:cubicBezTo>
                  <a:lnTo>
                    <a:pt x="353" y="231"/>
                  </a:lnTo>
                  <a:cubicBezTo>
                    <a:pt x="289" y="234"/>
                    <a:pt x="205" y="238"/>
                    <a:pt x="124" y="276"/>
                  </a:cubicBezTo>
                  <a:cubicBezTo>
                    <a:pt x="32" y="318"/>
                    <a:pt x="0" y="381"/>
                    <a:pt x="0" y="437"/>
                  </a:cubicBezTo>
                  <a:cubicBezTo>
                    <a:pt x="0" y="535"/>
                    <a:pt x="120" y="566"/>
                    <a:pt x="201" y="566"/>
                  </a:cubicBezTo>
                  <a:cubicBezTo>
                    <a:pt x="282" y="566"/>
                    <a:pt x="339" y="517"/>
                    <a:pt x="364" y="461"/>
                  </a:cubicBezTo>
                  <a:close/>
                  <a:moveTo>
                    <a:pt x="353" y="259"/>
                  </a:moveTo>
                  <a:lnTo>
                    <a:pt x="353" y="381"/>
                  </a:lnTo>
                  <a:cubicBezTo>
                    <a:pt x="353" y="500"/>
                    <a:pt x="265" y="542"/>
                    <a:pt x="208" y="542"/>
                  </a:cubicBezTo>
                  <a:cubicBezTo>
                    <a:pt x="148" y="542"/>
                    <a:pt x="95" y="496"/>
                    <a:pt x="95" y="433"/>
                  </a:cubicBezTo>
                  <a:cubicBezTo>
                    <a:pt x="95" y="367"/>
                    <a:pt x="148" y="266"/>
                    <a:pt x="353" y="259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3806C0C-9779-F81F-3C75-AA3B873CFB9D}"/>
                </a:ext>
              </a:extLst>
            </p:cNvPr>
            <p:cNvSpPr/>
            <p:nvPr/>
          </p:nvSpPr>
          <p:spPr>
            <a:xfrm>
              <a:off x="812159" y="1686960"/>
              <a:ext cx="225720" cy="190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28" h="531">
                  <a:moveTo>
                    <a:pt x="342" y="241"/>
                  </a:moveTo>
                  <a:cubicBezTo>
                    <a:pt x="381" y="196"/>
                    <a:pt x="427" y="136"/>
                    <a:pt x="459" y="101"/>
                  </a:cubicBezTo>
                  <a:cubicBezTo>
                    <a:pt x="498" y="59"/>
                    <a:pt x="547" y="38"/>
                    <a:pt x="607" y="38"/>
                  </a:cubicBezTo>
                  <a:lnTo>
                    <a:pt x="607" y="0"/>
                  </a:lnTo>
                  <a:cubicBezTo>
                    <a:pt x="575" y="3"/>
                    <a:pt x="537" y="3"/>
                    <a:pt x="505" y="3"/>
                  </a:cubicBezTo>
                  <a:cubicBezTo>
                    <a:pt x="466" y="3"/>
                    <a:pt x="399" y="0"/>
                    <a:pt x="385" y="0"/>
                  </a:cubicBezTo>
                  <a:lnTo>
                    <a:pt x="385" y="38"/>
                  </a:lnTo>
                  <a:cubicBezTo>
                    <a:pt x="410" y="42"/>
                    <a:pt x="420" y="56"/>
                    <a:pt x="420" y="77"/>
                  </a:cubicBezTo>
                  <a:cubicBezTo>
                    <a:pt x="420" y="98"/>
                    <a:pt x="410" y="112"/>
                    <a:pt x="402" y="119"/>
                  </a:cubicBezTo>
                  <a:lnTo>
                    <a:pt x="325" y="217"/>
                  </a:lnTo>
                  <a:lnTo>
                    <a:pt x="226" y="91"/>
                  </a:lnTo>
                  <a:cubicBezTo>
                    <a:pt x="215" y="80"/>
                    <a:pt x="215" y="77"/>
                    <a:pt x="215" y="70"/>
                  </a:cubicBezTo>
                  <a:cubicBezTo>
                    <a:pt x="215" y="52"/>
                    <a:pt x="233" y="38"/>
                    <a:pt x="261" y="38"/>
                  </a:cubicBezTo>
                  <a:lnTo>
                    <a:pt x="261" y="0"/>
                  </a:lnTo>
                  <a:cubicBezTo>
                    <a:pt x="226" y="0"/>
                    <a:pt x="145" y="3"/>
                    <a:pt x="124" y="3"/>
                  </a:cubicBezTo>
                  <a:cubicBezTo>
                    <a:pt x="99" y="3"/>
                    <a:pt x="39" y="3"/>
                    <a:pt x="7" y="0"/>
                  </a:cubicBezTo>
                  <a:lnTo>
                    <a:pt x="7" y="38"/>
                  </a:lnTo>
                  <a:cubicBezTo>
                    <a:pt x="95" y="38"/>
                    <a:pt x="95" y="38"/>
                    <a:pt x="152" y="115"/>
                  </a:cubicBezTo>
                  <a:lnTo>
                    <a:pt x="275" y="273"/>
                  </a:lnTo>
                  <a:lnTo>
                    <a:pt x="159" y="419"/>
                  </a:lnTo>
                  <a:cubicBezTo>
                    <a:pt x="99" y="493"/>
                    <a:pt x="25" y="496"/>
                    <a:pt x="0" y="496"/>
                  </a:cubicBezTo>
                  <a:lnTo>
                    <a:pt x="0" y="531"/>
                  </a:lnTo>
                  <a:cubicBezTo>
                    <a:pt x="32" y="531"/>
                    <a:pt x="71" y="528"/>
                    <a:pt x="102" y="528"/>
                  </a:cubicBezTo>
                  <a:cubicBezTo>
                    <a:pt x="141" y="528"/>
                    <a:pt x="191" y="531"/>
                    <a:pt x="222" y="531"/>
                  </a:cubicBezTo>
                  <a:lnTo>
                    <a:pt x="222" y="496"/>
                  </a:lnTo>
                  <a:cubicBezTo>
                    <a:pt x="194" y="489"/>
                    <a:pt x="187" y="475"/>
                    <a:pt x="187" y="458"/>
                  </a:cubicBezTo>
                  <a:cubicBezTo>
                    <a:pt x="187" y="430"/>
                    <a:pt x="222" y="388"/>
                    <a:pt x="297" y="300"/>
                  </a:cubicBezTo>
                  <a:lnTo>
                    <a:pt x="392" y="423"/>
                  </a:lnTo>
                  <a:cubicBezTo>
                    <a:pt x="402" y="437"/>
                    <a:pt x="420" y="458"/>
                    <a:pt x="420" y="465"/>
                  </a:cubicBezTo>
                  <a:cubicBezTo>
                    <a:pt x="420" y="475"/>
                    <a:pt x="410" y="493"/>
                    <a:pt x="374" y="496"/>
                  </a:cubicBezTo>
                  <a:lnTo>
                    <a:pt x="374" y="531"/>
                  </a:lnTo>
                  <a:cubicBezTo>
                    <a:pt x="413" y="531"/>
                    <a:pt x="480" y="528"/>
                    <a:pt x="508" y="528"/>
                  </a:cubicBezTo>
                  <a:cubicBezTo>
                    <a:pt x="544" y="528"/>
                    <a:pt x="593" y="531"/>
                    <a:pt x="628" y="531"/>
                  </a:cubicBezTo>
                  <a:lnTo>
                    <a:pt x="628" y="496"/>
                  </a:lnTo>
                  <a:cubicBezTo>
                    <a:pt x="561" y="496"/>
                    <a:pt x="540" y="493"/>
                    <a:pt x="512" y="458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FB777E2-4903-FAFE-8F43-65190A593BC3}"/>
                </a:ext>
              </a:extLst>
            </p:cNvPr>
            <p:cNvSpPr/>
            <p:nvPr/>
          </p:nvSpPr>
          <p:spPr>
            <a:xfrm>
              <a:off x="1346040" y="1188719"/>
              <a:ext cx="191520" cy="1404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33" h="391">
                  <a:moveTo>
                    <a:pt x="67" y="328"/>
                  </a:moveTo>
                  <a:cubicBezTo>
                    <a:pt x="64" y="339"/>
                    <a:pt x="56" y="360"/>
                    <a:pt x="56" y="363"/>
                  </a:cubicBezTo>
                  <a:cubicBezTo>
                    <a:pt x="56" y="381"/>
                    <a:pt x="74" y="391"/>
                    <a:pt x="88" y="391"/>
                  </a:cubicBezTo>
                  <a:cubicBezTo>
                    <a:pt x="102" y="391"/>
                    <a:pt x="116" y="381"/>
                    <a:pt x="120" y="370"/>
                  </a:cubicBezTo>
                  <a:cubicBezTo>
                    <a:pt x="124" y="363"/>
                    <a:pt x="131" y="335"/>
                    <a:pt x="138" y="318"/>
                  </a:cubicBezTo>
                  <a:cubicBezTo>
                    <a:pt x="141" y="300"/>
                    <a:pt x="152" y="262"/>
                    <a:pt x="155" y="241"/>
                  </a:cubicBezTo>
                  <a:cubicBezTo>
                    <a:pt x="162" y="220"/>
                    <a:pt x="166" y="203"/>
                    <a:pt x="169" y="182"/>
                  </a:cubicBezTo>
                  <a:cubicBezTo>
                    <a:pt x="180" y="147"/>
                    <a:pt x="184" y="140"/>
                    <a:pt x="208" y="105"/>
                  </a:cubicBezTo>
                  <a:cubicBezTo>
                    <a:pt x="233" y="70"/>
                    <a:pt x="272" y="24"/>
                    <a:pt x="339" y="24"/>
                  </a:cubicBezTo>
                  <a:cubicBezTo>
                    <a:pt x="388" y="24"/>
                    <a:pt x="388" y="70"/>
                    <a:pt x="388" y="84"/>
                  </a:cubicBezTo>
                  <a:cubicBezTo>
                    <a:pt x="388" y="136"/>
                    <a:pt x="353" y="234"/>
                    <a:pt x="339" y="269"/>
                  </a:cubicBezTo>
                  <a:cubicBezTo>
                    <a:pt x="328" y="293"/>
                    <a:pt x="325" y="300"/>
                    <a:pt x="325" y="318"/>
                  </a:cubicBezTo>
                  <a:cubicBezTo>
                    <a:pt x="325" y="363"/>
                    <a:pt x="364" y="391"/>
                    <a:pt x="410" y="391"/>
                  </a:cubicBezTo>
                  <a:cubicBezTo>
                    <a:pt x="494" y="391"/>
                    <a:pt x="533" y="273"/>
                    <a:pt x="533" y="259"/>
                  </a:cubicBezTo>
                  <a:cubicBezTo>
                    <a:pt x="533" y="248"/>
                    <a:pt x="522" y="248"/>
                    <a:pt x="519" y="248"/>
                  </a:cubicBezTo>
                  <a:cubicBezTo>
                    <a:pt x="508" y="248"/>
                    <a:pt x="508" y="252"/>
                    <a:pt x="505" y="262"/>
                  </a:cubicBezTo>
                  <a:cubicBezTo>
                    <a:pt x="484" y="332"/>
                    <a:pt x="445" y="367"/>
                    <a:pt x="410" y="367"/>
                  </a:cubicBezTo>
                  <a:cubicBezTo>
                    <a:pt x="392" y="367"/>
                    <a:pt x="388" y="356"/>
                    <a:pt x="388" y="335"/>
                  </a:cubicBezTo>
                  <a:cubicBezTo>
                    <a:pt x="388" y="318"/>
                    <a:pt x="392" y="304"/>
                    <a:pt x="410" y="266"/>
                  </a:cubicBezTo>
                  <a:cubicBezTo>
                    <a:pt x="420" y="241"/>
                    <a:pt x="455" y="147"/>
                    <a:pt x="455" y="98"/>
                  </a:cubicBezTo>
                  <a:cubicBezTo>
                    <a:pt x="455" y="14"/>
                    <a:pt x="388" y="0"/>
                    <a:pt x="342" y="0"/>
                  </a:cubicBezTo>
                  <a:cubicBezTo>
                    <a:pt x="268" y="0"/>
                    <a:pt x="219" y="45"/>
                    <a:pt x="194" y="80"/>
                  </a:cubicBezTo>
                  <a:cubicBezTo>
                    <a:pt x="187" y="17"/>
                    <a:pt x="138" y="0"/>
                    <a:pt x="99" y="0"/>
                  </a:cubicBezTo>
                  <a:cubicBezTo>
                    <a:pt x="64" y="0"/>
                    <a:pt x="42" y="28"/>
                    <a:pt x="32" y="45"/>
                  </a:cubicBezTo>
                  <a:cubicBezTo>
                    <a:pt x="11" y="80"/>
                    <a:pt x="0" y="129"/>
                    <a:pt x="0" y="133"/>
                  </a:cubicBezTo>
                  <a:cubicBezTo>
                    <a:pt x="0" y="143"/>
                    <a:pt x="11" y="143"/>
                    <a:pt x="14" y="143"/>
                  </a:cubicBezTo>
                  <a:cubicBezTo>
                    <a:pt x="28" y="143"/>
                    <a:pt x="28" y="140"/>
                    <a:pt x="35" y="119"/>
                  </a:cubicBezTo>
                  <a:cubicBezTo>
                    <a:pt x="46" y="66"/>
                    <a:pt x="64" y="24"/>
                    <a:pt x="99" y="24"/>
                  </a:cubicBezTo>
                  <a:cubicBezTo>
                    <a:pt x="120" y="24"/>
                    <a:pt x="127" y="42"/>
                    <a:pt x="127" y="66"/>
                  </a:cubicBezTo>
                  <a:cubicBezTo>
                    <a:pt x="127" y="84"/>
                    <a:pt x="120" y="115"/>
                    <a:pt x="113" y="140"/>
                  </a:cubicBezTo>
                  <a:cubicBezTo>
                    <a:pt x="106" y="161"/>
                    <a:pt x="99" y="199"/>
                    <a:pt x="92" y="217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02FF0E-4854-0CA1-E32C-11F5EDA268DA}"/>
                </a:ext>
              </a:extLst>
            </p:cNvPr>
            <p:cNvSpPr/>
            <p:nvPr/>
          </p:nvSpPr>
          <p:spPr>
            <a:xfrm>
              <a:off x="1143720" y="1458000"/>
              <a:ext cx="595800" cy="6195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56" h="1722">
                  <a:moveTo>
                    <a:pt x="1504" y="1722"/>
                  </a:moveTo>
                  <a:lnTo>
                    <a:pt x="1656" y="1328"/>
                  </a:lnTo>
                  <a:lnTo>
                    <a:pt x="1624" y="1328"/>
                  </a:lnTo>
                  <a:cubicBezTo>
                    <a:pt x="1574" y="1457"/>
                    <a:pt x="1444" y="1541"/>
                    <a:pt x="1299" y="1576"/>
                  </a:cubicBezTo>
                  <a:cubicBezTo>
                    <a:pt x="1274" y="1583"/>
                    <a:pt x="1151" y="1614"/>
                    <a:pt x="914" y="1614"/>
                  </a:cubicBezTo>
                  <a:lnTo>
                    <a:pt x="162" y="1614"/>
                  </a:lnTo>
                  <a:lnTo>
                    <a:pt x="798" y="880"/>
                  </a:lnTo>
                  <a:cubicBezTo>
                    <a:pt x="805" y="870"/>
                    <a:pt x="808" y="866"/>
                    <a:pt x="808" y="863"/>
                  </a:cubicBezTo>
                  <a:cubicBezTo>
                    <a:pt x="808" y="859"/>
                    <a:pt x="808" y="856"/>
                    <a:pt x="798" y="842"/>
                  </a:cubicBezTo>
                  <a:lnTo>
                    <a:pt x="219" y="59"/>
                  </a:lnTo>
                  <a:lnTo>
                    <a:pt x="900" y="59"/>
                  </a:lnTo>
                  <a:cubicBezTo>
                    <a:pt x="1070" y="59"/>
                    <a:pt x="1183" y="77"/>
                    <a:pt x="1193" y="80"/>
                  </a:cubicBezTo>
                  <a:cubicBezTo>
                    <a:pt x="1260" y="87"/>
                    <a:pt x="1366" y="108"/>
                    <a:pt x="1465" y="171"/>
                  </a:cubicBezTo>
                  <a:cubicBezTo>
                    <a:pt x="1497" y="192"/>
                    <a:pt x="1582" y="245"/>
                    <a:pt x="1624" y="346"/>
                  </a:cubicBezTo>
                  <a:lnTo>
                    <a:pt x="1656" y="346"/>
                  </a:lnTo>
                  <a:lnTo>
                    <a:pt x="1504" y="0"/>
                  </a:lnTo>
                  <a:lnTo>
                    <a:pt x="35" y="0"/>
                  </a:lnTo>
                  <a:cubicBezTo>
                    <a:pt x="7" y="0"/>
                    <a:pt x="4" y="0"/>
                    <a:pt x="0" y="7"/>
                  </a:cubicBezTo>
                  <a:cubicBezTo>
                    <a:pt x="0" y="14"/>
                    <a:pt x="0" y="35"/>
                    <a:pt x="0" y="49"/>
                  </a:cubicBezTo>
                  <a:lnTo>
                    <a:pt x="657" y="940"/>
                  </a:lnTo>
                  <a:lnTo>
                    <a:pt x="14" y="1688"/>
                  </a:lnTo>
                  <a:cubicBezTo>
                    <a:pt x="0" y="1701"/>
                    <a:pt x="0" y="1708"/>
                    <a:pt x="0" y="1708"/>
                  </a:cubicBezTo>
                  <a:cubicBezTo>
                    <a:pt x="0" y="1722"/>
                    <a:pt x="11" y="1722"/>
                    <a:pt x="35" y="1722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3671CAD-26B8-D92E-1C2E-2A6389622539}"/>
                </a:ext>
              </a:extLst>
            </p:cNvPr>
            <p:cNvSpPr/>
            <p:nvPr/>
          </p:nvSpPr>
          <p:spPr>
            <a:xfrm>
              <a:off x="1166760" y="2193840"/>
              <a:ext cx="96120" cy="209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8" h="583">
                  <a:moveTo>
                    <a:pt x="244" y="31"/>
                  </a:moveTo>
                  <a:cubicBezTo>
                    <a:pt x="244" y="17"/>
                    <a:pt x="233" y="0"/>
                    <a:pt x="208" y="0"/>
                  </a:cubicBezTo>
                  <a:cubicBezTo>
                    <a:pt x="184" y="0"/>
                    <a:pt x="159" y="21"/>
                    <a:pt x="159" y="49"/>
                  </a:cubicBezTo>
                  <a:cubicBezTo>
                    <a:pt x="159" y="63"/>
                    <a:pt x="169" y="80"/>
                    <a:pt x="194" y="80"/>
                  </a:cubicBezTo>
                  <a:cubicBezTo>
                    <a:pt x="219" y="80"/>
                    <a:pt x="244" y="56"/>
                    <a:pt x="244" y="31"/>
                  </a:cubicBezTo>
                  <a:close/>
                  <a:moveTo>
                    <a:pt x="64" y="472"/>
                  </a:moveTo>
                  <a:cubicBezTo>
                    <a:pt x="60" y="482"/>
                    <a:pt x="56" y="493"/>
                    <a:pt x="56" y="510"/>
                  </a:cubicBezTo>
                  <a:cubicBezTo>
                    <a:pt x="56" y="549"/>
                    <a:pt x="92" y="583"/>
                    <a:pt x="141" y="583"/>
                  </a:cubicBezTo>
                  <a:cubicBezTo>
                    <a:pt x="229" y="583"/>
                    <a:pt x="268" y="461"/>
                    <a:pt x="268" y="451"/>
                  </a:cubicBezTo>
                  <a:cubicBezTo>
                    <a:pt x="268" y="437"/>
                    <a:pt x="254" y="437"/>
                    <a:pt x="254" y="437"/>
                  </a:cubicBezTo>
                  <a:cubicBezTo>
                    <a:pt x="240" y="437"/>
                    <a:pt x="240" y="444"/>
                    <a:pt x="237" y="454"/>
                  </a:cubicBezTo>
                  <a:cubicBezTo>
                    <a:pt x="215" y="521"/>
                    <a:pt x="177" y="559"/>
                    <a:pt x="141" y="559"/>
                  </a:cubicBezTo>
                  <a:cubicBezTo>
                    <a:pt x="124" y="559"/>
                    <a:pt x="120" y="545"/>
                    <a:pt x="120" y="528"/>
                  </a:cubicBezTo>
                  <a:cubicBezTo>
                    <a:pt x="120" y="507"/>
                    <a:pt x="127" y="493"/>
                    <a:pt x="134" y="472"/>
                  </a:cubicBezTo>
                  <a:cubicBezTo>
                    <a:pt x="145" y="447"/>
                    <a:pt x="152" y="426"/>
                    <a:pt x="162" y="402"/>
                  </a:cubicBezTo>
                  <a:cubicBezTo>
                    <a:pt x="169" y="381"/>
                    <a:pt x="201" y="304"/>
                    <a:pt x="205" y="293"/>
                  </a:cubicBezTo>
                  <a:cubicBezTo>
                    <a:pt x="208" y="283"/>
                    <a:pt x="212" y="273"/>
                    <a:pt x="212" y="266"/>
                  </a:cubicBezTo>
                  <a:cubicBezTo>
                    <a:pt x="212" y="224"/>
                    <a:pt x="177" y="192"/>
                    <a:pt x="127" y="192"/>
                  </a:cubicBezTo>
                  <a:cubicBezTo>
                    <a:pt x="39" y="192"/>
                    <a:pt x="0" y="311"/>
                    <a:pt x="0" y="325"/>
                  </a:cubicBezTo>
                  <a:cubicBezTo>
                    <a:pt x="0" y="335"/>
                    <a:pt x="11" y="335"/>
                    <a:pt x="14" y="335"/>
                  </a:cubicBezTo>
                  <a:cubicBezTo>
                    <a:pt x="28" y="335"/>
                    <a:pt x="28" y="332"/>
                    <a:pt x="32" y="321"/>
                  </a:cubicBezTo>
                  <a:cubicBezTo>
                    <a:pt x="53" y="248"/>
                    <a:pt x="92" y="217"/>
                    <a:pt x="124" y="217"/>
                  </a:cubicBezTo>
                  <a:cubicBezTo>
                    <a:pt x="138" y="217"/>
                    <a:pt x="148" y="224"/>
                    <a:pt x="148" y="248"/>
                  </a:cubicBezTo>
                  <a:cubicBezTo>
                    <a:pt x="148" y="266"/>
                    <a:pt x="141" y="280"/>
                    <a:pt x="120" y="332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1E08CA7-1DE7-3BF9-CC1A-086C2FE317C1}"/>
                </a:ext>
              </a:extLst>
            </p:cNvPr>
            <p:cNvSpPr/>
            <p:nvPr/>
          </p:nvSpPr>
          <p:spPr>
            <a:xfrm>
              <a:off x="1299960" y="2280600"/>
              <a:ext cx="231120" cy="83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43" h="234">
                  <a:moveTo>
                    <a:pt x="611" y="42"/>
                  </a:moveTo>
                  <a:cubicBezTo>
                    <a:pt x="621" y="42"/>
                    <a:pt x="643" y="42"/>
                    <a:pt x="643" y="21"/>
                  </a:cubicBezTo>
                  <a:cubicBezTo>
                    <a:pt x="643" y="0"/>
                    <a:pt x="621" y="0"/>
                    <a:pt x="611" y="0"/>
                  </a:cubicBezTo>
                  <a:lnTo>
                    <a:pt x="32" y="0"/>
                  </a:lnTo>
                  <a:cubicBezTo>
                    <a:pt x="21" y="0"/>
                    <a:pt x="0" y="0"/>
                    <a:pt x="0" y="21"/>
                  </a:cubicBezTo>
                  <a:cubicBezTo>
                    <a:pt x="0" y="42"/>
                    <a:pt x="21" y="42"/>
                    <a:pt x="32" y="42"/>
                  </a:cubicBezTo>
                  <a:close/>
                  <a:moveTo>
                    <a:pt x="611" y="234"/>
                  </a:moveTo>
                  <a:cubicBezTo>
                    <a:pt x="621" y="234"/>
                    <a:pt x="643" y="234"/>
                    <a:pt x="643" y="213"/>
                  </a:cubicBezTo>
                  <a:cubicBezTo>
                    <a:pt x="643" y="192"/>
                    <a:pt x="621" y="192"/>
                    <a:pt x="611" y="192"/>
                  </a:cubicBezTo>
                  <a:lnTo>
                    <a:pt x="32" y="192"/>
                  </a:lnTo>
                  <a:cubicBezTo>
                    <a:pt x="21" y="192"/>
                    <a:pt x="0" y="192"/>
                    <a:pt x="0" y="213"/>
                  </a:cubicBezTo>
                  <a:cubicBezTo>
                    <a:pt x="0" y="234"/>
                    <a:pt x="21" y="234"/>
                    <a:pt x="32" y="234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6A72604-6C8F-68FC-A967-C0544CAF2E61}"/>
                </a:ext>
              </a:extLst>
            </p:cNvPr>
            <p:cNvSpPr/>
            <p:nvPr/>
          </p:nvSpPr>
          <p:spPr>
            <a:xfrm>
              <a:off x="1586160" y="2193840"/>
              <a:ext cx="115200" cy="2059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21" h="573">
                  <a:moveTo>
                    <a:pt x="198" y="24"/>
                  </a:moveTo>
                  <a:cubicBezTo>
                    <a:pt x="198" y="0"/>
                    <a:pt x="198" y="0"/>
                    <a:pt x="173" y="0"/>
                  </a:cubicBezTo>
                  <a:cubicBezTo>
                    <a:pt x="116" y="56"/>
                    <a:pt x="35" y="56"/>
                    <a:pt x="0" y="56"/>
                  </a:cubicBezTo>
                  <a:lnTo>
                    <a:pt x="0" y="87"/>
                  </a:lnTo>
                  <a:cubicBezTo>
                    <a:pt x="21" y="87"/>
                    <a:pt x="78" y="87"/>
                    <a:pt x="127" y="63"/>
                  </a:cubicBezTo>
                  <a:lnTo>
                    <a:pt x="127" y="503"/>
                  </a:lnTo>
                  <a:cubicBezTo>
                    <a:pt x="127" y="531"/>
                    <a:pt x="127" y="542"/>
                    <a:pt x="39" y="542"/>
                  </a:cubicBezTo>
                  <a:lnTo>
                    <a:pt x="7" y="542"/>
                  </a:lnTo>
                  <a:lnTo>
                    <a:pt x="7" y="573"/>
                  </a:lnTo>
                  <a:cubicBezTo>
                    <a:pt x="21" y="573"/>
                    <a:pt x="131" y="569"/>
                    <a:pt x="162" y="569"/>
                  </a:cubicBezTo>
                  <a:cubicBezTo>
                    <a:pt x="191" y="569"/>
                    <a:pt x="300" y="573"/>
                    <a:pt x="321" y="573"/>
                  </a:cubicBezTo>
                  <a:lnTo>
                    <a:pt x="321" y="542"/>
                  </a:lnTo>
                  <a:lnTo>
                    <a:pt x="286" y="542"/>
                  </a:lnTo>
                  <a:cubicBezTo>
                    <a:pt x="198" y="542"/>
                    <a:pt x="198" y="531"/>
                    <a:pt x="198" y="503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3572F21-30DB-32D5-3821-52AB5EFD602D}"/>
                </a:ext>
              </a:extLst>
            </p:cNvPr>
            <p:cNvSpPr/>
            <p:nvPr/>
          </p:nvSpPr>
          <p:spPr>
            <a:xfrm>
              <a:off x="1852919" y="1571039"/>
              <a:ext cx="100080" cy="307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79" h="856">
                  <a:moveTo>
                    <a:pt x="180" y="0"/>
                  </a:moveTo>
                  <a:lnTo>
                    <a:pt x="0" y="14"/>
                  </a:lnTo>
                  <a:lnTo>
                    <a:pt x="0" y="52"/>
                  </a:lnTo>
                  <a:cubicBezTo>
                    <a:pt x="88" y="52"/>
                    <a:pt x="99" y="59"/>
                    <a:pt x="99" y="122"/>
                  </a:cubicBezTo>
                  <a:lnTo>
                    <a:pt x="99" y="762"/>
                  </a:lnTo>
                  <a:cubicBezTo>
                    <a:pt x="99" y="818"/>
                    <a:pt x="85" y="818"/>
                    <a:pt x="0" y="818"/>
                  </a:cubicBezTo>
                  <a:lnTo>
                    <a:pt x="0" y="856"/>
                  </a:lnTo>
                  <a:cubicBezTo>
                    <a:pt x="42" y="856"/>
                    <a:pt x="109" y="852"/>
                    <a:pt x="141" y="852"/>
                  </a:cubicBezTo>
                  <a:cubicBezTo>
                    <a:pt x="169" y="852"/>
                    <a:pt x="233" y="856"/>
                    <a:pt x="279" y="856"/>
                  </a:cubicBezTo>
                  <a:lnTo>
                    <a:pt x="279" y="818"/>
                  </a:lnTo>
                  <a:cubicBezTo>
                    <a:pt x="194" y="818"/>
                    <a:pt x="180" y="818"/>
                    <a:pt x="180" y="762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B6F4F9A-5602-3FED-F512-9C5F91721CF0}"/>
                </a:ext>
              </a:extLst>
            </p:cNvPr>
            <p:cNvSpPr/>
            <p:nvPr/>
          </p:nvSpPr>
          <p:spPr>
            <a:xfrm>
              <a:off x="1974960" y="1679399"/>
              <a:ext cx="199080" cy="2034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54" h="566">
                  <a:moveTo>
                    <a:pt x="554" y="290"/>
                  </a:moveTo>
                  <a:cubicBezTo>
                    <a:pt x="554" y="129"/>
                    <a:pt x="427" y="0"/>
                    <a:pt x="275" y="0"/>
                  </a:cubicBezTo>
                  <a:cubicBezTo>
                    <a:pt x="120" y="0"/>
                    <a:pt x="0" y="136"/>
                    <a:pt x="0" y="290"/>
                  </a:cubicBezTo>
                  <a:cubicBezTo>
                    <a:pt x="0" y="447"/>
                    <a:pt x="131" y="566"/>
                    <a:pt x="275" y="566"/>
                  </a:cubicBezTo>
                  <a:cubicBezTo>
                    <a:pt x="427" y="566"/>
                    <a:pt x="554" y="447"/>
                    <a:pt x="554" y="290"/>
                  </a:cubicBezTo>
                  <a:close/>
                  <a:moveTo>
                    <a:pt x="275" y="535"/>
                  </a:moveTo>
                  <a:cubicBezTo>
                    <a:pt x="222" y="535"/>
                    <a:pt x="169" y="510"/>
                    <a:pt x="134" y="454"/>
                  </a:cubicBezTo>
                  <a:cubicBezTo>
                    <a:pt x="102" y="398"/>
                    <a:pt x="102" y="325"/>
                    <a:pt x="102" y="280"/>
                  </a:cubicBezTo>
                  <a:cubicBezTo>
                    <a:pt x="102" y="231"/>
                    <a:pt x="102" y="164"/>
                    <a:pt x="134" y="108"/>
                  </a:cubicBezTo>
                  <a:cubicBezTo>
                    <a:pt x="166" y="52"/>
                    <a:pt x="226" y="28"/>
                    <a:pt x="275" y="28"/>
                  </a:cubicBezTo>
                  <a:cubicBezTo>
                    <a:pt x="332" y="28"/>
                    <a:pt x="385" y="56"/>
                    <a:pt x="417" y="108"/>
                  </a:cubicBezTo>
                  <a:cubicBezTo>
                    <a:pt x="448" y="161"/>
                    <a:pt x="448" y="231"/>
                    <a:pt x="448" y="280"/>
                  </a:cubicBezTo>
                  <a:cubicBezTo>
                    <a:pt x="448" y="325"/>
                    <a:pt x="448" y="391"/>
                    <a:pt x="424" y="444"/>
                  </a:cubicBezTo>
                  <a:cubicBezTo>
                    <a:pt x="395" y="500"/>
                    <a:pt x="339" y="535"/>
                    <a:pt x="275" y="535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AC273F3-967E-0593-8C8E-35D778D55D86}"/>
                </a:ext>
              </a:extLst>
            </p:cNvPr>
            <p:cNvSpPr/>
            <p:nvPr/>
          </p:nvSpPr>
          <p:spPr>
            <a:xfrm>
              <a:off x="2197439" y="1677959"/>
              <a:ext cx="205560" cy="2926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72" h="814">
                  <a:moveTo>
                    <a:pt x="244" y="346"/>
                  </a:moveTo>
                  <a:cubicBezTo>
                    <a:pt x="134" y="346"/>
                    <a:pt x="134" y="224"/>
                    <a:pt x="134" y="196"/>
                  </a:cubicBezTo>
                  <a:cubicBezTo>
                    <a:pt x="134" y="161"/>
                    <a:pt x="134" y="122"/>
                    <a:pt x="155" y="91"/>
                  </a:cubicBezTo>
                  <a:cubicBezTo>
                    <a:pt x="162" y="77"/>
                    <a:pt x="191" y="42"/>
                    <a:pt x="244" y="42"/>
                  </a:cubicBezTo>
                  <a:cubicBezTo>
                    <a:pt x="349" y="42"/>
                    <a:pt x="349" y="164"/>
                    <a:pt x="349" y="192"/>
                  </a:cubicBezTo>
                  <a:cubicBezTo>
                    <a:pt x="349" y="227"/>
                    <a:pt x="349" y="266"/>
                    <a:pt x="332" y="297"/>
                  </a:cubicBezTo>
                  <a:cubicBezTo>
                    <a:pt x="321" y="311"/>
                    <a:pt x="293" y="346"/>
                    <a:pt x="244" y="346"/>
                  </a:cubicBezTo>
                  <a:close/>
                  <a:moveTo>
                    <a:pt x="99" y="395"/>
                  </a:moveTo>
                  <a:cubicBezTo>
                    <a:pt x="99" y="391"/>
                    <a:pt x="99" y="360"/>
                    <a:pt x="120" y="335"/>
                  </a:cubicBezTo>
                  <a:cubicBezTo>
                    <a:pt x="166" y="370"/>
                    <a:pt x="219" y="374"/>
                    <a:pt x="244" y="374"/>
                  </a:cubicBezTo>
                  <a:cubicBezTo>
                    <a:pt x="360" y="374"/>
                    <a:pt x="445" y="290"/>
                    <a:pt x="445" y="196"/>
                  </a:cubicBezTo>
                  <a:cubicBezTo>
                    <a:pt x="445" y="150"/>
                    <a:pt x="424" y="105"/>
                    <a:pt x="392" y="77"/>
                  </a:cubicBezTo>
                  <a:cubicBezTo>
                    <a:pt x="438" y="35"/>
                    <a:pt x="484" y="28"/>
                    <a:pt x="505" y="28"/>
                  </a:cubicBezTo>
                  <a:cubicBezTo>
                    <a:pt x="508" y="28"/>
                    <a:pt x="515" y="28"/>
                    <a:pt x="519" y="28"/>
                  </a:cubicBezTo>
                  <a:cubicBezTo>
                    <a:pt x="505" y="35"/>
                    <a:pt x="498" y="45"/>
                    <a:pt x="498" y="63"/>
                  </a:cubicBezTo>
                  <a:cubicBezTo>
                    <a:pt x="498" y="84"/>
                    <a:pt x="515" y="98"/>
                    <a:pt x="533" y="98"/>
                  </a:cubicBezTo>
                  <a:cubicBezTo>
                    <a:pt x="547" y="98"/>
                    <a:pt x="572" y="87"/>
                    <a:pt x="572" y="59"/>
                  </a:cubicBezTo>
                  <a:cubicBezTo>
                    <a:pt x="572" y="38"/>
                    <a:pt x="554" y="0"/>
                    <a:pt x="508" y="0"/>
                  </a:cubicBezTo>
                  <a:cubicBezTo>
                    <a:pt x="484" y="0"/>
                    <a:pt x="427" y="7"/>
                    <a:pt x="374" y="59"/>
                  </a:cubicBezTo>
                  <a:cubicBezTo>
                    <a:pt x="321" y="17"/>
                    <a:pt x="268" y="14"/>
                    <a:pt x="244" y="14"/>
                  </a:cubicBezTo>
                  <a:cubicBezTo>
                    <a:pt x="127" y="14"/>
                    <a:pt x="39" y="98"/>
                    <a:pt x="39" y="192"/>
                  </a:cubicBezTo>
                  <a:cubicBezTo>
                    <a:pt x="39" y="248"/>
                    <a:pt x="67" y="293"/>
                    <a:pt x="99" y="321"/>
                  </a:cubicBezTo>
                  <a:cubicBezTo>
                    <a:pt x="81" y="339"/>
                    <a:pt x="60" y="381"/>
                    <a:pt x="60" y="423"/>
                  </a:cubicBezTo>
                  <a:cubicBezTo>
                    <a:pt x="60" y="461"/>
                    <a:pt x="78" y="507"/>
                    <a:pt x="116" y="531"/>
                  </a:cubicBezTo>
                  <a:cubicBezTo>
                    <a:pt x="39" y="552"/>
                    <a:pt x="0" y="608"/>
                    <a:pt x="0" y="657"/>
                  </a:cubicBezTo>
                  <a:cubicBezTo>
                    <a:pt x="0" y="744"/>
                    <a:pt x="124" y="814"/>
                    <a:pt x="275" y="814"/>
                  </a:cubicBezTo>
                  <a:cubicBezTo>
                    <a:pt x="424" y="814"/>
                    <a:pt x="554" y="751"/>
                    <a:pt x="554" y="653"/>
                  </a:cubicBezTo>
                  <a:cubicBezTo>
                    <a:pt x="554" y="611"/>
                    <a:pt x="537" y="549"/>
                    <a:pt x="473" y="514"/>
                  </a:cubicBezTo>
                  <a:cubicBezTo>
                    <a:pt x="406" y="479"/>
                    <a:pt x="332" y="479"/>
                    <a:pt x="258" y="479"/>
                  </a:cubicBezTo>
                  <a:cubicBezTo>
                    <a:pt x="226" y="479"/>
                    <a:pt x="173" y="479"/>
                    <a:pt x="162" y="479"/>
                  </a:cubicBezTo>
                  <a:cubicBezTo>
                    <a:pt x="124" y="472"/>
                    <a:pt x="99" y="433"/>
                    <a:pt x="99" y="395"/>
                  </a:cubicBezTo>
                  <a:close/>
                  <a:moveTo>
                    <a:pt x="279" y="783"/>
                  </a:moveTo>
                  <a:cubicBezTo>
                    <a:pt x="152" y="783"/>
                    <a:pt x="64" y="720"/>
                    <a:pt x="64" y="657"/>
                  </a:cubicBezTo>
                  <a:cubicBezTo>
                    <a:pt x="64" y="601"/>
                    <a:pt x="113" y="552"/>
                    <a:pt x="166" y="549"/>
                  </a:cubicBezTo>
                  <a:lnTo>
                    <a:pt x="240" y="549"/>
                  </a:lnTo>
                  <a:cubicBezTo>
                    <a:pt x="349" y="549"/>
                    <a:pt x="487" y="549"/>
                    <a:pt x="487" y="657"/>
                  </a:cubicBezTo>
                  <a:cubicBezTo>
                    <a:pt x="487" y="723"/>
                    <a:pt x="399" y="783"/>
                    <a:pt x="279" y="783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E805ACB-7465-C00A-3BE3-804CEB11A5B1}"/>
                </a:ext>
              </a:extLst>
            </p:cNvPr>
            <p:cNvSpPr/>
            <p:nvPr/>
          </p:nvSpPr>
          <p:spPr>
            <a:xfrm>
              <a:off x="2460600" y="1545839"/>
              <a:ext cx="105120" cy="44243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93" h="1230">
                  <a:moveTo>
                    <a:pt x="293" y="1219"/>
                  </a:moveTo>
                  <a:cubicBezTo>
                    <a:pt x="293" y="1216"/>
                    <a:pt x="293" y="1212"/>
                    <a:pt x="268" y="1191"/>
                  </a:cubicBezTo>
                  <a:cubicBezTo>
                    <a:pt x="113" y="1038"/>
                    <a:pt x="74" y="804"/>
                    <a:pt x="74" y="615"/>
                  </a:cubicBezTo>
                  <a:cubicBezTo>
                    <a:pt x="74" y="402"/>
                    <a:pt x="120" y="189"/>
                    <a:pt x="275" y="35"/>
                  </a:cubicBezTo>
                  <a:cubicBezTo>
                    <a:pt x="293" y="17"/>
                    <a:pt x="293" y="17"/>
                    <a:pt x="293" y="14"/>
                  </a:cubicBezTo>
                  <a:cubicBezTo>
                    <a:pt x="293" y="3"/>
                    <a:pt x="286" y="0"/>
                    <a:pt x="279" y="0"/>
                  </a:cubicBezTo>
                  <a:cubicBezTo>
                    <a:pt x="265" y="0"/>
                    <a:pt x="152" y="84"/>
                    <a:pt x="78" y="241"/>
                  </a:cubicBezTo>
                  <a:cubicBezTo>
                    <a:pt x="14" y="377"/>
                    <a:pt x="0" y="514"/>
                    <a:pt x="0" y="615"/>
                  </a:cubicBezTo>
                  <a:cubicBezTo>
                    <a:pt x="0" y="713"/>
                    <a:pt x="14" y="859"/>
                    <a:pt x="81" y="999"/>
                  </a:cubicBezTo>
                  <a:cubicBezTo>
                    <a:pt x="159" y="1153"/>
                    <a:pt x="265" y="1230"/>
                    <a:pt x="279" y="1230"/>
                  </a:cubicBezTo>
                  <a:cubicBezTo>
                    <a:pt x="286" y="1230"/>
                    <a:pt x="293" y="1226"/>
                    <a:pt x="293" y="1219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4991855-408D-5284-FBE7-E683BAFB6192}"/>
                </a:ext>
              </a:extLst>
            </p:cNvPr>
            <p:cNvSpPr/>
            <p:nvPr/>
          </p:nvSpPr>
          <p:spPr>
            <a:xfrm>
              <a:off x="2768040" y="1188719"/>
              <a:ext cx="288000" cy="1404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01" h="391">
                  <a:moveTo>
                    <a:pt x="339" y="311"/>
                  </a:moveTo>
                  <a:cubicBezTo>
                    <a:pt x="332" y="328"/>
                    <a:pt x="325" y="360"/>
                    <a:pt x="325" y="363"/>
                  </a:cubicBezTo>
                  <a:cubicBezTo>
                    <a:pt x="325" y="381"/>
                    <a:pt x="342" y="391"/>
                    <a:pt x="357" y="391"/>
                  </a:cubicBezTo>
                  <a:cubicBezTo>
                    <a:pt x="371" y="391"/>
                    <a:pt x="385" y="381"/>
                    <a:pt x="388" y="370"/>
                  </a:cubicBezTo>
                  <a:cubicBezTo>
                    <a:pt x="392" y="363"/>
                    <a:pt x="399" y="335"/>
                    <a:pt x="406" y="318"/>
                  </a:cubicBezTo>
                  <a:cubicBezTo>
                    <a:pt x="410" y="300"/>
                    <a:pt x="420" y="262"/>
                    <a:pt x="424" y="241"/>
                  </a:cubicBezTo>
                  <a:cubicBezTo>
                    <a:pt x="431" y="220"/>
                    <a:pt x="434" y="203"/>
                    <a:pt x="438" y="182"/>
                  </a:cubicBezTo>
                  <a:cubicBezTo>
                    <a:pt x="448" y="143"/>
                    <a:pt x="448" y="143"/>
                    <a:pt x="466" y="115"/>
                  </a:cubicBezTo>
                  <a:cubicBezTo>
                    <a:pt x="494" y="73"/>
                    <a:pt x="537" y="24"/>
                    <a:pt x="604" y="24"/>
                  </a:cubicBezTo>
                  <a:cubicBezTo>
                    <a:pt x="653" y="24"/>
                    <a:pt x="657" y="63"/>
                    <a:pt x="657" y="84"/>
                  </a:cubicBezTo>
                  <a:cubicBezTo>
                    <a:pt x="657" y="136"/>
                    <a:pt x="618" y="234"/>
                    <a:pt x="604" y="269"/>
                  </a:cubicBezTo>
                  <a:cubicBezTo>
                    <a:pt x="597" y="293"/>
                    <a:pt x="593" y="300"/>
                    <a:pt x="593" y="318"/>
                  </a:cubicBezTo>
                  <a:cubicBezTo>
                    <a:pt x="593" y="363"/>
                    <a:pt x="632" y="391"/>
                    <a:pt x="674" y="391"/>
                  </a:cubicBezTo>
                  <a:cubicBezTo>
                    <a:pt x="763" y="391"/>
                    <a:pt x="801" y="273"/>
                    <a:pt x="801" y="259"/>
                  </a:cubicBezTo>
                  <a:cubicBezTo>
                    <a:pt x="801" y="248"/>
                    <a:pt x="791" y="248"/>
                    <a:pt x="787" y="248"/>
                  </a:cubicBezTo>
                  <a:cubicBezTo>
                    <a:pt x="773" y="248"/>
                    <a:pt x="773" y="252"/>
                    <a:pt x="770" y="262"/>
                  </a:cubicBezTo>
                  <a:cubicBezTo>
                    <a:pt x="752" y="332"/>
                    <a:pt x="713" y="367"/>
                    <a:pt x="678" y="367"/>
                  </a:cubicBezTo>
                  <a:cubicBezTo>
                    <a:pt x="660" y="367"/>
                    <a:pt x="657" y="356"/>
                    <a:pt x="657" y="335"/>
                  </a:cubicBezTo>
                  <a:cubicBezTo>
                    <a:pt x="657" y="318"/>
                    <a:pt x="660" y="304"/>
                    <a:pt x="678" y="266"/>
                  </a:cubicBezTo>
                  <a:cubicBezTo>
                    <a:pt x="685" y="241"/>
                    <a:pt x="724" y="147"/>
                    <a:pt x="724" y="98"/>
                  </a:cubicBezTo>
                  <a:cubicBezTo>
                    <a:pt x="724" y="84"/>
                    <a:pt x="724" y="49"/>
                    <a:pt x="688" y="24"/>
                  </a:cubicBezTo>
                  <a:cubicBezTo>
                    <a:pt x="674" y="10"/>
                    <a:pt x="650" y="0"/>
                    <a:pt x="607" y="0"/>
                  </a:cubicBezTo>
                  <a:cubicBezTo>
                    <a:pt x="530" y="0"/>
                    <a:pt x="484" y="52"/>
                    <a:pt x="455" y="87"/>
                  </a:cubicBezTo>
                  <a:cubicBezTo>
                    <a:pt x="448" y="14"/>
                    <a:pt x="385" y="0"/>
                    <a:pt x="342" y="0"/>
                  </a:cubicBezTo>
                  <a:cubicBezTo>
                    <a:pt x="268" y="0"/>
                    <a:pt x="219" y="45"/>
                    <a:pt x="194" y="80"/>
                  </a:cubicBezTo>
                  <a:cubicBezTo>
                    <a:pt x="187" y="17"/>
                    <a:pt x="138" y="0"/>
                    <a:pt x="99" y="0"/>
                  </a:cubicBezTo>
                  <a:cubicBezTo>
                    <a:pt x="64" y="0"/>
                    <a:pt x="42" y="28"/>
                    <a:pt x="32" y="45"/>
                  </a:cubicBezTo>
                  <a:cubicBezTo>
                    <a:pt x="11" y="80"/>
                    <a:pt x="0" y="129"/>
                    <a:pt x="0" y="133"/>
                  </a:cubicBezTo>
                  <a:cubicBezTo>
                    <a:pt x="0" y="143"/>
                    <a:pt x="11" y="143"/>
                    <a:pt x="14" y="143"/>
                  </a:cubicBezTo>
                  <a:cubicBezTo>
                    <a:pt x="28" y="143"/>
                    <a:pt x="28" y="140"/>
                    <a:pt x="35" y="119"/>
                  </a:cubicBezTo>
                  <a:cubicBezTo>
                    <a:pt x="46" y="66"/>
                    <a:pt x="64" y="24"/>
                    <a:pt x="99" y="24"/>
                  </a:cubicBezTo>
                  <a:cubicBezTo>
                    <a:pt x="120" y="24"/>
                    <a:pt x="127" y="42"/>
                    <a:pt x="127" y="66"/>
                  </a:cubicBezTo>
                  <a:cubicBezTo>
                    <a:pt x="127" y="84"/>
                    <a:pt x="120" y="115"/>
                    <a:pt x="113" y="140"/>
                  </a:cubicBezTo>
                  <a:cubicBezTo>
                    <a:pt x="106" y="161"/>
                    <a:pt x="99" y="199"/>
                    <a:pt x="92" y="217"/>
                  </a:cubicBezTo>
                  <a:lnTo>
                    <a:pt x="67" y="328"/>
                  </a:lnTo>
                  <a:cubicBezTo>
                    <a:pt x="64" y="339"/>
                    <a:pt x="56" y="360"/>
                    <a:pt x="56" y="363"/>
                  </a:cubicBezTo>
                  <a:cubicBezTo>
                    <a:pt x="56" y="381"/>
                    <a:pt x="74" y="391"/>
                    <a:pt x="85" y="391"/>
                  </a:cubicBezTo>
                  <a:cubicBezTo>
                    <a:pt x="102" y="391"/>
                    <a:pt x="116" y="381"/>
                    <a:pt x="120" y="370"/>
                  </a:cubicBezTo>
                  <a:cubicBezTo>
                    <a:pt x="124" y="363"/>
                    <a:pt x="131" y="335"/>
                    <a:pt x="138" y="318"/>
                  </a:cubicBezTo>
                  <a:cubicBezTo>
                    <a:pt x="141" y="300"/>
                    <a:pt x="152" y="262"/>
                    <a:pt x="155" y="241"/>
                  </a:cubicBezTo>
                  <a:cubicBezTo>
                    <a:pt x="159" y="220"/>
                    <a:pt x="166" y="203"/>
                    <a:pt x="169" y="182"/>
                  </a:cubicBezTo>
                  <a:cubicBezTo>
                    <a:pt x="180" y="147"/>
                    <a:pt x="180" y="140"/>
                    <a:pt x="208" y="105"/>
                  </a:cubicBezTo>
                  <a:cubicBezTo>
                    <a:pt x="229" y="70"/>
                    <a:pt x="272" y="24"/>
                    <a:pt x="339" y="24"/>
                  </a:cubicBezTo>
                  <a:cubicBezTo>
                    <a:pt x="388" y="24"/>
                    <a:pt x="388" y="70"/>
                    <a:pt x="388" y="84"/>
                  </a:cubicBezTo>
                  <a:cubicBezTo>
                    <a:pt x="388" y="108"/>
                    <a:pt x="385" y="119"/>
                    <a:pt x="374" y="168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15FBB24-5BA6-1E0E-09C2-BDD67B36029E}"/>
                </a:ext>
              </a:extLst>
            </p:cNvPr>
            <p:cNvSpPr/>
            <p:nvPr/>
          </p:nvSpPr>
          <p:spPr>
            <a:xfrm>
              <a:off x="2614320" y="1458000"/>
              <a:ext cx="595800" cy="6195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56" h="1722">
                  <a:moveTo>
                    <a:pt x="1504" y="1722"/>
                  </a:moveTo>
                  <a:lnTo>
                    <a:pt x="1656" y="1328"/>
                  </a:lnTo>
                  <a:lnTo>
                    <a:pt x="1624" y="1328"/>
                  </a:lnTo>
                  <a:cubicBezTo>
                    <a:pt x="1574" y="1457"/>
                    <a:pt x="1444" y="1541"/>
                    <a:pt x="1299" y="1576"/>
                  </a:cubicBezTo>
                  <a:cubicBezTo>
                    <a:pt x="1274" y="1583"/>
                    <a:pt x="1151" y="1614"/>
                    <a:pt x="914" y="1614"/>
                  </a:cubicBezTo>
                  <a:lnTo>
                    <a:pt x="162" y="1614"/>
                  </a:lnTo>
                  <a:lnTo>
                    <a:pt x="798" y="880"/>
                  </a:lnTo>
                  <a:cubicBezTo>
                    <a:pt x="805" y="870"/>
                    <a:pt x="808" y="866"/>
                    <a:pt x="808" y="863"/>
                  </a:cubicBezTo>
                  <a:cubicBezTo>
                    <a:pt x="808" y="859"/>
                    <a:pt x="808" y="856"/>
                    <a:pt x="798" y="842"/>
                  </a:cubicBezTo>
                  <a:lnTo>
                    <a:pt x="219" y="59"/>
                  </a:lnTo>
                  <a:lnTo>
                    <a:pt x="900" y="59"/>
                  </a:lnTo>
                  <a:cubicBezTo>
                    <a:pt x="1070" y="59"/>
                    <a:pt x="1183" y="77"/>
                    <a:pt x="1193" y="80"/>
                  </a:cubicBezTo>
                  <a:cubicBezTo>
                    <a:pt x="1260" y="87"/>
                    <a:pt x="1366" y="108"/>
                    <a:pt x="1465" y="171"/>
                  </a:cubicBezTo>
                  <a:cubicBezTo>
                    <a:pt x="1497" y="192"/>
                    <a:pt x="1582" y="245"/>
                    <a:pt x="1624" y="346"/>
                  </a:cubicBezTo>
                  <a:lnTo>
                    <a:pt x="1656" y="346"/>
                  </a:lnTo>
                  <a:lnTo>
                    <a:pt x="1504" y="0"/>
                  </a:lnTo>
                  <a:lnTo>
                    <a:pt x="35" y="0"/>
                  </a:lnTo>
                  <a:cubicBezTo>
                    <a:pt x="7" y="0"/>
                    <a:pt x="4" y="0"/>
                    <a:pt x="0" y="7"/>
                  </a:cubicBezTo>
                  <a:cubicBezTo>
                    <a:pt x="0" y="14"/>
                    <a:pt x="0" y="35"/>
                    <a:pt x="0" y="49"/>
                  </a:cubicBezTo>
                  <a:lnTo>
                    <a:pt x="657" y="940"/>
                  </a:lnTo>
                  <a:lnTo>
                    <a:pt x="14" y="1688"/>
                  </a:lnTo>
                  <a:cubicBezTo>
                    <a:pt x="0" y="1701"/>
                    <a:pt x="0" y="1708"/>
                    <a:pt x="0" y="1708"/>
                  </a:cubicBezTo>
                  <a:cubicBezTo>
                    <a:pt x="0" y="1722"/>
                    <a:pt x="11" y="1722"/>
                    <a:pt x="35" y="1722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0AB64A9-3001-2B51-4E85-9AD4FDEAC2AE}"/>
                </a:ext>
              </a:extLst>
            </p:cNvPr>
            <p:cNvSpPr/>
            <p:nvPr/>
          </p:nvSpPr>
          <p:spPr>
            <a:xfrm>
              <a:off x="2605320" y="2257920"/>
              <a:ext cx="154800" cy="200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31" h="559">
                  <a:moveTo>
                    <a:pt x="427" y="63"/>
                  </a:moveTo>
                  <a:cubicBezTo>
                    <a:pt x="431" y="49"/>
                    <a:pt x="431" y="45"/>
                    <a:pt x="431" y="45"/>
                  </a:cubicBezTo>
                  <a:cubicBezTo>
                    <a:pt x="431" y="24"/>
                    <a:pt x="417" y="17"/>
                    <a:pt x="402" y="17"/>
                  </a:cubicBezTo>
                  <a:cubicBezTo>
                    <a:pt x="381" y="17"/>
                    <a:pt x="364" y="31"/>
                    <a:pt x="360" y="49"/>
                  </a:cubicBezTo>
                  <a:cubicBezTo>
                    <a:pt x="346" y="24"/>
                    <a:pt x="318" y="0"/>
                    <a:pt x="272" y="0"/>
                  </a:cubicBezTo>
                  <a:cubicBezTo>
                    <a:pt x="162" y="0"/>
                    <a:pt x="46" y="115"/>
                    <a:pt x="46" y="241"/>
                  </a:cubicBezTo>
                  <a:cubicBezTo>
                    <a:pt x="46" y="328"/>
                    <a:pt x="109" y="381"/>
                    <a:pt x="180" y="381"/>
                  </a:cubicBezTo>
                  <a:cubicBezTo>
                    <a:pt x="219" y="381"/>
                    <a:pt x="258" y="360"/>
                    <a:pt x="289" y="335"/>
                  </a:cubicBezTo>
                  <a:lnTo>
                    <a:pt x="272" y="412"/>
                  </a:lnTo>
                  <a:cubicBezTo>
                    <a:pt x="261" y="447"/>
                    <a:pt x="254" y="472"/>
                    <a:pt x="222" y="503"/>
                  </a:cubicBezTo>
                  <a:cubicBezTo>
                    <a:pt x="184" y="535"/>
                    <a:pt x="145" y="535"/>
                    <a:pt x="124" y="535"/>
                  </a:cubicBezTo>
                  <a:cubicBezTo>
                    <a:pt x="85" y="535"/>
                    <a:pt x="71" y="531"/>
                    <a:pt x="56" y="528"/>
                  </a:cubicBezTo>
                  <a:cubicBezTo>
                    <a:pt x="78" y="517"/>
                    <a:pt x="85" y="496"/>
                    <a:pt x="85" y="486"/>
                  </a:cubicBezTo>
                  <a:cubicBezTo>
                    <a:pt x="85" y="465"/>
                    <a:pt x="67" y="451"/>
                    <a:pt x="49" y="451"/>
                  </a:cubicBezTo>
                  <a:cubicBezTo>
                    <a:pt x="25" y="451"/>
                    <a:pt x="0" y="472"/>
                    <a:pt x="0" y="507"/>
                  </a:cubicBezTo>
                  <a:cubicBezTo>
                    <a:pt x="0" y="556"/>
                    <a:pt x="74" y="559"/>
                    <a:pt x="124" y="559"/>
                  </a:cubicBezTo>
                  <a:cubicBezTo>
                    <a:pt x="261" y="559"/>
                    <a:pt x="321" y="489"/>
                    <a:pt x="332" y="440"/>
                  </a:cubicBezTo>
                  <a:close/>
                  <a:moveTo>
                    <a:pt x="307" y="266"/>
                  </a:moveTo>
                  <a:cubicBezTo>
                    <a:pt x="304" y="280"/>
                    <a:pt x="304" y="280"/>
                    <a:pt x="289" y="297"/>
                  </a:cubicBezTo>
                  <a:cubicBezTo>
                    <a:pt x="258" y="335"/>
                    <a:pt x="215" y="356"/>
                    <a:pt x="184" y="356"/>
                  </a:cubicBezTo>
                  <a:cubicBezTo>
                    <a:pt x="138" y="356"/>
                    <a:pt x="116" y="321"/>
                    <a:pt x="116" y="276"/>
                  </a:cubicBezTo>
                  <a:cubicBezTo>
                    <a:pt x="116" y="238"/>
                    <a:pt x="141" y="140"/>
                    <a:pt x="162" y="101"/>
                  </a:cubicBezTo>
                  <a:cubicBezTo>
                    <a:pt x="201" y="42"/>
                    <a:pt x="240" y="24"/>
                    <a:pt x="272" y="24"/>
                  </a:cubicBezTo>
                  <a:cubicBezTo>
                    <a:pt x="332" y="24"/>
                    <a:pt x="349" y="87"/>
                    <a:pt x="349" y="98"/>
                  </a:cubicBezTo>
                  <a:cubicBezTo>
                    <a:pt x="349" y="98"/>
                    <a:pt x="349" y="101"/>
                    <a:pt x="346" y="112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804A16D-6B2E-CE8F-24CA-0DF605D95761}"/>
                </a:ext>
              </a:extLst>
            </p:cNvPr>
            <p:cNvSpPr/>
            <p:nvPr/>
          </p:nvSpPr>
          <p:spPr>
            <a:xfrm>
              <a:off x="2799720" y="2275560"/>
              <a:ext cx="231120" cy="83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43" h="234">
                  <a:moveTo>
                    <a:pt x="611" y="42"/>
                  </a:moveTo>
                  <a:cubicBezTo>
                    <a:pt x="621" y="42"/>
                    <a:pt x="643" y="42"/>
                    <a:pt x="643" y="21"/>
                  </a:cubicBezTo>
                  <a:cubicBezTo>
                    <a:pt x="643" y="0"/>
                    <a:pt x="621" y="0"/>
                    <a:pt x="611" y="0"/>
                  </a:cubicBezTo>
                  <a:lnTo>
                    <a:pt x="32" y="0"/>
                  </a:lnTo>
                  <a:cubicBezTo>
                    <a:pt x="21" y="0"/>
                    <a:pt x="0" y="0"/>
                    <a:pt x="0" y="21"/>
                  </a:cubicBezTo>
                  <a:cubicBezTo>
                    <a:pt x="0" y="42"/>
                    <a:pt x="21" y="42"/>
                    <a:pt x="32" y="42"/>
                  </a:cubicBezTo>
                  <a:close/>
                  <a:moveTo>
                    <a:pt x="611" y="234"/>
                  </a:moveTo>
                  <a:cubicBezTo>
                    <a:pt x="621" y="234"/>
                    <a:pt x="643" y="234"/>
                    <a:pt x="643" y="213"/>
                  </a:cubicBezTo>
                  <a:cubicBezTo>
                    <a:pt x="643" y="192"/>
                    <a:pt x="621" y="192"/>
                    <a:pt x="611" y="192"/>
                  </a:cubicBezTo>
                  <a:lnTo>
                    <a:pt x="32" y="192"/>
                  </a:lnTo>
                  <a:cubicBezTo>
                    <a:pt x="21" y="192"/>
                    <a:pt x="0" y="192"/>
                    <a:pt x="0" y="213"/>
                  </a:cubicBezTo>
                  <a:cubicBezTo>
                    <a:pt x="0" y="234"/>
                    <a:pt x="21" y="234"/>
                    <a:pt x="32" y="234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676E131-1A67-A3EF-4734-B7B795BB4CBF}"/>
                </a:ext>
              </a:extLst>
            </p:cNvPr>
            <p:cNvSpPr/>
            <p:nvPr/>
          </p:nvSpPr>
          <p:spPr>
            <a:xfrm>
              <a:off x="3084480" y="2188800"/>
              <a:ext cx="115200" cy="2059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21" h="573">
                  <a:moveTo>
                    <a:pt x="198" y="24"/>
                  </a:moveTo>
                  <a:cubicBezTo>
                    <a:pt x="198" y="0"/>
                    <a:pt x="198" y="0"/>
                    <a:pt x="173" y="0"/>
                  </a:cubicBezTo>
                  <a:cubicBezTo>
                    <a:pt x="116" y="56"/>
                    <a:pt x="35" y="56"/>
                    <a:pt x="0" y="56"/>
                  </a:cubicBezTo>
                  <a:lnTo>
                    <a:pt x="0" y="87"/>
                  </a:lnTo>
                  <a:cubicBezTo>
                    <a:pt x="21" y="87"/>
                    <a:pt x="78" y="87"/>
                    <a:pt x="127" y="63"/>
                  </a:cubicBezTo>
                  <a:lnTo>
                    <a:pt x="127" y="503"/>
                  </a:lnTo>
                  <a:cubicBezTo>
                    <a:pt x="127" y="531"/>
                    <a:pt x="127" y="542"/>
                    <a:pt x="39" y="542"/>
                  </a:cubicBezTo>
                  <a:lnTo>
                    <a:pt x="7" y="542"/>
                  </a:lnTo>
                  <a:lnTo>
                    <a:pt x="7" y="573"/>
                  </a:lnTo>
                  <a:cubicBezTo>
                    <a:pt x="21" y="573"/>
                    <a:pt x="131" y="569"/>
                    <a:pt x="162" y="569"/>
                  </a:cubicBezTo>
                  <a:cubicBezTo>
                    <a:pt x="191" y="569"/>
                    <a:pt x="300" y="573"/>
                    <a:pt x="321" y="573"/>
                  </a:cubicBezTo>
                  <a:lnTo>
                    <a:pt x="321" y="542"/>
                  </a:lnTo>
                  <a:lnTo>
                    <a:pt x="286" y="542"/>
                  </a:lnTo>
                  <a:cubicBezTo>
                    <a:pt x="198" y="542"/>
                    <a:pt x="198" y="531"/>
                    <a:pt x="198" y="503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0C0D83F-FADF-CF98-12D5-FA7AAFB99DC8}"/>
                </a:ext>
              </a:extLst>
            </p:cNvPr>
            <p:cNvSpPr/>
            <p:nvPr/>
          </p:nvSpPr>
          <p:spPr>
            <a:xfrm>
              <a:off x="3320639" y="1683000"/>
              <a:ext cx="223200" cy="200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21" h="559">
                  <a:moveTo>
                    <a:pt x="381" y="175"/>
                  </a:moveTo>
                  <a:cubicBezTo>
                    <a:pt x="388" y="140"/>
                    <a:pt x="417" y="28"/>
                    <a:pt x="505" y="28"/>
                  </a:cubicBezTo>
                  <a:cubicBezTo>
                    <a:pt x="512" y="28"/>
                    <a:pt x="540" y="28"/>
                    <a:pt x="565" y="42"/>
                  </a:cubicBezTo>
                  <a:cubicBezTo>
                    <a:pt x="533" y="49"/>
                    <a:pt x="508" y="80"/>
                    <a:pt x="508" y="108"/>
                  </a:cubicBezTo>
                  <a:cubicBezTo>
                    <a:pt x="508" y="129"/>
                    <a:pt x="519" y="154"/>
                    <a:pt x="554" y="154"/>
                  </a:cubicBezTo>
                  <a:cubicBezTo>
                    <a:pt x="582" y="154"/>
                    <a:pt x="621" y="129"/>
                    <a:pt x="621" y="80"/>
                  </a:cubicBezTo>
                  <a:cubicBezTo>
                    <a:pt x="621" y="17"/>
                    <a:pt x="547" y="0"/>
                    <a:pt x="505" y="0"/>
                  </a:cubicBezTo>
                  <a:cubicBezTo>
                    <a:pt x="434" y="0"/>
                    <a:pt x="388" y="66"/>
                    <a:pt x="374" y="94"/>
                  </a:cubicBezTo>
                  <a:cubicBezTo>
                    <a:pt x="342" y="14"/>
                    <a:pt x="275" y="0"/>
                    <a:pt x="240" y="0"/>
                  </a:cubicBezTo>
                  <a:cubicBezTo>
                    <a:pt x="109" y="0"/>
                    <a:pt x="39" y="161"/>
                    <a:pt x="39" y="189"/>
                  </a:cubicBezTo>
                  <a:cubicBezTo>
                    <a:pt x="39" y="203"/>
                    <a:pt x="49" y="203"/>
                    <a:pt x="53" y="203"/>
                  </a:cubicBezTo>
                  <a:cubicBezTo>
                    <a:pt x="64" y="203"/>
                    <a:pt x="67" y="199"/>
                    <a:pt x="71" y="189"/>
                  </a:cubicBezTo>
                  <a:cubicBezTo>
                    <a:pt x="113" y="59"/>
                    <a:pt x="194" y="28"/>
                    <a:pt x="237" y="28"/>
                  </a:cubicBezTo>
                  <a:cubicBezTo>
                    <a:pt x="261" y="28"/>
                    <a:pt x="304" y="38"/>
                    <a:pt x="304" y="108"/>
                  </a:cubicBezTo>
                  <a:cubicBezTo>
                    <a:pt x="304" y="147"/>
                    <a:pt x="282" y="231"/>
                    <a:pt x="237" y="405"/>
                  </a:cubicBezTo>
                  <a:cubicBezTo>
                    <a:pt x="215" y="482"/>
                    <a:pt x="173" y="531"/>
                    <a:pt x="120" y="531"/>
                  </a:cubicBezTo>
                  <a:cubicBezTo>
                    <a:pt x="109" y="531"/>
                    <a:pt x="81" y="531"/>
                    <a:pt x="56" y="517"/>
                  </a:cubicBezTo>
                  <a:cubicBezTo>
                    <a:pt x="88" y="510"/>
                    <a:pt x="113" y="486"/>
                    <a:pt x="113" y="451"/>
                  </a:cubicBezTo>
                  <a:cubicBezTo>
                    <a:pt x="113" y="416"/>
                    <a:pt x="88" y="405"/>
                    <a:pt x="67" y="405"/>
                  </a:cubicBezTo>
                  <a:cubicBezTo>
                    <a:pt x="32" y="405"/>
                    <a:pt x="0" y="440"/>
                    <a:pt x="0" y="479"/>
                  </a:cubicBezTo>
                  <a:cubicBezTo>
                    <a:pt x="0" y="535"/>
                    <a:pt x="64" y="559"/>
                    <a:pt x="116" y="559"/>
                  </a:cubicBezTo>
                  <a:cubicBezTo>
                    <a:pt x="201" y="559"/>
                    <a:pt x="244" y="472"/>
                    <a:pt x="247" y="465"/>
                  </a:cubicBezTo>
                  <a:cubicBezTo>
                    <a:pt x="265" y="510"/>
                    <a:pt x="307" y="559"/>
                    <a:pt x="381" y="559"/>
                  </a:cubicBezTo>
                  <a:cubicBezTo>
                    <a:pt x="512" y="559"/>
                    <a:pt x="582" y="402"/>
                    <a:pt x="582" y="370"/>
                  </a:cubicBezTo>
                  <a:cubicBezTo>
                    <a:pt x="582" y="356"/>
                    <a:pt x="572" y="356"/>
                    <a:pt x="568" y="356"/>
                  </a:cubicBezTo>
                  <a:cubicBezTo>
                    <a:pt x="558" y="356"/>
                    <a:pt x="554" y="363"/>
                    <a:pt x="551" y="370"/>
                  </a:cubicBezTo>
                  <a:cubicBezTo>
                    <a:pt x="512" y="503"/>
                    <a:pt x="427" y="531"/>
                    <a:pt x="385" y="531"/>
                  </a:cubicBezTo>
                  <a:cubicBezTo>
                    <a:pt x="335" y="531"/>
                    <a:pt x="318" y="493"/>
                    <a:pt x="318" y="451"/>
                  </a:cubicBezTo>
                  <a:cubicBezTo>
                    <a:pt x="318" y="423"/>
                    <a:pt x="325" y="398"/>
                    <a:pt x="339" y="342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7A7912C-E133-1A39-DE96-DBB3CBC57DB8}"/>
                </a:ext>
              </a:extLst>
            </p:cNvPr>
            <p:cNvSpPr/>
            <p:nvPr/>
          </p:nvSpPr>
          <p:spPr>
            <a:xfrm>
              <a:off x="3577679" y="1738440"/>
              <a:ext cx="96120" cy="209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8" h="583">
                  <a:moveTo>
                    <a:pt x="244" y="31"/>
                  </a:moveTo>
                  <a:cubicBezTo>
                    <a:pt x="244" y="17"/>
                    <a:pt x="233" y="0"/>
                    <a:pt x="208" y="0"/>
                  </a:cubicBezTo>
                  <a:cubicBezTo>
                    <a:pt x="184" y="0"/>
                    <a:pt x="159" y="21"/>
                    <a:pt x="159" y="49"/>
                  </a:cubicBezTo>
                  <a:cubicBezTo>
                    <a:pt x="159" y="63"/>
                    <a:pt x="169" y="80"/>
                    <a:pt x="194" y="80"/>
                  </a:cubicBezTo>
                  <a:cubicBezTo>
                    <a:pt x="219" y="80"/>
                    <a:pt x="244" y="56"/>
                    <a:pt x="244" y="31"/>
                  </a:cubicBezTo>
                  <a:close/>
                  <a:moveTo>
                    <a:pt x="64" y="472"/>
                  </a:moveTo>
                  <a:cubicBezTo>
                    <a:pt x="60" y="482"/>
                    <a:pt x="56" y="493"/>
                    <a:pt x="56" y="510"/>
                  </a:cubicBezTo>
                  <a:cubicBezTo>
                    <a:pt x="56" y="549"/>
                    <a:pt x="92" y="583"/>
                    <a:pt x="141" y="583"/>
                  </a:cubicBezTo>
                  <a:cubicBezTo>
                    <a:pt x="229" y="583"/>
                    <a:pt x="268" y="461"/>
                    <a:pt x="268" y="451"/>
                  </a:cubicBezTo>
                  <a:cubicBezTo>
                    <a:pt x="268" y="437"/>
                    <a:pt x="254" y="437"/>
                    <a:pt x="254" y="437"/>
                  </a:cubicBezTo>
                  <a:cubicBezTo>
                    <a:pt x="240" y="437"/>
                    <a:pt x="240" y="444"/>
                    <a:pt x="237" y="454"/>
                  </a:cubicBezTo>
                  <a:cubicBezTo>
                    <a:pt x="215" y="521"/>
                    <a:pt x="177" y="559"/>
                    <a:pt x="141" y="559"/>
                  </a:cubicBezTo>
                  <a:cubicBezTo>
                    <a:pt x="124" y="559"/>
                    <a:pt x="120" y="545"/>
                    <a:pt x="120" y="528"/>
                  </a:cubicBezTo>
                  <a:cubicBezTo>
                    <a:pt x="120" y="507"/>
                    <a:pt x="127" y="493"/>
                    <a:pt x="134" y="472"/>
                  </a:cubicBezTo>
                  <a:cubicBezTo>
                    <a:pt x="145" y="447"/>
                    <a:pt x="152" y="426"/>
                    <a:pt x="162" y="402"/>
                  </a:cubicBezTo>
                  <a:cubicBezTo>
                    <a:pt x="169" y="381"/>
                    <a:pt x="201" y="304"/>
                    <a:pt x="205" y="293"/>
                  </a:cubicBezTo>
                  <a:cubicBezTo>
                    <a:pt x="208" y="283"/>
                    <a:pt x="212" y="273"/>
                    <a:pt x="212" y="266"/>
                  </a:cubicBezTo>
                  <a:cubicBezTo>
                    <a:pt x="212" y="224"/>
                    <a:pt x="177" y="192"/>
                    <a:pt x="127" y="192"/>
                  </a:cubicBezTo>
                  <a:cubicBezTo>
                    <a:pt x="39" y="192"/>
                    <a:pt x="0" y="311"/>
                    <a:pt x="0" y="325"/>
                  </a:cubicBezTo>
                  <a:cubicBezTo>
                    <a:pt x="0" y="335"/>
                    <a:pt x="14" y="335"/>
                    <a:pt x="14" y="335"/>
                  </a:cubicBezTo>
                  <a:cubicBezTo>
                    <a:pt x="28" y="335"/>
                    <a:pt x="28" y="332"/>
                    <a:pt x="32" y="321"/>
                  </a:cubicBezTo>
                  <a:cubicBezTo>
                    <a:pt x="53" y="248"/>
                    <a:pt x="92" y="217"/>
                    <a:pt x="124" y="217"/>
                  </a:cubicBezTo>
                  <a:cubicBezTo>
                    <a:pt x="138" y="217"/>
                    <a:pt x="148" y="224"/>
                    <a:pt x="148" y="248"/>
                  </a:cubicBezTo>
                  <a:cubicBezTo>
                    <a:pt x="148" y="266"/>
                    <a:pt x="141" y="280"/>
                    <a:pt x="120" y="332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CFD5694-EA9E-D03F-4EFD-4B85A092A833}"/>
                </a:ext>
              </a:extLst>
            </p:cNvPr>
            <p:cNvSpPr/>
            <p:nvPr/>
          </p:nvSpPr>
          <p:spPr>
            <a:xfrm>
              <a:off x="3723840" y="1908000"/>
              <a:ext cx="40320" cy="96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3" h="269">
                  <a:moveTo>
                    <a:pt x="88" y="87"/>
                  </a:moveTo>
                  <a:cubicBezTo>
                    <a:pt x="88" y="133"/>
                    <a:pt x="81" y="189"/>
                    <a:pt x="18" y="245"/>
                  </a:cubicBezTo>
                  <a:cubicBezTo>
                    <a:pt x="14" y="248"/>
                    <a:pt x="14" y="252"/>
                    <a:pt x="14" y="255"/>
                  </a:cubicBezTo>
                  <a:cubicBezTo>
                    <a:pt x="14" y="262"/>
                    <a:pt x="21" y="269"/>
                    <a:pt x="25" y="269"/>
                  </a:cubicBezTo>
                  <a:cubicBezTo>
                    <a:pt x="39" y="269"/>
                    <a:pt x="113" y="199"/>
                    <a:pt x="113" y="94"/>
                  </a:cubicBezTo>
                  <a:cubicBezTo>
                    <a:pt x="113" y="42"/>
                    <a:pt x="92" y="0"/>
                    <a:pt x="49" y="0"/>
                  </a:cubicBezTo>
                  <a:cubicBezTo>
                    <a:pt x="21" y="0"/>
                    <a:pt x="0" y="21"/>
                    <a:pt x="0" y="49"/>
                  </a:cubicBezTo>
                  <a:cubicBezTo>
                    <a:pt x="0" y="77"/>
                    <a:pt x="21" y="101"/>
                    <a:pt x="53" y="101"/>
                  </a:cubicBezTo>
                  <a:cubicBezTo>
                    <a:pt x="74" y="101"/>
                    <a:pt x="88" y="87"/>
                    <a:pt x="88" y="87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27BBB0B-A908-DBCD-8A3B-EF994313E537}"/>
                </a:ext>
              </a:extLst>
            </p:cNvPr>
            <p:cNvSpPr/>
            <p:nvPr/>
          </p:nvSpPr>
          <p:spPr>
            <a:xfrm>
              <a:off x="3807720" y="1807560"/>
              <a:ext cx="154800" cy="200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31" h="559">
                  <a:moveTo>
                    <a:pt x="427" y="63"/>
                  </a:moveTo>
                  <a:cubicBezTo>
                    <a:pt x="431" y="49"/>
                    <a:pt x="431" y="45"/>
                    <a:pt x="431" y="45"/>
                  </a:cubicBezTo>
                  <a:cubicBezTo>
                    <a:pt x="431" y="24"/>
                    <a:pt x="417" y="17"/>
                    <a:pt x="402" y="17"/>
                  </a:cubicBezTo>
                  <a:cubicBezTo>
                    <a:pt x="381" y="17"/>
                    <a:pt x="364" y="31"/>
                    <a:pt x="360" y="49"/>
                  </a:cubicBezTo>
                  <a:cubicBezTo>
                    <a:pt x="346" y="24"/>
                    <a:pt x="318" y="0"/>
                    <a:pt x="272" y="0"/>
                  </a:cubicBezTo>
                  <a:cubicBezTo>
                    <a:pt x="162" y="0"/>
                    <a:pt x="46" y="115"/>
                    <a:pt x="46" y="241"/>
                  </a:cubicBezTo>
                  <a:cubicBezTo>
                    <a:pt x="46" y="328"/>
                    <a:pt x="109" y="381"/>
                    <a:pt x="180" y="381"/>
                  </a:cubicBezTo>
                  <a:cubicBezTo>
                    <a:pt x="219" y="381"/>
                    <a:pt x="258" y="360"/>
                    <a:pt x="289" y="335"/>
                  </a:cubicBezTo>
                  <a:lnTo>
                    <a:pt x="272" y="412"/>
                  </a:lnTo>
                  <a:cubicBezTo>
                    <a:pt x="261" y="447"/>
                    <a:pt x="254" y="472"/>
                    <a:pt x="222" y="503"/>
                  </a:cubicBezTo>
                  <a:cubicBezTo>
                    <a:pt x="184" y="535"/>
                    <a:pt x="145" y="535"/>
                    <a:pt x="124" y="535"/>
                  </a:cubicBezTo>
                  <a:cubicBezTo>
                    <a:pt x="85" y="535"/>
                    <a:pt x="71" y="531"/>
                    <a:pt x="56" y="528"/>
                  </a:cubicBezTo>
                  <a:cubicBezTo>
                    <a:pt x="78" y="517"/>
                    <a:pt x="85" y="496"/>
                    <a:pt x="85" y="486"/>
                  </a:cubicBezTo>
                  <a:cubicBezTo>
                    <a:pt x="85" y="465"/>
                    <a:pt x="67" y="451"/>
                    <a:pt x="49" y="451"/>
                  </a:cubicBezTo>
                  <a:cubicBezTo>
                    <a:pt x="25" y="451"/>
                    <a:pt x="0" y="472"/>
                    <a:pt x="0" y="507"/>
                  </a:cubicBezTo>
                  <a:cubicBezTo>
                    <a:pt x="0" y="556"/>
                    <a:pt x="74" y="559"/>
                    <a:pt x="124" y="559"/>
                  </a:cubicBezTo>
                  <a:cubicBezTo>
                    <a:pt x="261" y="559"/>
                    <a:pt x="321" y="489"/>
                    <a:pt x="332" y="440"/>
                  </a:cubicBezTo>
                  <a:close/>
                  <a:moveTo>
                    <a:pt x="307" y="266"/>
                  </a:moveTo>
                  <a:cubicBezTo>
                    <a:pt x="304" y="280"/>
                    <a:pt x="304" y="280"/>
                    <a:pt x="289" y="297"/>
                  </a:cubicBezTo>
                  <a:cubicBezTo>
                    <a:pt x="258" y="335"/>
                    <a:pt x="215" y="356"/>
                    <a:pt x="184" y="356"/>
                  </a:cubicBezTo>
                  <a:cubicBezTo>
                    <a:pt x="138" y="356"/>
                    <a:pt x="116" y="321"/>
                    <a:pt x="116" y="276"/>
                  </a:cubicBezTo>
                  <a:cubicBezTo>
                    <a:pt x="116" y="238"/>
                    <a:pt x="141" y="140"/>
                    <a:pt x="162" y="101"/>
                  </a:cubicBezTo>
                  <a:cubicBezTo>
                    <a:pt x="201" y="42"/>
                    <a:pt x="240" y="24"/>
                    <a:pt x="272" y="24"/>
                  </a:cubicBezTo>
                  <a:cubicBezTo>
                    <a:pt x="332" y="24"/>
                    <a:pt x="349" y="87"/>
                    <a:pt x="349" y="98"/>
                  </a:cubicBezTo>
                  <a:cubicBezTo>
                    <a:pt x="349" y="98"/>
                    <a:pt x="349" y="101"/>
                    <a:pt x="346" y="112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E62D1A9-38F9-46D0-F2BE-75365EDEC6E7}"/>
                </a:ext>
              </a:extLst>
            </p:cNvPr>
            <p:cNvSpPr/>
            <p:nvPr/>
          </p:nvSpPr>
          <p:spPr>
            <a:xfrm>
              <a:off x="4140360" y="1743480"/>
              <a:ext cx="47880" cy="47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4" h="133">
                  <a:moveTo>
                    <a:pt x="134" y="66"/>
                  </a:moveTo>
                  <a:cubicBezTo>
                    <a:pt x="134" y="31"/>
                    <a:pt x="106" y="0"/>
                    <a:pt x="67" y="0"/>
                  </a:cubicBezTo>
                  <a:cubicBezTo>
                    <a:pt x="32" y="0"/>
                    <a:pt x="0" y="31"/>
                    <a:pt x="0" y="66"/>
                  </a:cubicBezTo>
                  <a:cubicBezTo>
                    <a:pt x="0" y="105"/>
                    <a:pt x="32" y="133"/>
                    <a:pt x="67" y="133"/>
                  </a:cubicBezTo>
                  <a:cubicBezTo>
                    <a:pt x="106" y="133"/>
                    <a:pt x="134" y="105"/>
                    <a:pt x="134" y="66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7AB28E9-C329-329A-7D59-BD650FDABF75}"/>
                </a:ext>
              </a:extLst>
            </p:cNvPr>
            <p:cNvSpPr/>
            <p:nvPr/>
          </p:nvSpPr>
          <p:spPr>
            <a:xfrm>
              <a:off x="4350240" y="1576080"/>
              <a:ext cx="320040" cy="3128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90" h="870">
                  <a:moveTo>
                    <a:pt x="713" y="140"/>
                  </a:moveTo>
                  <a:cubicBezTo>
                    <a:pt x="773" y="45"/>
                    <a:pt x="826" y="42"/>
                    <a:pt x="872" y="38"/>
                  </a:cubicBezTo>
                  <a:cubicBezTo>
                    <a:pt x="886" y="38"/>
                    <a:pt x="890" y="17"/>
                    <a:pt x="890" y="14"/>
                  </a:cubicBezTo>
                  <a:cubicBezTo>
                    <a:pt x="890" y="3"/>
                    <a:pt x="883" y="0"/>
                    <a:pt x="872" y="0"/>
                  </a:cubicBezTo>
                  <a:cubicBezTo>
                    <a:pt x="840" y="0"/>
                    <a:pt x="805" y="3"/>
                    <a:pt x="770" y="3"/>
                  </a:cubicBezTo>
                  <a:cubicBezTo>
                    <a:pt x="727" y="3"/>
                    <a:pt x="685" y="0"/>
                    <a:pt x="646" y="0"/>
                  </a:cubicBezTo>
                  <a:cubicBezTo>
                    <a:pt x="639" y="0"/>
                    <a:pt x="621" y="0"/>
                    <a:pt x="621" y="24"/>
                  </a:cubicBezTo>
                  <a:cubicBezTo>
                    <a:pt x="621" y="38"/>
                    <a:pt x="635" y="38"/>
                    <a:pt x="643" y="38"/>
                  </a:cubicBezTo>
                  <a:cubicBezTo>
                    <a:pt x="678" y="42"/>
                    <a:pt x="699" y="52"/>
                    <a:pt x="699" y="80"/>
                  </a:cubicBezTo>
                  <a:cubicBezTo>
                    <a:pt x="699" y="98"/>
                    <a:pt x="681" y="126"/>
                    <a:pt x="681" y="126"/>
                  </a:cubicBezTo>
                  <a:lnTo>
                    <a:pt x="300" y="727"/>
                  </a:lnTo>
                  <a:lnTo>
                    <a:pt x="215" y="77"/>
                  </a:lnTo>
                  <a:cubicBezTo>
                    <a:pt x="215" y="56"/>
                    <a:pt x="244" y="38"/>
                    <a:pt x="300" y="38"/>
                  </a:cubicBezTo>
                  <a:cubicBezTo>
                    <a:pt x="318" y="38"/>
                    <a:pt x="332" y="38"/>
                    <a:pt x="332" y="14"/>
                  </a:cubicBezTo>
                  <a:cubicBezTo>
                    <a:pt x="332" y="3"/>
                    <a:pt x="321" y="0"/>
                    <a:pt x="314" y="0"/>
                  </a:cubicBezTo>
                  <a:cubicBezTo>
                    <a:pt x="265" y="0"/>
                    <a:pt x="212" y="3"/>
                    <a:pt x="159" y="3"/>
                  </a:cubicBezTo>
                  <a:cubicBezTo>
                    <a:pt x="138" y="3"/>
                    <a:pt x="113" y="3"/>
                    <a:pt x="92" y="3"/>
                  </a:cubicBezTo>
                  <a:cubicBezTo>
                    <a:pt x="67" y="3"/>
                    <a:pt x="46" y="0"/>
                    <a:pt x="25" y="0"/>
                  </a:cubicBezTo>
                  <a:cubicBezTo>
                    <a:pt x="14" y="0"/>
                    <a:pt x="0" y="0"/>
                    <a:pt x="0" y="24"/>
                  </a:cubicBezTo>
                  <a:cubicBezTo>
                    <a:pt x="0" y="38"/>
                    <a:pt x="11" y="38"/>
                    <a:pt x="32" y="38"/>
                  </a:cubicBezTo>
                  <a:cubicBezTo>
                    <a:pt x="102" y="38"/>
                    <a:pt x="102" y="49"/>
                    <a:pt x="106" y="80"/>
                  </a:cubicBezTo>
                  <a:lnTo>
                    <a:pt x="205" y="842"/>
                  </a:lnTo>
                  <a:cubicBezTo>
                    <a:pt x="208" y="866"/>
                    <a:pt x="212" y="870"/>
                    <a:pt x="229" y="870"/>
                  </a:cubicBezTo>
                  <a:cubicBezTo>
                    <a:pt x="251" y="870"/>
                    <a:pt x="254" y="863"/>
                    <a:pt x="265" y="846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B44FA68-4A7F-539A-3FD9-864DAC0627D8}"/>
                </a:ext>
              </a:extLst>
            </p:cNvPr>
            <p:cNvSpPr/>
            <p:nvPr/>
          </p:nvSpPr>
          <p:spPr>
            <a:xfrm>
              <a:off x="4599360" y="1738440"/>
              <a:ext cx="96120" cy="209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8" h="583">
                  <a:moveTo>
                    <a:pt x="244" y="31"/>
                  </a:moveTo>
                  <a:cubicBezTo>
                    <a:pt x="244" y="17"/>
                    <a:pt x="233" y="0"/>
                    <a:pt x="208" y="0"/>
                  </a:cubicBezTo>
                  <a:cubicBezTo>
                    <a:pt x="184" y="0"/>
                    <a:pt x="159" y="21"/>
                    <a:pt x="159" y="49"/>
                  </a:cubicBezTo>
                  <a:cubicBezTo>
                    <a:pt x="159" y="63"/>
                    <a:pt x="169" y="80"/>
                    <a:pt x="194" y="80"/>
                  </a:cubicBezTo>
                  <a:cubicBezTo>
                    <a:pt x="219" y="80"/>
                    <a:pt x="244" y="56"/>
                    <a:pt x="244" y="31"/>
                  </a:cubicBezTo>
                  <a:close/>
                  <a:moveTo>
                    <a:pt x="64" y="472"/>
                  </a:moveTo>
                  <a:cubicBezTo>
                    <a:pt x="60" y="482"/>
                    <a:pt x="56" y="493"/>
                    <a:pt x="56" y="510"/>
                  </a:cubicBezTo>
                  <a:cubicBezTo>
                    <a:pt x="56" y="549"/>
                    <a:pt x="92" y="583"/>
                    <a:pt x="141" y="583"/>
                  </a:cubicBezTo>
                  <a:cubicBezTo>
                    <a:pt x="229" y="583"/>
                    <a:pt x="268" y="461"/>
                    <a:pt x="268" y="451"/>
                  </a:cubicBezTo>
                  <a:cubicBezTo>
                    <a:pt x="268" y="437"/>
                    <a:pt x="254" y="437"/>
                    <a:pt x="254" y="437"/>
                  </a:cubicBezTo>
                  <a:cubicBezTo>
                    <a:pt x="240" y="437"/>
                    <a:pt x="240" y="444"/>
                    <a:pt x="237" y="454"/>
                  </a:cubicBezTo>
                  <a:cubicBezTo>
                    <a:pt x="215" y="521"/>
                    <a:pt x="177" y="559"/>
                    <a:pt x="141" y="559"/>
                  </a:cubicBezTo>
                  <a:cubicBezTo>
                    <a:pt x="124" y="559"/>
                    <a:pt x="120" y="545"/>
                    <a:pt x="120" y="528"/>
                  </a:cubicBezTo>
                  <a:cubicBezTo>
                    <a:pt x="120" y="507"/>
                    <a:pt x="127" y="493"/>
                    <a:pt x="134" y="472"/>
                  </a:cubicBezTo>
                  <a:cubicBezTo>
                    <a:pt x="145" y="447"/>
                    <a:pt x="152" y="426"/>
                    <a:pt x="162" y="402"/>
                  </a:cubicBezTo>
                  <a:cubicBezTo>
                    <a:pt x="169" y="381"/>
                    <a:pt x="201" y="304"/>
                    <a:pt x="205" y="293"/>
                  </a:cubicBezTo>
                  <a:cubicBezTo>
                    <a:pt x="208" y="283"/>
                    <a:pt x="212" y="273"/>
                    <a:pt x="212" y="266"/>
                  </a:cubicBezTo>
                  <a:cubicBezTo>
                    <a:pt x="212" y="224"/>
                    <a:pt x="177" y="192"/>
                    <a:pt x="127" y="192"/>
                  </a:cubicBezTo>
                  <a:cubicBezTo>
                    <a:pt x="39" y="192"/>
                    <a:pt x="0" y="311"/>
                    <a:pt x="0" y="325"/>
                  </a:cubicBezTo>
                  <a:cubicBezTo>
                    <a:pt x="0" y="335"/>
                    <a:pt x="11" y="335"/>
                    <a:pt x="14" y="335"/>
                  </a:cubicBezTo>
                  <a:cubicBezTo>
                    <a:pt x="28" y="335"/>
                    <a:pt x="28" y="332"/>
                    <a:pt x="32" y="321"/>
                  </a:cubicBezTo>
                  <a:cubicBezTo>
                    <a:pt x="53" y="248"/>
                    <a:pt x="92" y="217"/>
                    <a:pt x="124" y="217"/>
                  </a:cubicBezTo>
                  <a:cubicBezTo>
                    <a:pt x="138" y="217"/>
                    <a:pt x="148" y="224"/>
                    <a:pt x="148" y="248"/>
                  </a:cubicBezTo>
                  <a:cubicBezTo>
                    <a:pt x="148" y="266"/>
                    <a:pt x="141" y="280"/>
                    <a:pt x="120" y="332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A93842F-6EF9-6CEB-7D05-3FCFA0D4BE39}"/>
                </a:ext>
              </a:extLst>
            </p:cNvPr>
            <p:cNvSpPr/>
            <p:nvPr/>
          </p:nvSpPr>
          <p:spPr>
            <a:xfrm>
              <a:off x="4777200" y="1545839"/>
              <a:ext cx="105120" cy="44243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93" h="1230">
                  <a:moveTo>
                    <a:pt x="293" y="1219"/>
                  </a:moveTo>
                  <a:cubicBezTo>
                    <a:pt x="293" y="1216"/>
                    <a:pt x="293" y="1212"/>
                    <a:pt x="268" y="1191"/>
                  </a:cubicBezTo>
                  <a:cubicBezTo>
                    <a:pt x="113" y="1038"/>
                    <a:pt x="74" y="804"/>
                    <a:pt x="74" y="615"/>
                  </a:cubicBezTo>
                  <a:cubicBezTo>
                    <a:pt x="74" y="402"/>
                    <a:pt x="120" y="189"/>
                    <a:pt x="275" y="35"/>
                  </a:cubicBezTo>
                  <a:cubicBezTo>
                    <a:pt x="293" y="17"/>
                    <a:pt x="293" y="17"/>
                    <a:pt x="293" y="14"/>
                  </a:cubicBezTo>
                  <a:cubicBezTo>
                    <a:pt x="293" y="3"/>
                    <a:pt x="286" y="0"/>
                    <a:pt x="279" y="0"/>
                  </a:cubicBezTo>
                  <a:cubicBezTo>
                    <a:pt x="265" y="0"/>
                    <a:pt x="152" y="84"/>
                    <a:pt x="78" y="241"/>
                  </a:cubicBezTo>
                  <a:cubicBezTo>
                    <a:pt x="14" y="377"/>
                    <a:pt x="0" y="514"/>
                    <a:pt x="0" y="615"/>
                  </a:cubicBezTo>
                  <a:cubicBezTo>
                    <a:pt x="0" y="713"/>
                    <a:pt x="14" y="859"/>
                    <a:pt x="81" y="999"/>
                  </a:cubicBezTo>
                  <a:cubicBezTo>
                    <a:pt x="159" y="1153"/>
                    <a:pt x="265" y="1230"/>
                    <a:pt x="279" y="1230"/>
                  </a:cubicBezTo>
                  <a:cubicBezTo>
                    <a:pt x="286" y="1230"/>
                    <a:pt x="293" y="1226"/>
                    <a:pt x="293" y="1219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487080B-F570-8C97-AEDC-44E1F5E5FAB4}"/>
                </a:ext>
              </a:extLst>
            </p:cNvPr>
            <p:cNvSpPr/>
            <p:nvPr/>
          </p:nvSpPr>
          <p:spPr>
            <a:xfrm>
              <a:off x="4913279" y="1683000"/>
              <a:ext cx="205560" cy="2865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72" h="797">
                  <a:moveTo>
                    <a:pt x="568" y="80"/>
                  </a:moveTo>
                  <a:cubicBezTo>
                    <a:pt x="572" y="73"/>
                    <a:pt x="572" y="66"/>
                    <a:pt x="572" y="59"/>
                  </a:cubicBezTo>
                  <a:cubicBezTo>
                    <a:pt x="572" y="38"/>
                    <a:pt x="558" y="24"/>
                    <a:pt x="537" y="24"/>
                  </a:cubicBezTo>
                  <a:cubicBezTo>
                    <a:pt x="526" y="24"/>
                    <a:pt x="491" y="35"/>
                    <a:pt x="487" y="77"/>
                  </a:cubicBezTo>
                  <a:cubicBezTo>
                    <a:pt x="462" y="31"/>
                    <a:pt x="420" y="0"/>
                    <a:pt x="371" y="0"/>
                  </a:cubicBezTo>
                  <a:cubicBezTo>
                    <a:pt x="226" y="0"/>
                    <a:pt x="74" y="171"/>
                    <a:pt x="74" y="349"/>
                  </a:cubicBezTo>
                  <a:cubicBezTo>
                    <a:pt x="74" y="472"/>
                    <a:pt x="148" y="545"/>
                    <a:pt x="240" y="545"/>
                  </a:cubicBezTo>
                  <a:cubicBezTo>
                    <a:pt x="311" y="545"/>
                    <a:pt x="371" y="486"/>
                    <a:pt x="385" y="475"/>
                  </a:cubicBezTo>
                  <a:cubicBezTo>
                    <a:pt x="357" y="583"/>
                    <a:pt x="342" y="636"/>
                    <a:pt x="342" y="639"/>
                  </a:cubicBezTo>
                  <a:cubicBezTo>
                    <a:pt x="339" y="650"/>
                    <a:pt x="297" y="772"/>
                    <a:pt x="162" y="772"/>
                  </a:cubicBezTo>
                  <a:cubicBezTo>
                    <a:pt x="141" y="772"/>
                    <a:pt x="99" y="769"/>
                    <a:pt x="64" y="758"/>
                  </a:cubicBezTo>
                  <a:cubicBezTo>
                    <a:pt x="102" y="748"/>
                    <a:pt x="116" y="716"/>
                    <a:pt x="116" y="695"/>
                  </a:cubicBezTo>
                  <a:cubicBezTo>
                    <a:pt x="116" y="674"/>
                    <a:pt x="102" y="650"/>
                    <a:pt x="67" y="650"/>
                  </a:cubicBezTo>
                  <a:cubicBezTo>
                    <a:pt x="39" y="650"/>
                    <a:pt x="0" y="674"/>
                    <a:pt x="0" y="723"/>
                  </a:cubicBezTo>
                  <a:cubicBezTo>
                    <a:pt x="0" y="772"/>
                    <a:pt x="46" y="797"/>
                    <a:pt x="166" y="797"/>
                  </a:cubicBezTo>
                  <a:cubicBezTo>
                    <a:pt x="321" y="797"/>
                    <a:pt x="413" y="702"/>
                    <a:pt x="431" y="629"/>
                  </a:cubicBezTo>
                  <a:close/>
                  <a:moveTo>
                    <a:pt x="406" y="388"/>
                  </a:moveTo>
                  <a:cubicBezTo>
                    <a:pt x="399" y="419"/>
                    <a:pt x="371" y="451"/>
                    <a:pt x="342" y="475"/>
                  </a:cubicBezTo>
                  <a:cubicBezTo>
                    <a:pt x="318" y="496"/>
                    <a:pt x="279" y="517"/>
                    <a:pt x="244" y="517"/>
                  </a:cubicBezTo>
                  <a:cubicBezTo>
                    <a:pt x="180" y="517"/>
                    <a:pt x="162" y="454"/>
                    <a:pt x="162" y="405"/>
                  </a:cubicBezTo>
                  <a:cubicBezTo>
                    <a:pt x="162" y="346"/>
                    <a:pt x="198" y="199"/>
                    <a:pt x="229" y="136"/>
                  </a:cubicBezTo>
                  <a:cubicBezTo>
                    <a:pt x="265" y="77"/>
                    <a:pt x="318" y="28"/>
                    <a:pt x="371" y="28"/>
                  </a:cubicBezTo>
                  <a:cubicBezTo>
                    <a:pt x="452" y="28"/>
                    <a:pt x="470" y="126"/>
                    <a:pt x="470" y="133"/>
                  </a:cubicBezTo>
                  <a:cubicBezTo>
                    <a:pt x="470" y="140"/>
                    <a:pt x="470" y="147"/>
                    <a:pt x="466" y="150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5189A70-3E5C-E28A-A1FB-DA27960C4B59}"/>
                </a:ext>
              </a:extLst>
            </p:cNvPr>
            <p:cNvSpPr/>
            <p:nvPr/>
          </p:nvSpPr>
          <p:spPr>
            <a:xfrm>
              <a:off x="5159880" y="1545839"/>
              <a:ext cx="105120" cy="44243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93" h="1230">
                  <a:moveTo>
                    <a:pt x="293" y="615"/>
                  </a:moveTo>
                  <a:cubicBezTo>
                    <a:pt x="293" y="521"/>
                    <a:pt x="279" y="370"/>
                    <a:pt x="208" y="231"/>
                  </a:cubicBezTo>
                  <a:cubicBezTo>
                    <a:pt x="134" y="80"/>
                    <a:pt x="25" y="0"/>
                    <a:pt x="14" y="0"/>
                  </a:cubicBezTo>
                  <a:cubicBezTo>
                    <a:pt x="4" y="0"/>
                    <a:pt x="0" y="3"/>
                    <a:pt x="0" y="14"/>
                  </a:cubicBezTo>
                  <a:cubicBezTo>
                    <a:pt x="0" y="17"/>
                    <a:pt x="0" y="17"/>
                    <a:pt x="25" y="42"/>
                  </a:cubicBezTo>
                  <a:cubicBezTo>
                    <a:pt x="148" y="164"/>
                    <a:pt x="219" y="360"/>
                    <a:pt x="219" y="615"/>
                  </a:cubicBezTo>
                  <a:cubicBezTo>
                    <a:pt x="219" y="828"/>
                    <a:pt x="173" y="1045"/>
                    <a:pt x="18" y="1198"/>
                  </a:cubicBezTo>
                  <a:cubicBezTo>
                    <a:pt x="0" y="1212"/>
                    <a:pt x="0" y="1216"/>
                    <a:pt x="0" y="1219"/>
                  </a:cubicBezTo>
                  <a:cubicBezTo>
                    <a:pt x="0" y="1226"/>
                    <a:pt x="4" y="1230"/>
                    <a:pt x="14" y="1230"/>
                  </a:cubicBezTo>
                  <a:cubicBezTo>
                    <a:pt x="25" y="1230"/>
                    <a:pt x="138" y="1146"/>
                    <a:pt x="212" y="992"/>
                  </a:cubicBezTo>
                  <a:cubicBezTo>
                    <a:pt x="275" y="856"/>
                    <a:pt x="293" y="720"/>
                    <a:pt x="293" y="615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D7B1231-9CBC-0244-AD2E-6528B6FF952D}"/>
                </a:ext>
              </a:extLst>
            </p:cNvPr>
            <p:cNvSpPr/>
            <p:nvPr/>
          </p:nvSpPr>
          <p:spPr>
            <a:xfrm>
              <a:off x="5337720" y="1545839"/>
              <a:ext cx="105120" cy="44243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93" h="1230">
                  <a:moveTo>
                    <a:pt x="293" y="615"/>
                  </a:moveTo>
                  <a:cubicBezTo>
                    <a:pt x="293" y="521"/>
                    <a:pt x="279" y="370"/>
                    <a:pt x="208" y="231"/>
                  </a:cubicBezTo>
                  <a:cubicBezTo>
                    <a:pt x="134" y="80"/>
                    <a:pt x="25" y="0"/>
                    <a:pt x="14" y="0"/>
                  </a:cubicBezTo>
                  <a:cubicBezTo>
                    <a:pt x="4" y="0"/>
                    <a:pt x="0" y="3"/>
                    <a:pt x="0" y="14"/>
                  </a:cubicBezTo>
                  <a:cubicBezTo>
                    <a:pt x="0" y="17"/>
                    <a:pt x="0" y="17"/>
                    <a:pt x="25" y="42"/>
                  </a:cubicBezTo>
                  <a:cubicBezTo>
                    <a:pt x="148" y="164"/>
                    <a:pt x="219" y="360"/>
                    <a:pt x="219" y="615"/>
                  </a:cubicBezTo>
                  <a:cubicBezTo>
                    <a:pt x="219" y="828"/>
                    <a:pt x="173" y="1045"/>
                    <a:pt x="18" y="1198"/>
                  </a:cubicBezTo>
                  <a:cubicBezTo>
                    <a:pt x="0" y="1212"/>
                    <a:pt x="0" y="1216"/>
                    <a:pt x="0" y="1219"/>
                  </a:cubicBezTo>
                  <a:cubicBezTo>
                    <a:pt x="0" y="1226"/>
                    <a:pt x="4" y="1230"/>
                    <a:pt x="14" y="1230"/>
                  </a:cubicBezTo>
                  <a:cubicBezTo>
                    <a:pt x="25" y="1230"/>
                    <a:pt x="138" y="1146"/>
                    <a:pt x="212" y="992"/>
                  </a:cubicBezTo>
                  <a:cubicBezTo>
                    <a:pt x="275" y="856"/>
                    <a:pt x="293" y="720"/>
                    <a:pt x="293" y="615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FEBF046-4AF0-D1AF-C055-938D459A1F14}"/>
                </a:ext>
              </a:extLst>
            </p:cNvPr>
            <p:cNvSpPr/>
            <p:nvPr/>
          </p:nvSpPr>
          <p:spPr>
            <a:xfrm>
              <a:off x="15120" y="3207600"/>
              <a:ext cx="147240" cy="2034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10" h="566">
                  <a:moveTo>
                    <a:pt x="219" y="314"/>
                  </a:moveTo>
                  <a:cubicBezTo>
                    <a:pt x="247" y="318"/>
                    <a:pt x="349" y="339"/>
                    <a:pt x="349" y="426"/>
                  </a:cubicBezTo>
                  <a:cubicBezTo>
                    <a:pt x="349" y="489"/>
                    <a:pt x="304" y="542"/>
                    <a:pt x="208" y="542"/>
                  </a:cubicBezTo>
                  <a:cubicBezTo>
                    <a:pt x="102" y="542"/>
                    <a:pt x="56" y="468"/>
                    <a:pt x="35" y="363"/>
                  </a:cubicBezTo>
                  <a:cubicBezTo>
                    <a:pt x="32" y="349"/>
                    <a:pt x="28" y="342"/>
                    <a:pt x="18" y="342"/>
                  </a:cubicBezTo>
                  <a:cubicBezTo>
                    <a:pt x="0" y="342"/>
                    <a:pt x="0" y="353"/>
                    <a:pt x="0" y="374"/>
                  </a:cubicBezTo>
                  <a:lnTo>
                    <a:pt x="0" y="538"/>
                  </a:lnTo>
                  <a:cubicBezTo>
                    <a:pt x="0" y="559"/>
                    <a:pt x="0" y="566"/>
                    <a:pt x="14" y="566"/>
                  </a:cubicBezTo>
                  <a:cubicBezTo>
                    <a:pt x="21" y="566"/>
                    <a:pt x="21" y="566"/>
                    <a:pt x="46" y="542"/>
                  </a:cubicBezTo>
                  <a:cubicBezTo>
                    <a:pt x="46" y="542"/>
                    <a:pt x="46" y="538"/>
                    <a:pt x="71" y="514"/>
                  </a:cubicBezTo>
                  <a:cubicBezTo>
                    <a:pt x="124" y="566"/>
                    <a:pt x="180" y="566"/>
                    <a:pt x="208" y="566"/>
                  </a:cubicBezTo>
                  <a:cubicBezTo>
                    <a:pt x="353" y="566"/>
                    <a:pt x="410" y="486"/>
                    <a:pt x="410" y="395"/>
                  </a:cubicBezTo>
                  <a:cubicBezTo>
                    <a:pt x="410" y="328"/>
                    <a:pt x="371" y="293"/>
                    <a:pt x="357" y="280"/>
                  </a:cubicBezTo>
                  <a:cubicBezTo>
                    <a:pt x="314" y="238"/>
                    <a:pt x="268" y="227"/>
                    <a:pt x="215" y="220"/>
                  </a:cubicBezTo>
                  <a:cubicBezTo>
                    <a:pt x="145" y="206"/>
                    <a:pt x="60" y="189"/>
                    <a:pt x="60" y="119"/>
                  </a:cubicBezTo>
                  <a:cubicBezTo>
                    <a:pt x="60" y="73"/>
                    <a:pt x="92" y="24"/>
                    <a:pt x="201" y="24"/>
                  </a:cubicBezTo>
                  <a:cubicBezTo>
                    <a:pt x="339" y="24"/>
                    <a:pt x="342" y="136"/>
                    <a:pt x="346" y="175"/>
                  </a:cubicBezTo>
                  <a:cubicBezTo>
                    <a:pt x="349" y="185"/>
                    <a:pt x="360" y="185"/>
                    <a:pt x="360" y="185"/>
                  </a:cubicBezTo>
                  <a:cubicBezTo>
                    <a:pt x="378" y="185"/>
                    <a:pt x="378" y="178"/>
                    <a:pt x="378" y="154"/>
                  </a:cubicBezTo>
                  <a:lnTo>
                    <a:pt x="378" y="28"/>
                  </a:lnTo>
                  <a:cubicBezTo>
                    <a:pt x="378" y="7"/>
                    <a:pt x="378" y="0"/>
                    <a:pt x="364" y="0"/>
                  </a:cubicBezTo>
                  <a:cubicBezTo>
                    <a:pt x="357" y="0"/>
                    <a:pt x="357" y="0"/>
                    <a:pt x="339" y="14"/>
                  </a:cubicBezTo>
                  <a:cubicBezTo>
                    <a:pt x="335" y="21"/>
                    <a:pt x="321" y="31"/>
                    <a:pt x="318" y="35"/>
                  </a:cubicBezTo>
                  <a:cubicBezTo>
                    <a:pt x="272" y="0"/>
                    <a:pt x="219" y="0"/>
                    <a:pt x="201" y="0"/>
                  </a:cubicBezTo>
                  <a:cubicBezTo>
                    <a:pt x="46" y="0"/>
                    <a:pt x="0" y="84"/>
                    <a:pt x="0" y="154"/>
                  </a:cubicBezTo>
                  <a:cubicBezTo>
                    <a:pt x="0" y="196"/>
                    <a:pt x="21" y="231"/>
                    <a:pt x="53" y="259"/>
                  </a:cubicBezTo>
                  <a:cubicBezTo>
                    <a:pt x="95" y="290"/>
                    <a:pt x="131" y="297"/>
                    <a:pt x="219" y="314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A35819B-8891-5A7F-5A6B-D32FD201A140}"/>
                </a:ext>
              </a:extLst>
            </p:cNvPr>
            <p:cNvSpPr/>
            <p:nvPr/>
          </p:nvSpPr>
          <p:spPr>
            <a:xfrm>
              <a:off x="213480" y="3358440"/>
              <a:ext cx="47880" cy="47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4" h="133">
                  <a:moveTo>
                    <a:pt x="134" y="66"/>
                  </a:moveTo>
                  <a:cubicBezTo>
                    <a:pt x="134" y="31"/>
                    <a:pt x="106" y="0"/>
                    <a:pt x="67" y="0"/>
                  </a:cubicBezTo>
                  <a:cubicBezTo>
                    <a:pt x="32" y="0"/>
                    <a:pt x="0" y="31"/>
                    <a:pt x="0" y="66"/>
                  </a:cubicBezTo>
                  <a:cubicBezTo>
                    <a:pt x="0" y="105"/>
                    <a:pt x="32" y="133"/>
                    <a:pt x="67" y="133"/>
                  </a:cubicBezTo>
                  <a:cubicBezTo>
                    <a:pt x="106" y="133"/>
                    <a:pt x="134" y="105"/>
                    <a:pt x="134" y="66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0D05CBD-0033-9C1C-9445-787A1D0C8A7E}"/>
                </a:ext>
              </a:extLst>
            </p:cNvPr>
            <p:cNvSpPr/>
            <p:nvPr/>
          </p:nvSpPr>
          <p:spPr>
            <a:xfrm>
              <a:off x="307440" y="3133080"/>
              <a:ext cx="140760" cy="2775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92" h="772">
                  <a:moveTo>
                    <a:pt x="194" y="266"/>
                  </a:moveTo>
                  <a:lnTo>
                    <a:pt x="371" y="266"/>
                  </a:lnTo>
                  <a:lnTo>
                    <a:pt x="371" y="227"/>
                  </a:lnTo>
                  <a:lnTo>
                    <a:pt x="194" y="227"/>
                  </a:lnTo>
                  <a:lnTo>
                    <a:pt x="194" y="0"/>
                  </a:lnTo>
                  <a:lnTo>
                    <a:pt x="162" y="0"/>
                  </a:lnTo>
                  <a:cubicBezTo>
                    <a:pt x="159" y="101"/>
                    <a:pt x="124" y="234"/>
                    <a:pt x="0" y="238"/>
                  </a:cubicBezTo>
                  <a:lnTo>
                    <a:pt x="0" y="266"/>
                  </a:lnTo>
                  <a:lnTo>
                    <a:pt x="106" y="266"/>
                  </a:lnTo>
                  <a:lnTo>
                    <a:pt x="106" y="604"/>
                  </a:lnTo>
                  <a:cubicBezTo>
                    <a:pt x="106" y="758"/>
                    <a:pt x="222" y="772"/>
                    <a:pt x="268" y="772"/>
                  </a:cubicBezTo>
                  <a:cubicBezTo>
                    <a:pt x="357" y="772"/>
                    <a:pt x="392" y="685"/>
                    <a:pt x="392" y="604"/>
                  </a:cubicBezTo>
                  <a:lnTo>
                    <a:pt x="392" y="535"/>
                  </a:lnTo>
                  <a:lnTo>
                    <a:pt x="360" y="535"/>
                  </a:lnTo>
                  <a:lnTo>
                    <a:pt x="360" y="604"/>
                  </a:lnTo>
                  <a:cubicBezTo>
                    <a:pt x="360" y="695"/>
                    <a:pt x="325" y="741"/>
                    <a:pt x="275" y="741"/>
                  </a:cubicBezTo>
                  <a:cubicBezTo>
                    <a:pt x="194" y="741"/>
                    <a:pt x="194" y="629"/>
                    <a:pt x="194" y="608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96FB55B-7043-6212-03B5-047A46DC1FEB}"/>
                </a:ext>
              </a:extLst>
            </p:cNvPr>
            <p:cNvSpPr/>
            <p:nvPr/>
          </p:nvSpPr>
          <p:spPr>
            <a:xfrm>
              <a:off x="510839" y="3358440"/>
              <a:ext cx="47880" cy="47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4" h="133">
                  <a:moveTo>
                    <a:pt x="134" y="66"/>
                  </a:moveTo>
                  <a:cubicBezTo>
                    <a:pt x="134" y="31"/>
                    <a:pt x="106" y="0"/>
                    <a:pt x="67" y="0"/>
                  </a:cubicBezTo>
                  <a:cubicBezTo>
                    <a:pt x="32" y="0"/>
                    <a:pt x="0" y="31"/>
                    <a:pt x="0" y="66"/>
                  </a:cubicBezTo>
                  <a:cubicBezTo>
                    <a:pt x="0" y="105"/>
                    <a:pt x="32" y="133"/>
                    <a:pt x="67" y="133"/>
                  </a:cubicBezTo>
                  <a:cubicBezTo>
                    <a:pt x="106" y="133"/>
                    <a:pt x="134" y="105"/>
                    <a:pt x="134" y="66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01D5BF7-9D6A-99D2-303D-05E5B7C235CE}"/>
                </a:ext>
              </a:extLst>
            </p:cNvPr>
            <p:cNvSpPr/>
            <p:nvPr/>
          </p:nvSpPr>
          <p:spPr>
            <a:xfrm>
              <a:off x="1044719" y="3098160"/>
              <a:ext cx="248760" cy="317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92" h="884">
                  <a:moveTo>
                    <a:pt x="688" y="45"/>
                  </a:moveTo>
                  <a:cubicBezTo>
                    <a:pt x="692" y="35"/>
                    <a:pt x="692" y="31"/>
                    <a:pt x="692" y="24"/>
                  </a:cubicBezTo>
                  <a:cubicBezTo>
                    <a:pt x="692" y="14"/>
                    <a:pt x="685" y="0"/>
                    <a:pt x="667" y="0"/>
                  </a:cubicBezTo>
                  <a:cubicBezTo>
                    <a:pt x="653" y="0"/>
                    <a:pt x="646" y="14"/>
                    <a:pt x="639" y="28"/>
                  </a:cubicBezTo>
                  <a:lnTo>
                    <a:pt x="537" y="300"/>
                  </a:lnTo>
                  <a:lnTo>
                    <a:pt x="159" y="300"/>
                  </a:lnTo>
                  <a:lnTo>
                    <a:pt x="53" y="28"/>
                  </a:lnTo>
                  <a:cubicBezTo>
                    <a:pt x="46" y="10"/>
                    <a:pt x="42" y="0"/>
                    <a:pt x="25" y="0"/>
                  </a:cubicBezTo>
                  <a:cubicBezTo>
                    <a:pt x="14" y="0"/>
                    <a:pt x="0" y="14"/>
                    <a:pt x="0" y="24"/>
                  </a:cubicBezTo>
                  <a:cubicBezTo>
                    <a:pt x="0" y="28"/>
                    <a:pt x="0" y="31"/>
                    <a:pt x="7" y="45"/>
                  </a:cubicBezTo>
                  <a:lnTo>
                    <a:pt x="318" y="856"/>
                  </a:lnTo>
                  <a:cubicBezTo>
                    <a:pt x="325" y="870"/>
                    <a:pt x="332" y="884"/>
                    <a:pt x="346" y="884"/>
                  </a:cubicBezTo>
                  <a:cubicBezTo>
                    <a:pt x="364" y="884"/>
                    <a:pt x="371" y="870"/>
                    <a:pt x="374" y="856"/>
                  </a:cubicBezTo>
                  <a:close/>
                  <a:moveTo>
                    <a:pt x="177" y="349"/>
                  </a:moveTo>
                  <a:lnTo>
                    <a:pt x="515" y="349"/>
                  </a:lnTo>
                  <a:lnTo>
                    <a:pt x="346" y="790"/>
                  </a:ln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EFC26B8-0790-2004-F33F-4D6035505D4A}"/>
                </a:ext>
              </a:extLst>
            </p:cNvPr>
            <p:cNvSpPr/>
            <p:nvPr/>
          </p:nvSpPr>
          <p:spPr>
            <a:xfrm>
              <a:off x="1298880" y="3210120"/>
              <a:ext cx="205560" cy="2865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72" h="797">
                  <a:moveTo>
                    <a:pt x="568" y="80"/>
                  </a:moveTo>
                  <a:cubicBezTo>
                    <a:pt x="572" y="73"/>
                    <a:pt x="572" y="66"/>
                    <a:pt x="572" y="59"/>
                  </a:cubicBezTo>
                  <a:cubicBezTo>
                    <a:pt x="572" y="38"/>
                    <a:pt x="558" y="24"/>
                    <a:pt x="537" y="24"/>
                  </a:cubicBezTo>
                  <a:cubicBezTo>
                    <a:pt x="526" y="24"/>
                    <a:pt x="491" y="35"/>
                    <a:pt x="487" y="77"/>
                  </a:cubicBezTo>
                  <a:cubicBezTo>
                    <a:pt x="462" y="31"/>
                    <a:pt x="420" y="0"/>
                    <a:pt x="371" y="0"/>
                  </a:cubicBezTo>
                  <a:cubicBezTo>
                    <a:pt x="226" y="0"/>
                    <a:pt x="74" y="171"/>
                    <a:pt x="74" y="349"/>
                  </a:cubicBezTo>
                  <a:cubicBezTo>
                    <a:pt x="74" y="472"/>
                    <a:pt x="148" y="545"/>
                    <a:pt x="240" y="545"/>
                  </a:cubicBezTo>
                  <a:cubicBezTo>
                    <a:pt x="311" y="545"/>
                    <a:pt x="371" y="486"/>
                    <a:pt x="385" y="475"/>
                  </a:cubicBezTo>
                  <a:cubicBezTo>
                    <a:pt x="357" y="583"/>
                    <a:pt x="342" y="636"/>
                    <a:pt x="342" y="639"/>
                  </a:cubicBezTo>
                  <a:cubicBezTo>
                    <a:pt x="339" y="650"/>
                    <a:pt x="297" y="772"/>
                    <a:pt x="162" y="772"/>
                  </a:cubicBezTo>
                  <a:cubicBezTo>
                    <a:pt x="141" y="772"/>
                    <a:pt x="99" y="769"/>
                    <a:pt x="64" y="758"/>
                  </a:cubicBezTo>
                  <a:cubicBezTo>
                    <a:pt x="102" y="748"/>
                    <a:pt x="116" y="716"/>
                    <a:pt x="116" y="695"/>
                  </a:cubicBezTo>
                  <a:cubicBezTo>
                    <a:pt x="116" y="674"/>
                    <a:pt x="102" y="650"/>
                    <a:pt x="67" y="650"/>
                  </a:cubicBezTo>
                  <a:cubicBezTo>
                    <a:pt x="39" y="650"/>
                    <a:pt x="0" y="674"/>
                    <a:pt x="0" y="723"/>
                  </a:cubicBezTo>
                  <a:cubicBezTo>
                    <a:pt x="0" y="772"/>
                    <a:pt x="46" y="797"/>
                    <a:pt x="166" y="797"/>
                  </a:cubicBezTo>
                  <a:cubicBezTo>
                    <a:pt x="321" y="797"/>
                    <a:pt x="413" y="702"/>
                    <a:pt x="431" y="629"/>
                  </a:cubicBezTo>
                  <a:close/>
                  <a:moveTo>
                    <a:pt x="406" y="388"/>
                  </a:moveTo>
                  <a:cubicBezTo>
                    <a:pt x="399" y="419"/>
                    <a:pt x="371" y="451"/>
                    <a:pt x="342" y="475"/>
                  </a:cubicBezTo>
                  <a:cubicBezTo>
                    <a:pt x="318" y="496"/>
                    <a:pt x="279" y="517"/>
                    <a:pt x="244" y="517"/>
                  </a:cubicBezTo>
                  <a:cubicBezTo>
                    <a:pt x="180" y="517"/>
                    <a:pt x="162" y="454"/>
                    <a:pt x="162" y="405"/>
                  </a:cubicBezTo>
                  <a:cubicBezTo>
                    <a:pt x="162" y="346"/>
                    <a:pt x="198" y="199"/>
                    <a:pt x="229" y="136"/>
                  </a:cubicBezTo>
                  <a:cubicBezTo>
                    <a:pt x="265" y="77"/>
                    <a:pt x="318" y="28"/>
                    <a:pt x="371" y="28"/>
                  </a:cubicBezTo>
                  <a:cubicBezTo>
                    <a:pt x="452" y="28"/>
                    <a:pt x="470" y="126"/>
                    <a:pt x="470" y="133"/>
                  </a:cubicBezTo>
                  <a:cubicBezTo>
                    <a:pt x="470" y="140"/>
                    <a:pt x="470" y="147"/>
                    <a:pt x="466" y="150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3BE76CF-2E7D-DFCB-FE82-9DC225D855E1}"/>
                </a:ext>
              </a:extLst>
            </p:cNvPr>
            <p:cNvSpPr/>
            <p:nvPr/>
          </p:nvSpPr>
          <p:spPr>
            <a:xfrm>
              <a:off x="1682639" y="3215159"/>
              <a:ext cx="47880" cy="190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4" h="531">
                  <a:moveTo>
                    <a:pt x="134" y="66"/>
                  </a:moveTo>
                  <a:cubicBezTo>
                    <a:pt x="134" y="28"/>
                    <a:pt x="106" y="0"/>
                    <a:pt x="67" y="0"/>
                  </a:cubicBezTo>
                  <a:cubicBezTo>
                    <a:pt x="32" y="0"/>
                    <a:pt x="0" y="28"/>
                    <a:pt x="0" y="66"/>
                  </a:cubicBezTo>
                  <a:cubicBezTo>
                    <a:pt x="0" y="101"/>
                    <a:pt x="32" y="133"/>
                    <a:pt x="67" y="133"/>
                  </a:cubicBezTo>
                  <a:cubicBezTo>
                    <a:pt x="106" y="133"/>
                    <a:pt x="134" y="101"/>
                    <a:pt x="134" y="66"/>
                  </a:cubicBezTo>
                  <a:close/>
                  <a:moveTo>
                    <a:pt x="134" y="468"/>
                  </a:moveTo>
                  <a:cubicBezTo>
                    <a:pt x="134" y="430"/>
                    <a:pt x="106" y="402"/>
                    <a:pt x="67" y="402"/>
                  </a:cubicBezTo>
                  <a:cubicBezTo>
                    <a:pt x="32" y="402"/>
                    <a:pt x="0" y="430"/>
                    <a:pt x="0" y="468"/>
                  </a:cubicBezTo>
                  <a:cubicBezTo>
                    <a:pt x="0" y="503"/>
                    <a:pt x="32" y="531"/>
                    <a:pt x="67" y="531"/>
                  </a:cubicBezTo>
                  <a:cubicBezTo>
                    <a:pt x="106" y="531"/>
                    <a:pt x="134" y="503"/>
                    <a:pt x="134" y="468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8966EFA-915F-8B36-770B-E66429021AF6}"/>
                </a:ext>
              </a:extLst>
            </p:cNvPr>
            <p:cNvSpPr/>
            <p:nvPr/>
          </p:nvSpPr>
          <p:spPr>
            <a:xfrm>
              <a:off x="2118600" y="2715480"/>
              <a:ext cx="191520" cy="1404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33" h="391">
                  <a:moveTo>
                    <a:pt x="67" y="328"/>
                  </a:moveTo>
                  <a:cubicBezTo>
                    <a:pt x="64" y="339"/>
                    <a:pt x="56" y="360"/>
                    <a:pt x="56" y="363"/>
                  </a:cubicBezTo>
                  <a:cubicBezTo>
                    <a:pt x="56" y="381"/>
                    <a:pt x="74" y="391"/>
                    <a:pt x="88" y="391"/>
                  </a:cubicBezTo>
                  <a:cubicBezTo>
                    <a:pt x="102" y="391"/>
                    <a:pt x="116" y="381"/>
                    <a:pt x="120" y="374"/>
                  </a:cubicBezTo>
                  <a:cubicBezTo>
                    <a:pt x="124" y="363"/>
                    <a:pt x="131" y="335"/>
                    <a:pt x="138" y="318"/>
                  </a:cubicBezTo>
                  <a:cubicBezTo>
                    <a:pt x="141" y="300"/>
                    <a:pt x="152" y="262"/>
                    <a:pt x="155" y="241"/>
                  </a:cubicBezTo>
                  <a:cubicBezTo>
                    <a:pt x="162" y="220"/>
                    <a:pt x="166" y="203"/>
                    <a:pt x="169" y="182"/>
                  </a:cubicBezTo>
                  <a:cubicBezTo>
                    <a:pt x="180" y="147"/>
                    <a:pt x="184" y="140"/>
                    <a:pt x="208" y="105"/>
                  </a:cubicBezTo>
                  <a:cubicBezTo>
                    <a:pt x="233" y="70"/>
                    <a:pt x="272" y="24"/>
                    <a:pt x="339" y="24"/>
                  </a:cubicBezTo>
                  <a:cubicBezTo>
                    <a:pt x="388" y="24"/>
                    <a:pt x="388" y="70"/>
                    <a:pt x="388" y="84"/>
                  </a:cubicBezTo>
                  <a:cubicBezTo>
                    <a:pt x="388" y="136"/>
                    <a:pt x="353" y="234"/>
                    <a:pt x="339" y="269"/>
                  </a:cubicBezTo>
                  <a:cubicBezTo>
                    <a:pt x="328" y="293"/>
                    <a:pt x="325" y="300"/>
                    <a:pt x="325" y="318"/>
                  </a:cubicBezTo>
                  <a:cubicBezTo>
                    <a:pt x="325" y="363"/>
                    <a:pt x="364" y="391"/>
                    <a:pt x="410" y="391"/>
                  </a:cubicBezTo>
                  <a:cubicBezTo>
                    <a:pt x="494" y="391"/>
                    <a:pt x="533" y="273"/>
                    <a:pt x="533" y="259"/>
                  </a:cubicBezTo>
                  <a:cubicBezTo>
                    <a:pt x="533" y="248"/>
                    <a:pt x="522" y="248"/>
                    <a:pt x="519" y="248"/>
                  </a:cubicBezTo>
                  <a:cubicBezTo>
                    <a:pt x="508" y="248"/>
                    <a:pt x="508" y="252"/>
                    <a:pt x="505" y="262"/>
                  </a:cubicBezTo>
                  <a:cubicBezTo>
                    <a:pt x="484" y="332"/>
                    <a:pt x="445" y="367"/>
                    <a:pt x="410" y="367"/>
                  </a:cubicBezTo>
                  <a:cubicBezTo>
                    <a:pt x="392" y="367"/>
                    <a:pt x="388" y="356"/>
                    <a:pt x="388" y="335"/>
                  </a:cubicBezTo>
                  <a:cubicBezTo>
                    <a:pt x="388" y="318"/>
                    <a:pt x="392" y="304"/>
                    <a:pt x="410" y="266"/>
                  </a:cubicBezTo>
                  <a:cubicBezTo>
                    <a:pt x="420" y="241"/>
                    <a:pt x="455" y="147"/>
                    <a:pt x="455" y="98"/>
                  </a:cubicBezTo>
                  <a:cubicBezTo>
                    <a:pt x="455" y="14"/>
                    <a:pt x="388" y="0"/>
                    <a:pt x="342" y="0"/>
                  </a:cubicBezTo>
                  <a:cubicBezTo>
                    <a:pt x="268" y="0"/>
                    <a:pt x="219" y="45"/>
                    <a:pt x="194" y="80"/>
                  </a:cubicBezTo>
                  <a:cubicBezTo>
                    <a:pt x="187" y="17"/>
                    <a:pt x="138" y="0"/>
                    <a:pt x="99" y="0"/>
                  </a:cubicBezTo>
                  <a:cubicBezTo>
                    <a:pt x="64" y="0"/>
                    <a:pt x="42" y="28"/>
                    <a:pt x="32" y="45"/>
                  </a:cubicBezTo>
                  <a:cubicBezTo>
                    <a:pt x="11" y="80"/>
                    <a:pt x="0" y="129"/>
                    <a:pt x="0" y="133"/>
                  </a:cubicBezTo>
                  <a:cubicBezTo>
                    <a:pt x="0" y="143"/>
                    <a:pt x="11" y="143"/>
                    <a:pt x="14" y="143"/>
                  </a:cubicBezTo>
                  <a:cubicBezTo>
                    <a:pt x="28" y="143"/>
                    <a:pt x="28" y="140"/>
                    <a:pt x="35" y="119"/>
                  </a:cubicBezTo>
                  <a:cubicBezTo>
                    <a:pt x="46" y="66"/>
                    <a:pt x="64" y="24"/>
                    <a:pt x="99" y="24"/>
                  </a:cubicBezTo>
                  <a:cubicBezTo>
                    <a:pt x="120" y="24"/>
                    <a:pt x="127" y="42"/>
                    <a:pt x="127" y="66"/>
                  </a:cubicBezTo>
                  <a:cubicBezTo>
                    <a:pt x="127" y="84"/>
                    <a:pt x="120" y="115"/>
                    <a:pt x="113" y="140"/>
                  </a:cubicBezTo>
                  <a:cubicBezTo>
                    <a:pt x="106" y="161"/>
                    <a:pt x="99" y="199"/>
                    <a:pt x="95" y="217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7D5FA1D-9EFE-77A2-6ABB-E17BACD861AA}"/>
                </a:ext>
              </a:extLst>
            </p:cNvPr>
            <p:cNvSpPr/>
            <p:nvPr/>
          </p:nvSpPr>
          <p:spPr>
            <a:xfrm>
              <a:off x="1916639" y="2984759"/>
              <a:ext cx="595800" cy="6195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56" h="1722">
                  <a:moveTo>
                    <a:pt x="1504" y="1722"/>
                  </a:moveTo>
                  <a:lnTo>
                    <a:pt x="1656" y="1328"/>
                  </a:lnTo>
                  <a:lnTo>
                    <a:pt x="1624" y="1328"/>
                  </a:lnTo>
                  <a:cubicBezTo>
                    <a:pt x="1574" y="1457"/>
                    <a:pt x="1444" y="1541"/>
                    <a:pt x="1299" y="1576"/>
                  </a:cubicBezTo>
                  <a:cubicBezTo>
                    <a:pt x="1274" y="1583"/>
                    <a:pt x="1151" y="1614"/>
                    <a:pt x="914" y="1614"/>
                  </a:cubicBezTo>
                  <a:lnTo>
                    <a:pt x="162" y="1614"/>
                  </a:lnTo>
                  <a:lnTo>
                    <a:pt x="798" y="880"/>
                  </a:lnTo>
                  <a:cubicBezTo>
                    <a:pt x="805" y="870"/>
                    <a:pt x="808" y="866"/>
                    <a:pt x="808" y="863"/>
                  </a:cubicBezTo>
                  <a:cubicBezTo>
                    <a:pt x="808" y="859"/>
                    <a:pt x="808" y="856"/>
                    <a:pt x="798" y="842"/>
                  </a:cubicBezTo>
                  <a:lnTo>
                    <a:pt x="219" y="59"/>
                  </a:lnTo>
                  <a:lnTo>
                    <a:pt x="900" y="59"/>
                  </a:lnTo>
                  <a:cubicBezTo>
                    <a:pt x="1070" y="59"/>
                    <a:pt x="1183" y="77"/>
                    <a:pt x="1193" y="80"/>
                  </a:cubicBezTo>
                  <a:cubicBezTo>
                    <a:pt x="1260" y="87"/>
                    <a:pt x="1366" y="108"/>
                    <a:pt x="1465" y="171"/>
                  </a:cubicBezTo>
                  <a:cubicBezTo>
                    <a:pt x="1497" y="192"/>
                    <a:pt x="1582" y="245"/>
                    <a:pt x="1624" y="346"/>
                  </a:cubicBezTo>
                  <a:lnTo>
                    <a:pt x="1656" y="346"/>
                  </a:lnTo>
                  <a:lnTo>
                    <a:pt x="1504" y="0"/>
                  </a:lnTo>
                  <a:lnTo>
                    <a:pt x="35" y="0"/>
                  </a:lnTo>
                  <a:cubicBezTo>
                    <a:pt x="7" y="0"/>
                    <a:pt x="4" y="0"/>
                    <a:pt x="0" y="7"/>
                  </a:cubicBezTo>
                  <a:cubicBezTo>
                    <a:pt x="0" y="14"/>
                    <a:pt x="0" y="35"/>
                    <a:pt x="0" y="49"/>
                  </a:cubicBezTo>
                  <a:lnTo>
                    <a:pt x="657" y="940"/>
                  </a:lnTo>
                  <a:lnTo>
                    <a:pt x="14" y="1688"/>
                  </a:lnTo>
                  <a:cubicBezTo>
                    <a:pt x="0" y="1701"/>
                    <a:pt x="0" y="1708"/>
                    <a:pt x="0" y="1708"/>
                  </a:cubicBezTo>
                  <a:cubicBezTo>
                    <a:pt x="0" y="1722"/>
                    <a:pt x="11" y="1722"/>
                    <a:pt x="35" y="1722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4E7923-6429-8653-0BEA-D716AACAA0D7}"/>
                </a:ext>
              </a:extLst>
            </p:cNvPr>
            <p:cNvSpPr/>
            <p:nvPr/>
          </p:nvSpPr>
          <p:spPr>
            <a:xfrm>
              <a:off x="1939319" y="3722040"/>
              <a:ext cx="96120" cy="209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8" h="583">
                  <a:moveTo>
                    <a:pt x="244" y="31"/>
                  </a:moveTo>
                  <a:cubicBezTo>
                    <a:pt x="244" y="17"/>
                    <a:pt x="233" y="0"/>
                    <a:pt x="208" y="0"/>
                  </a:cubicBezTo>
                  <a:cubicBezTo>
                    <a:pt x="184" y="0"/>
                    <a:pt x="159" y="21"/>
                    <a:pt x="159" y="49"/>
                  </a:cubicBezTo>
                  <a:cubicBezTo>
                    <a:pt x="159" y="63"/>
                    <a:pt x="169" y="80"/>
                    <a:pt x="194" y="80"/>
                  </a:cubicBezTo>
                  <a:cubicBezTo>
                    <a:pt x="219" y="80"/>
                    <a:pt x="244" y="56"/>
                    <a:pt x="244" y="31"/>
                  </a:cubicBezTo>
                  <a:close/>
                  <a:moveTo>
                    <a:pt x="64" y="472"/>
                  </a:moveTo>
                  <a:cubicBezTo>
                    <a:pt x="60" y="482"/>
                    <a:pt x="56" y="493"/>
                    <a:pt x="56" y="510"/>
                  </a:cubicBezTo>
                  <a:cubicBezTo>
                    <a:pt x="56" y="549"/>
                    <a:pt x="92" y="583"/>
                    <a:pt x="141" y="583"/>
                  </a:cubicBezTo>
                  <a:cubicBezTo>
                    <a:pt x="229" y="583"/>
                    <a:pt x="268" y="461"/>
                    <a:pt x="268" y="451"/>
                  </a:cubicBezTo>
                  <a:cubicBezTo>
                    <a:pt x="268" y="437"/>
                    <a:pt x="254" y="437"/>
                    <a:pt x="254" y="437"/>
                  </a:cubicBezTo>
                  <a:cubicBezTo>
                    <a:pt x="240" y="437"/>
                    <a:pt x="240" y="444"/>
                    <a:pt x="237" y="454"/>
                  </a:cubicBezTo>
                  <a:cubicBezTo>
                    <a:pt x="215" y="524"/>
                    <a:pt x="177" y="559"/>
                    <a:pt x="141" y="559"/>
                  </a:cubicBezTo>
                  <a:cubicBezTo>
                    <a:pt x="124" y="559"/>
                    <a:pt x="120" y="545"/>
                    <a:pt x="120" y="528"/>
                  </a:cubicBezTo>
                  <a:cubicBezTo>
                    <a:pt x="120" y="507"/>
                    <a:pt x="127" y="493"/>
                    <a:pt x="134" y="472"/>
                  </a:cubicBezTo>
                  <a:cubicBezTo>
                    <a:pt x="145" y="447"/>
                    <a:pt x="152" y="426"/>
                    <a:pt x="162" y="402"/>
                  </a:cubicBezTo>
                  <a:cubicBezTo>
                    <a:pt x="169" y="381"/>
                    <a:pt x="201" y="304"/>
                    <a:pt x="205" y="293"/>
                  </a:cubicBezTo>
                  <a:cubicBezTo>
                    <a:pt x="208" y="283"/>
                    <a:pt x="212" y="273"/>
                    <a:pt x="212" y="266"/>
                  </a:cubicBezTo>
                  <a:cubicBezTo>
                    <a:pt x="212" y="224"/>
                    <a:pt x="177" y="192"/>
                    <a:pt x="127" y="192"/>
                  </a:cubicBezTo>
                  <a:cubicBezTo>
                    <a:pt x="39" y="192"/>
                    <a:pt x="0" y="311"/>
                    <a:pt x="0" y="325"/>
                  </a:cubicBezTo>
                  <a:cubicBezTo>
                    <a:pt x="0" y="335"/>
                    <a:pt x="11" y="335"/>
                    <a:pt x="14" y="335"/>
                  </a:cubicBezTo>
                  <a:cubicBezTo>
                    <a:pt x="28" y="335"/>
                    <a:pt x="28" y="332"/>
                    <a:pt x="32" y="321"/>
                  </a:cubicBezTo>
                  <a:cubicBezTo>
                    <a:pt x="53" y="248"/>
                    <a:pt x="92" y="217"/>
                    <a:pt x="124" y="217"/>
                  </a:cubicBezTo>
                  <a:cubicBezTo>
                    <a:pt x="138" y="217"/>
                    <a:pt x="148" y="224"/>
                    <a:pt x="148" y="248"/>
                  </a:cubicBezTo>
                  <a:cubicBezTo>
                    <a:pt x="148" y="266"/>
                    <a:pt x="141" y="280"/>
                    <a:pt x="120" y="332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68A7209-A7C4-8202-5A8E-22D020C21DF2}"/>
                </a:ext>
              </a:extLst>
            </p:cNvPr>
            <p:cNvSpPr/>
            <p:nvPr/>
          </p:nvSpPr>
          <p:spPr>
            <a:xfrm>
              <a:off x="2072880" y="3807360"/>
              <a:ext cx="231120" cy="83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43" h="234">
                  <a:moveTo>
                    <a:pt x="611" y="42"/>
                  </a:moveTo>
                  <a:cubicBezTo>
                    <a:pt x="621" y="42"/>
                    <a:pt x="643" y="42"/>
                    <a:pt x="643" y="21"/>
                  </a:cubicBezTo>
                  <a:cubicBezTo>
                    <a:pt x="643" y="0"/>
                    <a:pt x="621" y="0"/>
                    <a:pt x="611" y="0"/>
                  </a:cubicBezTo>
                  <a:lnTo>
                    <a:pt x="32" y="0"/>
                  </a:lnTo>
                  <a:cubicBezTo>
                    <a:pt x="21" y="0"/>
                    <a:pt x="0" y="0"/>
                    <a:pt x="0" y="21"/>
                  </a:cubicBezTo>
                  <a:cubicBezTo>
                    <a:pt x="0" y="42"/>
                    <a:pt x="21" y="42"/>
                    <a:pt x="32" y="42"/>
                  </a:cubicBezTo>
                  <a:close/>
                  <a:moveTo>
                    <a:pt x="611" y="234"/>
                  </a:moveTo>
                  <a:cubicBezTo>
                    <a:pt x="621" y="234"/>
                    <a:pt x="643" y="234"/>
                    <a:pt x="643" y="213"/>
                  </a:cubicBezTo>
                  <a:cubicBezTo>
                    <a:pt x="643" y="192"/>
                    <a:pt x="621" y="192"/>
                    <a:pt x="611" y="192"/>
                  </a:cubicBezTo>
                  <a:lnTo>
                    <a:pt x="32" y="192"/>
                  </a:lnTo>
                  <a:cubicBezTo>
                    <a:pt x="21" y="192"/>
                    <a:pt x="0" y="192"/>
                    <a:pt x="0" y="213"/>
                  </a:cubicBezTo>
                  <a:cubicBezTo>
                    <a:pt x="0" y="234"/>
                    <a:pt x="21" y="234"/>
                    <a:pt x="32" y="234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FD653B3-3214-D8A8-EAC2-E1C3D487A387}"/>
                </a:ext>
              </a:extLst>
            </p:cNvPr>
            <p:cNvSpPr/>
            <p:nvPr/>
          </p:nvSpPr>
          <p:spPr>
            <a:xfrm>
              <a:off x="2358720" y="3722040"/>
              <a:ext cx="115200" cy="2059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21" h="573">
                  <a:moveTo>
                    <a:pt x="198" y="24"/>
                  </a:moveTo>
                  <a:cubicBezTo>
                    <a:pt x="198" y="0"/>
                    <a:pt x="198" y="0"/>
                    <a:pt x="173" y="0"/>
                  </a:cubicBezTo>
                  <a:cubicBezTo>
                    <a:pt x="116" y="56"/>
                    <a:pt x="35" y="56"/>
                    <a:pt x="0" y="56"/>
                  </a:cubicBezTo>
                  <a:lnTo>
                    <a:pt x="0" y="87"/>
                  </a:lnTo>
                  <a:cubicBezTo>
                    <a:pt x="21" y="87"/>
                    <a:pt x="78" y="87"/>
                    <a:pt x="127" y="63"/>
                  </a:cubicBezTo>
                  <a:lnTo>
                    <a:pt x="127" y="503"/>
                  </a:lnTo>
                  <a:cubicBezTo>
                    <a:pt x="127" y="531"/>
                    <a:pt x="127" y="542"/>
                    <a:pt x="39" y="542"/>
                  </a:cubicBezTo>
                  <a:lnTo>
                    <a:pt x="7" y="542"/>
                  </a:lnTo>
                  <a:lnTo>
                    <a:pt x="7" y="573"/>
                  </a:lnTo>
                  <a:cubicBezTo>
                    <a:pt x="21" y="573"/>
                    <a:pt x="131" y="569"/>
                    <a:pt x="162" y="569"/>
                  </a:cubicBezTo>
                  <a:cubicBezTo>
                    <a:pt x="191" y="569"/>
                    <a:pt x="300" y="573"/>
                    <a:pt x="321" y="573"/>
                  </a:cubicBezTo>
                  <a:lnTo>
                    <a:pt x="321" y="542"/>
                  </a:lnTo>
                  <a:lnTo>
                    <a:pt x="286" y="542"/>
                  </a:lnTo>
                  <a:cubicBezTo>
                    <a:pt x="198" y="542"/>
                    <a:pt x="198" y="531"/>
                    <a:pt x="198" y="503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6D6BB25-48F2-4702-F6E8-B795D2223586}"/>
                </a:ext>
              </a:extLst>
            </p:cNvPr>
            <p:cNvSpPr/>
            <p:nvPr/>
          </p:nvSpPr>
          <p:spPr>
            <a:xfrm>
              <a:off x="2624400" y="3210120"/>
              <a:ext cx="223200" cy="200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21" h="559">
                  <a:moveTo>
                    <a:pt x="381" y="175"/>
                  </a:moveTo>
                  <a:cubicBezTo>
                    <a:pt x="388" y="140"/>
                    <a:pt x="417" y="28"/>
                    <a:pt x="505" y="28"/>
                  </a:cubicBezTo>
                  <a:cubicBezTo>
                    <a:pt x="512" y="28"/>
                    <a:pt x="540" y="28"/>
                    <a:pt x="565" y="42"/>
                  </a:cubicBezTo>
                  <a:cubicBezTo>
                    <a:pt x="533" y="49"/>
                    <a:pt x="505" y="80"/>
                    <a:pt x="505" y="108"/>
                  </a:cubicBezTo>
                  <a:cubicBezTo>
                    <a:pt x="505" y="129"/>
                    <a:pt x="519" y="154"/>
                    <a:pt x="554" y="154"/>
                  </a:cubicBezTo>
                  <a:cubicBezTo>
                    <a:pt x="582" y="154"/>
                    <a:pt x="621" y="129"/>
                    <a:pt x="621" y="80"/>
                  </a:cubicBezTo>
                  <a:cubicBezTo>
                    <a:pt x="621" y="17"/>
                    <a:pt x="547" y="0"/>
                    <a:pt x="505" y="0"/>
                  </a:cubicBezTo>
                  <a:cubicBezTo>
                    <a:pt x="434" y="0"/>
                    <a:pt x="388" y="66"/>
                    <a:pt x="374" y="94"/>
                  </a:cubicBezTo>
                  <a:cubicBezTo>
                    <a:pt x="342" y="14"/>
                    <a:pt x="275" y="0"/>
                    <a:pt x="240" y="0"/>
                  </a:cubicBezTo>
                  <a:cubicBezTo>
                    <a:pt x="109" y="0"/>
                    <a:pt x="39" y="161"/>
                    <a:pt x="39" y="189"/>
                  </a:cubicBezTo>
                  <a:cubicBezTo>
                    <a:pt x="39" y="203"/>
                    <a:pt x="49" y="203"/>
                    <a:pt x="53" y="203"/>
                  </a:cubicBezTo>
                  <a:cubicBezTo>
                    <a:pt x="64" y="203"/>
                    <a:pt x="67" y="199"/>
                    <a:pt x="71" y="189"/>
                  </a:cubicBezTo>
                  <a:cubicBezTo>
                    <a:pt x="113" y="59"/>
                    <a:pt x="194" y="28"/>
                    <a:pt x="237" y="28"/>
                  </a:cubicBezTo>
                  <a:cubicBezTo>
                    <a:pt x="261" y="28"/>
                    <a:pt x="304" y="38"/>
                    <a:pt x="304" y="108"/>
                  </a:cubicBezTo>
                  <a:cubicBezTo>
                    <a:pt x="304" y="147"/>
                    <a:pt x="282" y="231"/>
                    <a:pt x="237" y="405"/>
                  </a:cubicBezTo>
                  <a:cubicBezTo>
                    <a:pt x="215" y="482"/>
                    <a:pt x="173" y="531"/>
                    <a:pt x="120" y="531"/>
                  </a:cubicBezTo>
                  <a:cubicBezTo>
                    <a:pt x="109" y="531"/>
                    <a:pt x="81" y="531"/>
                    <a:pt x="56" y="517"/>
                  </a:cubicBezTo>
                  <a:cubicBezTo>
                    <a:pt x="88" y="510"/>
                    <a:pt x="113" y="486"/>
                    <a:pt x="113" y="451"/>
                  </a:cubicBezTo>
                  <a:cubicBezTo>
                    <a:pt x="113" y="416"/>
                    <a:pt x="88" y="405"/>
                    <a:pt x="67" y="405"/>
                  </a:cubicBezTo>
                  <a:cubicBezTo>
                    <a:pt x="32" y="405"/>
                    <a:pt x="0" y="440"/>
                    <a:pt x="0" y="479"/>
                  </a:cubicBezTo>
                  <a:cubicBezTo>
                    <a:pt x="0" y="535"/>
                    <a:pt x="64" y="559"/>
                    <a:pt x="116" y="559"/>
                  </a:cubicBezTo>
                  <a:cubicBezTo>
                    <a:pt x="201" y="559"/>
                    <a:pt x="244" y="472"/>
                    <a:pt x="247" y="465"/>
                  </a:cubicBezTo>
                  <a:cubicBezTo>
                    <a:pt x="265" y="510"/>
                    <a:pt x="307" y="559"/>
                    <a:pt x="381" y="559"/>
                  </a:cubicBezTo>
                  <a:cubicBezTo>
                    <a:pt x="512" y="559"/>
                    <a:pt x="582" y="402"/>
                    <a:pt x="582" y="370"/>
                  </a:cubicBezTo>
                  <a:cubicBezTo>
                    <a:pt x="582" y="356"/>
                    <a:pt x="572" y="356"/>
                    <a:pt x="568" y="356"/>
                  </a:cubicBezTo>
                  <a:cubicBezTo>
                    <a:pt x="558" y="356"/>
                    <a:pt x="554" y="363"/>
                    <a:pt x="551" y="370"/>
                  </a:cubicBezTo>
                  <a:cubicBezTo>
                    <a:pt x="512" y="503"/>
                    <a:pt x="427" y="531"/>
                    <a:pt x="385" y="531"/>
                  </a:cubicBezTo>
                  <a:cubicBezTo>
                    <a:pt x="335" y="531"/>
                    <a:pt x="318" y="493"/>
                    <a:pt x="318" y="451"/>
                  </a:cubicBezTo>
                  <a:cubicBezTo>
                    <a:pt x="318" y="423"/>
                    <a:pt x="325" y="398"/>
                    <a:pt x="339" y="342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FEAABED-414F-0E49-4D6F-CFB781ABCB42}"/>
                </a:ext>
              </a:extLst>
            </p:cNvPr>
            <p:cNvSpPr/>
            <p:nvPr/>
          </p:nvSpPr>
          <p:spPr>
            <a:xfrm>
              <a:off x="2881080" y="3266640"/>
              <a:ext cx="96120" cy="209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8" h="583">
                  <a:moveTo>
                    <a:pt x="244" y="31"/>
                  </a:moveTo>
                  <a:cubicBezTo>
                    <a:pt x="244" y="17"/>
                    <a:pt x="233" y="0"/>
                    <a:pt x="208" y="0"/>
                  </a:cubicBezTo>
                  <a:cubicBezTo>
                    <a:pt x="184" y="0"/>
                    <a:pt x="159" y="21"/>
                    <a:pt x="159" y="49"/>
                  </a:cubicBezTo>
                  <a:cubicBezTo>
                    <a:pt x="159" y="63"/>
                    <a:pt x="169" y="80"/>
                    <a:pt x="194" y="80"/>
                  </a:cubicBezTo>
                  <a:cubicBezTo>
                    <a:pt x="219" y="80"/>
                    <a:pt x="244" y="56"/>
                    <a:pt x="244" y="31"/>
                  </a:cubicBezTo>
                  <a:close/>
                  <a:moveTo>
                    <a:pt x="64" y="472"/>
                  </a:moveTo>
                  <a:cubicBezTo>
                    <a:pt x="60" y="482"/>
                    <a:pt x="56" y="493"/>
                    <a:pt x="56" y="510"/>
                  </a:cubicBezTo>
                  <a:cubicBezTo>
                    <a:pt x="56" y="549"/>
                    <a:pt x="92" y="583"/>
                    <a:pt x="141" y="583"/>
                  </a:cubicBezTo>
                  <a:cubicBezTo>
                    <a:pt x="229" y="583"/>
                    <a:pt x="268" y="461"/>
                    <a:pt x="268" y="451"/>
                  </a:cubicBezTo>
                  <a:cubicBezTo>
                    <a:pt x="268" y="437"/>
                    <a:pt x="254" y="437"/>
                    <a:pt x="254" y="437"/>
                  </a:cubicBezTo>
                  <a:cubicBezTo>
                    <a:pt x="240" y="437"/>
                    <a:pt x="240" y="444"/>
                    <a:pt x="237" y="454"/>
                  </a:cubicBezTo>
                  <a:cubicBezTo>
                    <a:pt x="215" y="521"/>
                    <a:pt x="177" y="559"/>
                    <a:pt x="141" y="559"/>
                  </a:cubicBezTo>
                  <a:cubicBezTo>
                    <a:pt x="124" y="559"/>
                    <a:pt x="120" y="545"/>
                    <a:pt x="120" y="528"/>
                  </a:cubicBezTo>
                  <a:cubicBezTo>
                    <a:pt x="120" y="507"/>
                    <a:pt x="127" y="493"/>
                    <a:pt x="134" y="472"/>
                  </a:cubicBezTo>
                  <a:cubicBezTo>
                    <a:pt x="145" y="447"/>
                    <a:pt x="152" y="426"/>
                    <a:pt x="162" y="402"/>
                  </a:cubicBezTo>
                  <a:cubicBezTo>
                    <a:pt x="169" y="381"/>
                    <a:pt x="201" y="304"/>
                    <a:pt x="205" y="293"/>
                  </a:cubicBezTo>
                  <a:cubicBezTo>
                    <a:pt x="208" y="283"/>
                    <a:pt x="212" y="273"/>
                    <a:pt x="212" y="266"/>
                  </a:cubicBezTo>
                  <a:cubicBezTo>
                    <a:pt x="212" y="224"/>
                    <a:pt x="177" y="192"/>
                    <a:pt x="127" y="192"/>
                  </a:cubicBezTo>
                  <a:cubicBezTo>
                    <a:pt x="39" y="192"/>
                    <a:pt x="0" y="311"/>
                    <a:pt x="0" y="325"/>
                  </a:cubicBezTo>
                  <a:cubicBezTo>
                    <a:pt x="0" y="335"/>
                    <a:pt x="14" y="335"/>
                    <a:pt x="14" y="335"/>
                  </a:cubicBezTo>
                  <a:cubicBezTo>
                    <a:pt x="28" y="335"/>
                    <a:pt x="28" y="332"/>
                    <a:pt x="32" y="321"/>
                  </a:cubicBezTo>
                  <a:cubicBezTo>
                    <a:pt x="53" y="248"/>
                    <a:pt x="92" y="217"/>
                    <a:pt x="124" y="217"/>
                  </a:cubicBezTo>
                  <a:cubicBezTo>
                    <a:pt x="138" y="217"/>
                    <a:pt x="148" y="224"/>
                    <a:pt x="148" y="248"/>
                  </a:cubicBezTo>
                  <a:cubicBezTo>
                    <a:pt x="148" y="266"/>
                    <a:pt x="141" y="280"/>
                    <a:pt x="120" y="332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89C5600-584C-58BF-16CB-BF5A6B86CFAB}"/>
                </a:ext>
              </a:extLst>
            </p:cNvPr>
            <p:cNvSpPr/>
            <p:nvPr/>
          </p:nvSpPr>
          <p:spPr>
            <a:xfrm>
              <a:off x="3027240" y="3436200"/>
              <a:ext cx="40320" cy="96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3" h="269">
                  <a:moveTo>
                    <a:pt x="88" y="87"/>
                  </a:moveTo>
                  <a:cubicBezTo>
                    <a:pt x="88" y="133"/>
                    <a:pt x="81" y="189"/>
                    <a:pt x="18" y="245"/>
                  </a:cubicBezTo>
                  <a:cubicBezTo>
                    <a:pt x="14" y="248"/>
                    <a:pt x="14" y="252"/>
                    <a:pt x="14" y="255"/>
                  </a:cubicBezTo>
                  <a:cubicBezTo>
                    <a:pt x="14" y="262"/>
                    <a:pt x="21" y="269"/>
                    <a:pt x="25" y="269"/>
                  </a:cubicBezTo>
                  <a:cubicBezTo>
                    <a:pt x="39" y="269"/>
                    <a:pt x="113" y="199"/>
                    <a:pt x="113" y="94"/>
                  </a:cubicBezTo>
                  <a:cubicBezTo>
                    <a:pt x="113" y="42"/>
                    <a:pt x="92" y="0"/>
                    <a:pt x="49" y="0"/>
                  </a:cubicBezTo>
                  <a:cubicBezTo>
                    <a:pt x="21" y="0"/>
                    <a:pt x="0" y="21"/>
                    <a:pt x="0" y="49"/>
                  </a:cubicBezTo>
                  <a:cubicBezTo>
                    <a:pt x="0" y="77"/>
                    <a:pt x="21" y="101"/>
                    <a:pt x="53" y="101"/>
                  </a:cubicBezTo>
                  <a:cubicBezTo>
                    <a:pt x="74" y="101"/>
                    <a:pt x="88" y="87"/>
                    <a:pt x="88" y="87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097FD14-A0B5-8243-F319-B10C9D63073E}"/>
                </a:ext>
              </a:extLst>
            </p:cNvPr>
            <p:cNvSpPr/>
            <p:nvPr/>
          </p:nvSpPr>
          <p:spPr>
            <a:xfrm>
              <a:off x="3111120" y="3334320"/>
              <a:ext cx="154800" cy="200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31" h="559">
                  <a:moveTo>
                    <a:pt x="427" y="63"/>
                  </a:moveTo>
                  <a:cubicBezTo>
                    <a:pt x="431" y="49"/>
                    <a:pt x="431" y="45"/>
                    <a:pt x="431" y="45"/>
                  </a:cubicBezTo>
                  <a:cubicBezTo>
                    <a:pt x="431" y="24"/>
                    <a:pt x="417" y="17"/>
                    <a:pt x="402" y="17"/>
                  </a:cubicBezTo>
                  <a:cubicBezTo>
                    <a:pt x="381" y="17"/>
                    <a:pt x="364" y="31"/>
                    <a:pt x="360" y="49"/>
                  </a:cubicBezTo>
                  <a:cubicBezTo>
                    <a:pt x="346" y="24"/>
                    <a:pt x="318" y="0"/>
                    <a:pt x="272" y="0"/>
                  </a:cubicBezTo>
                  <a:cubicBezTo>
                    <a:pt x="162" y="0"/>
                    <a:pt x="46" y="115"/>
                    <a:pt x="46" y="241"/>
                  </a:cubicBezTo>
                  <a:cubicBezTo>
                    <a:pt x="46" y="328"/>
                    <a:pt x="109" y="381"/>
                    <a:pt x="180" y="381"/>
                  </a:cubicBezTo>
                  <a:cubicBezTo>
                    <a:pt x="219" y="381"/>
                    <a:pt x="258" y="363"/>
                    <a:pt x="289" y="335"/>
                  </a:cubicBezTo>
                  <a:lnTo>
                    <a:pt x="272" y="412"/>
                  </a:lnTo>
                  <a:cubicBezTo>
                    <a:pt x="261" y="451"/>
                    <a:pt x="254" y="472"/>
                    <a:pt x="222" y="503"/>
                  </a:cubicBezTo>
                  <a:cubicBezTo>
                    <a:pt x="184" y="535"/>
                    <a:pt x="145" y="535"/>
                    <a:pt x="124" y="535"/>
                  </a:cubicBezTo>
                  <a:cubicBezTo>
                    <a:pt x="85" y="535"/>
                    <a:pt x="71" y="531"/>
                    <a:pt x="56" y="528"/>
                  </a:cubicBezTo>
                  <a:cubicBezTo>
                    <a:pt x="78" y="517"/>
                    <a:pt x="85" y="496"/>
                    <a:pt x="85" y="486"/>
                  </a:cubicBezTo>
                  <a:cubicBezTo>
                    <a:pt x="85" y="465"/>
                    <a:pt x="67" y="454"/>
                    <a:pt x="49" y="454"/>
                  </a:cubicBezTo>
                  <a:cubicBezTo>
                    <a:pt x="25" y="454"/>
                    <a:pt x="0" y="472"/>
                    <a:pt x="0" y="507"/>
                  </a:cubicBezTo>
                  <a:cubicBezTo>
                    <a:pt x="0" y="556"/>
                    <a:pt x="74" y="559"/>
                    <a:pt x="124" y="559"/>
                  </a:cubicBezTo>
                  <a:cubicBezTo>
                    <a:pt x="261" y="559"/>
                    <a:pt x="321" y="489"/>
                    <a:pt x="332" y="440"/>
                  </a:cubicBezTo>
                  <a:close/>
                  <a:moveTo>
                    <a:pt x="307" y="266"/>
                  </a:moveTo>
                  <a:cubicBezTo>
                    <a:pt x="304" y="280"/>
                    <a:pt x="304" y="280"/>
                    <a:pt x="289" y="297"/>
                  </a:cubicBezTo>
                  <a:cubicBezTo>
                    <a:pt x="258" y="335"/>
                    <a:pt x="215" y="356"/>
                    <a:pt x="184" y="356"/>
                  </a:cubicBezTo>
                  <a:cubicBezTo>
                    <a:pt x="138" y="356"/>
                    <a:pt x="116" y="321"/>
                    <a:pt x="116" y="276"/>
                  </a:cubicBezTo>
                  <a:cubicBezTo>
                    <a:pt x="116" y="238"/>
                    <a:pt x="141" y="140"/>
                    <a:pt x="162" y="101"/>
                  </a:cubicBezTo>
                  <a:cubicBezTo>
                    <a:pt x="201" y="42"/>
                    <a:pt x="240" y="24"/>
                    <a:pt x="272" y="24"/>
                  </a:cubicBezTo>
                  <a:cubicBezTo>
                    <a:pt x="332" y="24"/>
                    <a:pt x="349" y="91"/>
                    <a:pt x="349" y="98"/>
                  </a:cubicBezTo>
                  <a:cubicBezTo>
                    <a:pt x="349" y="98"/>
                    <a:pt x="349" y="101"/>
                    <a:pt x="346" y="112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5FD54BA0-A142-8938-19ED-0EF6F60C5260}"/>
                </a:ext>
              </a:extLst>
            </p:cNvPr>
            <p:cNvSpPr/>
            <p:nvPr/>
          </p:nvSpPr>
          <p:spPr>
            <a:xfrm>
              <a:off x="3455640" y="3242520"/>
              <a:ext cx="298440" cy="1040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30" h="290">
                  <a:moveTo>
                    <a:pt x="787" y="49"/>
                  </a:moveTo>
                  <a:cubicBezTo>
                    <a:pt x="805" y="49"/>
                    <a:pt x="830" y="49"/>
                    <a:pt x="830" y="24"/>
                  </a:cubicBezTo>
                  <a:cubicBezTo>
                    <a:pt x="830" y="0"/>
                    <a:pt x="805" y="0"/>
                    <a:pt x="787" y="0"/>
                  </a:cubicBezTo>
                  <a:lnTo>
                    <a:pt x="42" y="0"/>
                  </a:lnTo>
                  <a:cubicBezTo>
                    <a:pt x="25" y="0"/>
                    <a:pt x="0" y="0"/>
                    <a:pt x="0" y="24"/>
                  </a:cubicBezTo>
                  <a:cubicBezTo>
                    <a:pt x="0" y="49"/>
                    <a:pt x="25" y="49"/>
                    <a:pt x="42" y="49"/>
                  </a:cubicBezTo>
                  <a:close/>
                  <a:moveTo>
                    <a:pt x="787" y="290"/>
                  </a:moveTo>
                  <a:cubicBezTo>
                    <a:pt x="805" y="290"/>
                    <a:pt x="830" y="290"/>
                    <a:pt x="830" y="266"/>
                  </a:cubicBezTo>
                  <a:cubicBezTo>
                    <a:pt x="830" y="241"/>
                    <a:pt x="805" y="241"/>
                    <a:pt x="787" y="241"/>
                  </a:cubicBezTo>
                  <a:lnTo>
                    <a:pt x="42" y="241"/>
                  </a:lnTo>
                  <a:cubicBezTo>
                    <a:pt x="25" y="241"/>
                    <a:pt x="0" y="241"/>
                    <a:pt x="0" y="266"/>
                  </a:cubicBezTo>
                  <a:cubicBezTo>
                    <a:pt x="0" y="290"/>
                    <a:pt x="25" y="290"/>
                    <a:pt x="42" y="290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6C1ECBF-4300-6177-0E3A-4056E8EA91F5}"/>
                </a:ext>
              </a:extLst>
            </p:cNvPr>
            <p:cNvSpPr/>
            <p:nvPr/>
          </p:nvSpPr>
          <p:spPr>
            <a:xfrm>
              <a:off x="3939839" y="3110759"/>
              <a:ext cx="148320" cy="2952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13" h="821">
                  <a:moveTo>
                    <a:pt x="258" y="31"/>
                  </a:moveTo>
                  <a:cubicBezTo>
                    <a:pt x="258" y="3"/>
                    <a:pt x="258" y="0"/>
                    <a:pt x="229" y="0"/>
                  </a:cubicBezTo>
                  <a:cubicBezTo>
                    <a:pt x="152" y="80"/>
                    <a:pt x="39" y="80"/>
                    <a:pt x="0" y="80"/>
                  </a:cubicBezTo>
                  <a:lnTo>
                    <a:pt x="0" y="119"/>
                  </a:lnTo>
                  <a:cubicBezTo>
                    <a:pt x="25" y="119"/>
                    <a:pt x="99" y="119"/>
                    <a:pt x="162" y="84"/>
                  </a:cubicBezTo>
                  <a:lnTo>
                    <a:pt x="162" y="723"/>
                  </a:lnTo>
                  <a:cubicBezTo>
                    <a:pt x="162" y="769"/>
                    <a:pt x="159" y="783"/>
                    <a:pt x="46" y="783"/>
                  </a:cubicBezTo>
                  <a:lnTo>
                    <a:pt x="7" y="783"/>
                  </a:lnTo>
                  <a:lnTo>
                    <a:pt x="7" y="821"/>
                  </a:lnTo>
                  <a:cubicBezTo>
                    <a:pt x="53" y="818"/>
                    <a:pt x="159" y="818"/>
                    <a:pt x="212" y="818"/>
                  </a:cubicBezTo>
                  <a:cubicBezTo>
                    <a:pt x="261" y="818"/>
                    <a:pt x="371" y="818"/>
                    <a:pt x="413" y="821"/>
                  </a:cubicBezTo>
                  <a:lnTo>
                    <a:pt x="413" y="783"/>
                  </a:lnTo>
                  <a:lnTo>
                    <a:pt x="374" y="783"/>
                  </a:lnTo>
                  <a:cubicBezTo>
                    <a:pt x="261" y="783"/>
                    <a:pt x="258" y="769"/>
                    <a:pt x="258" y="723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FF3333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7301EA5D-EFE2-4A7E-715E-7006EE920894}"/>
              </a:ext>
            </a:extLst>
          </p:cNvPr>
          <p:cNvSpPr txBox="1"/>
          <p:nvPr/>
        </p:nvSpPr>
        <p:spPr>
          <a:xfrm>
            <a:off x="5486399" y="1192319"/>
            <a:ext cx="4594320" cy="62334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הבעיה המקורית היא קמורה אבל לא ליניארית, ולכן קשה.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בעיית מיקסום מכפלת הערכים עם חפצים בדידים היא NP-קשה.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0066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66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הטריק: ננסה להפוך את הבעיה לליניארית.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0000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צעד ראשון:</a:t>
            </a:r>
          </a:p>
        </p:txBody>
      </p:sp>
      <p:grpSp>
        <p:nvGrpSpPr>
          <p:cNvPr id="52" name="Group 51" descr="28§latex§\begin{align*}&#10;\max &amp;\sum_{i=1}^n W_i&#10;\\&#10;\text{s.t.~~~}&#10;&amp;&#10;W_i \leq \log({\sum_{g=1}^m x_{i,g}\cdot V_i(g)})&#10;\\&#10;&amp;&#10;\forall g: \sum_{i=1}^n x_{i,g} = 1&#10;\end{align*}§svg§600§FALSE§" title="TexMaths">
            <a:extLst>
              <a:ext uri="{FF2B5EF4-FFF2-40B4-BE49-F238E27FC236}">
                <a16:creationId xmlns:a16="http://schemas.microsoft.com/office/drawing/2014/main" id="{3D1A76CD-7B71-E895-7C5E-C2C5DA7E6439}"/>
              </a:ext>
            </a:extLst>
          </p:cNvPr>
          <p:cNvGrpSpPr/>
          <p:nvPr/>
        </p:nvGrpSpPr>
        <p:grpSpPr>
          <a:xfrm>
            <a:off x="0" y="4111920"/>
            <a:ext cx="5533920" cy="3378600"/>
            <a:chOff x="0" y="4111920"/>
            <a:chExt cx="5533920" cy="3378600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6827B89-E1B4-B9C8-368E-C75F55AAD37A}"/>
                </a:ext>
              </a:extLst>
            </p:cNvPr>
            <p:cNvSpPr/>
            <p:nvPr/>
          </p:nvSpPr>
          <p:spPr>
            <a:xfrm>
              <a:off x="0" y="4114800"/>
              <a:ext cx="5533920" cy="3372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373" h="9369">
                  <a:moveTo>
                    <a:pt x="7687" y="9369"/>
                  </a:moveTo>
                  <a:lnTo>
                    <a:pt x="0" y="9369"/>
                  </a:lnTo>
                  <a:lnTo>
                    <a:pt x="0" y="0"/>
                  </a:lnTo>
                  <a:lnTo>
                    <a:pt x="15373" y="0"/>
                  </a:lnTo>
                  <a:lnTo>
                    <a:pt x="15373" y="9369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4985D50-097E-CBEA-BA70-DFD9F03C1F30}"/>
                </a:ext>
              </a:extLst>
            </p:cNvPr>
            <p:cNvSpPr/>
            <p:nvPr/>
          </p:nvSpPr>
          <p:spPr>
            <a:xfrm>
              <a:off x="214920" y="4507920"/>
              <a:ext cx="329760" cy="1569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17" h="437">
                  <a:moveTo>
                    <a:pt x="93" y="98"/>
                  </a:moveTo>
                  <a:lnTo>
                    <a:pt x="93" y="361"/>
                  </a:lnTo>
                  <a:cubicBezTo>
                    <a:pt x="93" y="406"/>
                    <a:pt x="80" y="406"/>
                    <a:pt x="0" y="406"/>
                  </a:cubicBezTo>
                  <a:lnTo>
                    <a:pt x="0" y="437"/>
                  </a:lnTo>
                  <a:cubicBezTo>
                    <a:pt x="40" y="437"/>
                    <a:pt x="100" y="434"/>
                    <a:pt x="133" y="434"/>
                  </a:cubicBezTo>
                  <a:cubicBezTo>
                    <a:pt x="163" y="434"/>
                    <a:pt x="224" y="437"/>
                    <a:pt x="264" y="437"/>
                  </a:cubicBezTo>
                  <a:lnTo>
                    <a:pt x="264" y="406"/>
                  </a:lnTo>
                  <a:cubicBezTo>
                    <a:pt x="187" y="406"/>
                    <a:pt x="173" y="406"/>
                    <a:pt x="173" y="361"/>
                  </a:cubicBezTo>
                  <a:lnTo>
                    <a:pt x="173" y="179"/>
                  </a:lnTo>
                  <a:cubicBezTo>
                    <a:pt x="173" y="78"/>
                    <a:pt x="257" y="22"/>
                    <a:pt x="330" y="22"/>
                  </a:cubicBezTo>
                  <a:cubicBezTo>
                    <a:pt x="407" y="22"/>
                    <a:pt x="420" y="76"/>
                    <a:pt x="420" y="132"/>
                  </a:cubicBezTo>
                  <a:lnTo>
                    <a:pt x="420" y="361"/>
                  </a:lnTo>
                  <a:cubicBezTo>
                    <a:pt x="420" y="406"/>
                    <a:pt x="407" y="406"/>
                    <a:pt x="327" y="406"/>
                  </a:cubicBezTo>
                  <a:lnTo>
                    <a:pt x="327" y="437"/>
                  </a:lnTo>
                  <a:cubicBezTo>
                    <a:pt x="367" y="437"/>
                    <a:pt x="427" y="434"/>
                    <a:pt x="460" y="434"/>
                  </a:cubicBezTo>
                  <a:cubicBezTo>
                    <a:pt x="490" y="434"/>
                    <a:pt x="550" y="437"/>
                    <a:pt x="590" y="437"/>
                  </a:cubicBezTo>
                  <a:lnTo>
                    <a:pt x="590" y="406"/>
                  </a:lnTo>
                  <a:cubicBezTo>
                    <a:pt x="514" y="406"/>
                    <a:pt x="500" y="406"/>
                    <a:pt x="500" y="361"/>
                  </a:cubicBezTo>
                  <a:lnTo>
                    <a:pt x="500" y="179"/>
                  </a:lnTo>
                  <a:cubicBezTo>
                    <a:pt x="500" y="78"/>
                    <a:pt x="584" y="22"/>
                    <a:pt x="661" y="22"/>
                  </a:cubicBezTo>
                  <a:cubicBezTo>
                    <a:pt x="734" y="22"/>
                    <a:pt x="747" y="76"/>
                    <a:pt x="747" y="132"/>
                  </a:cubicBezTo>
                  <a:lnTo>
                    <a:pt x="747" y="361"/>
                  </a:lnTo>
                  <a:cubicBezTo>
                    <a:pt x="747" y="406"/>
                    <a:pt x="734" y="406"/>
                    <a:pt x="654" y="406"/>
                  </a:cubicBezTo>
                  <a:lnTo>
                    <a:pt x="654" y="437"/>
                  </a:lnTo>
                  <a:cubicBezTo>
                    <a:pt x="694" y="437"/>
                    <a:pt x="754" y="434"/>
                    <a:pt x="787" y="434"/>
                  </a:cubicBezTo>
                  <a:cubicBezTo>
                    <a:pt x="817" y="434"/>
                    <a:pt x="877" y="437"/>
                    <a:pt x="917" y="437"/>
                  </a:cubicBezTo>
                  <a:lnTo>
                    <a:pt x="917" y="406"/>
                  </a:lnTo>
                  <a:cubicBezTo>
                    <a:pt x="857" y="406"/>
                    <a:pt x="827" y="406"/>
                    <a:pt x="827" y="378"/>
                  </a:cubicBezTo>
                  <a:lnTo>
                    <a:pt x="827" y="188"/>
                  </a:lnTo>
                  <a:cubicBezTo>
                    <a:pt x="827" y="104"/>
                    <a:pt x="827" y="73"/>
                    <a:pt x="791" y="36"/>
                  </a:cubicBezTo>
                  <a:cubicBezTo>
                    <a:pt x="774" y="20"/>
                    <a:pt x="734" y="0"/>
                    <a:pt x="667" y="0"/>
                  </a:cubicBezTo>
                  <a:cubicBezTo>
                    <a:pt x="567" y="0"/>
                    <a:pt x="517" y="59"/>
                    <a:pt x="497" y="98"/>
                  </a:cubicBezTo>
                  <a:cubicBezTo>
                    <a:pt x="480" y="11"/>
                    <a:pt x="394" y="0"/>
                    <a:pt x="340" y="0"/>
                  </a:cubicBezTo>
                  <a:cubicBezTo>
                    <a:pt x="254" y="0"/>
                    <a:pt x="200" y="42"/>
                    <a:pt x="167" y="104"/>
                  </a:cubicBezTo>
                  <a:lnTo>
                    <a:pt x="167" y="0"/>
                  </a:lnTo>
                  <a:lnTo>
                    <a:pt x="0" y="11"/>
                  </a:lnTo>
                  <a:lnTo>
                    <a:pt x="0" y="42"/>
                  </a:lnTo>
                  <a:cubicBezTo>
                    <a:pt x="83" y="42"/>
                    <a:pt x="93" y="48"/>
                    <a:pt x="93" y="98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D7CAEEBC-8978-82A7-D531-F020AD77AD32}"/>
                </a:ext>
              </a:extLst>
            </p:cNvPr>
            <p:cNvSpPr/>
            <p:nvPr/>
          </p:nvSpPr>
          <p:spPr>
            <a:xfrm>
              <a:off x="569160" y="4505040"/>
              <a:ext cx="190440" cy="1630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30" h="454">
                  <a:moveTo>
                    <a:pt x="344" y="370"/>
                  </a:moveTo>
                  <a:cubicBezTo>
                    <a:pt x="347" y="409"/>
                    <a:pt x="380" y="451"/>
                    <a:pt x="434" y="451"/>
                  </a:cubicBezTo>
                  <a:cubicBezTo>
                    <a:pt x="460" y="451"/>
                    <a:pt x="530" y="437"/>
                    <a:pt x="530" y="356"/>
                  </a:cubicBezTo>
                  <a:lnTo>
                    <a:pt x="530" y="300"/>
                  </a:lnTo>
                  <a:lnTo>
                    <a:pt x="504" y="300"/>
                  </a:lnTo>
                  <a:lnTo>
                    <a:pt x="504" y="356"/>
                  </a:lnTo>
                  <a:cubicBezTo>
                    <a:pt x="504" y="412"/>
                    <a:pt x="474" y="420"/>
                    <a:pt x="460" y="420"/>
                  </a:cubicBezTo>
                  <a:cubicBezTo>
                    <a:pt x="420" y="420"/>
                    <a:pt x="417" y="375"/>
                    <a:pt x="417" y="370"/>
                  </a:cubicBezTo>
                  <a:lnTo>
                    <a:pt x="417" y="171"/>
                  </a:lnTo>
                  <a:cubicBezTo>
                    <a:pt x="417" y="129"/>
                    <a:pt x="417" y="92"/>
                    <a:pt x="374" y="53"/>
                  </a:cubicBezTo>
                  <a:cubicBezTo>
                    <a:pt x="327" y="17"/>
                    <a:pt x="270" y="0"/>
                    <a:pt x="214" y="0"/>
                  </a:cubicBezTo>
                  <a:cubicBezTo>
                    <a:pt x="117" y="0"/>
                    <a:pt x="33" y="48"/>
                    <a:pt x="33" y="112"/>
                  </a:cubicBezTo>
                  <a:cubicBezTo>
                    <a:pt x="33" y="143"/>
                    <a:pt x="57" y="160"/>
                    <a:pt x="90" y="160"/>
                  </a:cubicBezTo>
                  <a:cubicBezTo>
                    <a:pt x="120" y="160"/>
                    <a:pt x="143" y="140"/>
                    <a:pt x="143" y="112"/>
                  </a:cubicBezTo>
                  <a:cubicBezTo>
                    <a:pt x="143" y="101"/>
                    <a:pt x="137" y="67"/>
                    <a:pt x="83" y="67"/>
                  </a:cubicBezTo>
                  <a:cubicBezTo>
                    <a:pt x="113" y="34"/>
                    <a:pt x="173" y="22"/>
                    <a:pt x="210" y="22"/>
                  </a:cubicBezTo>
                  <a:cubicBezTo>
                    <a:pt x="267" y="22"/>
                    <a:pt x="334" y="62"/>
                    <a:pt x="334" y="148"/>
                  </a:cubicBezTo>
                  <a:lnTo>
                    <a:pt x="334" y="185"/>
                  </a:lnTo>
                  <a:cubicBezTo>
                    <a:pt x="274" y="188"/>
                    <a:pt x="193" y="190"/>
                    <a:pt x="117" y="221"/>
                  </a:cubicBezTo>
                  <a:cubicBezTo>
                    <a:pt x="30" y="255"/>
                    <a:pt x="0" y="305"/>
                    <a:pt x="0" y="350"/>
                  </a:cubicBezTo>
                  <a:cubicBezTo>
                    <a:pt x="0" y="428"/>
                    <a:pt x="113" y="454"/>
                    <a:pt x="190" y="454"/>
                  </a:cubicBezTo>
                  <a:cubicBezTo>
                    <a:pt x="267" y="454"/>
                    <a:pt x="320" y="414"/>
                    <a:pt x="344" y="370"/>
                  </a:cubicBezTo>
                  <a:close/>
                  <a:moveTo>
                    <a:pt x="334" y="207"/>
                  </a:moveTo>
                  <a:lnTo>
                    <a:pt x="334" y="305"/>
                  </a:lnTo>
                  <a:cubicBezTo>
                    <a:pt x="334" y="400"/>
                    <a:pt x="250" y="434"/>
                    <a:pt x="197" y="434"/>
                  </a:cubicBezTo>
                  <a:cubicBezTo>
                    <a:pt x="140" y="434"/>
                    <a:pt x="90" y="398"/>
                    <a:pt x="90" y="347"/>
                  </a:cubicBezTo>
                  <a:cubicBezTo>
                    <a:pt x="90" y="294"/>
                    <a:pt x="140" y="213"/>
                    <a:pt x="334" y="207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B2CF601-0A96-2B12-5BF7-C4DAFEBF033E}"/>
                </a:ext>
              </a:extLst>
            </p:cNvPr>
            <p:cNvSpPr/>
            <p:nvPr/>
          </p:nvSpPr>
          <p:spPr>
            <a:xfrm>
              <a:off x="767519" y="4511160"/>
              <a:ext cx="213480" cy="153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94" h="426">
                  <a:moveTo>
                    <a:pt x="324" y="193"/>
                  </a:moveTo>
                  <a:cubicBezTo>
                    <a:pt x="360" y="157"/>
                    <a:pt x="404" y="109"/>
                    <a:pt x="434" y="81"/>
                  </a:cubicBezTo>
                  <a:cubicBezTo>
                    <a:pt x="470" y="48"/>
                    <a:pt x="517" y="31"/>
                    <a:pt x="574" y="31"/>
                  </a:cubicBezTo>
                  <a:lnTo>
                    <a:pt x="574" y="0"/>
                  </a:lnTo>
                  <a:cubicBezTo>
                    <a:pt x="544" y="3"/>
                    <a:pt x="507" y="3"/>
                    <a:pt x="477" y="3"/>
                  </a:cubicBezTo>
                  <a:cubicBezTo>
                    <a:pt x="440" y="3"/>
                    <a:pt x="377" y="0"/>
                    <a:pt x="364" y="0"/>
                  </a:cubicBezTo>
                  <a:lnTo>
                    <a:pt x="364" y="31"/>
                  </a:lnTo>
                  <a:cubicBezTo>
                    <a:pt x="387" y="34"/>
                    <a:pt x="397" y="45"/>
                    <a:pt x="397" y="62"/>
                  </a:cubicBezTo>
                  <a:cubicBezTo>
                    <a:pt x="397" y="78"/>
                    <a:pt x="387" y="90"/>
                    <a:pt x="380" y="95"/>
                  </a:cubicBezTo>
                  <a:lnTo>
                    <a:pt x="307" y="174"/>
                  </a:lnTo>
                  <a:lnTo>
                    <a:pt x="214" y="73"/>
                  </a:lnTo>
                  <a:cubicBezTo>
                    <a:pt x="204" y="64"/>
                    <a:pt x="204" y="62"/>
                    <a:pt x="204" y="56"/>
                  </a:cubicBezTo>
                  <a:cubicBezTo>
                    <a:pt x="204" y="42"/>
                    <a:pt x="220" y="31"/>
                    <a:pt x="247" y="31"/>
                  </a:cubicBezTo>
                  <a:lnTo>
                    <a:pt x="247" y="0"/>
                  </a:lnTo>
                  <a:cubicBezTo>
                    <a:pt x="214" y="0"/>
                    <a:pt x="137" y="3"/>
                    <a:pt x="117" y="3"/>
                  </a:cubicBezTo>
                  <a:cubicBezTo>
                    <a:pt x="93" y="3"/>
                    <a:pt x="37" y="3"/>
                    <a:pt x="7" y="0"/>
                  </a:cubicBezTo>
                  <a:lnTo>
                    <a:pt x="7" y="31"/>
                  </a:lnTo>
                  <a:cubicBezTo>
                    <a:pt x="90" y="31"/>
                    <a:pt x="90" y="31"/>
                    <a:pt x="143" y="92"/>
                  </a:cubicBezTo>
                  <a:lnTo>
                    <a:pt x="260" y="218"/>
                  </a:lnTo>
                  <a:lnTo>
                    <a:pt x="150" y="336"/>
                  </a:lnTo>
                  <a:cubicBezTo>
                    <a:pt x="93" y="395"/>
                    <a:pt x="23" y="398"/>
                    <a:pt x="0" y="398"/>
                  </a:cubicBezTo>
                  <a:lnTo>
                    <a:pt x="0" y="426"/>
                  </a:lnTo>
                  <a:cubicBezTo>
                    <a:pt x="30" y="426"/>
                    <a:pt x="67" y="423"/>
                    <a:pt x="97" y="423"/>
                  </a:cubicBezTo>
                  <a:cubicBezTo>
                    <a:pt x="133" y="423"/>
                    <a:pt x="180" y="426"/>
                    <a:pt x="210" y="426"/>
                  </a:cubicBezTo>
                  <a:lnTo>
                    <a:pt x="210" y="398"/>
                  </a:lnTo>
                  <a:cubicBezTo>
                    <a:pt x="183" y="392"/>
                    <a:pt x="177" y="381"/>
                    <a:pt x="177" y="367"/>
                  </a:cubicBezTo>
                  <a:cubicBezTo>
                    <a:pt x="177" y="344"/>
                    <a:pt x="210" y="311"/>
                    <a:pt x="280" y="241"/>
                  </a:cubicBezTo>
                  <a:lnTo>
                    <a:pt x="370" y="339"/>
                  </a:lnTo>
                  <a:cubicBezTo>
                    <a:pt x="380" y="350"/>
                    <a:pt x="397" y="367"/>
                    <a:pt x="397" y="372"/>
                  </a:cubicBezTo>
                  <a:cubicBezTo>
                    <a:pt x="397" y="381"/>
                    <a:pt x="387" y="395"/>
                    <a:pt x="354" y="398"/>
                  </a:cubicBezTo>
                  <a:lnTo>
                    <a:pt x="354" y="426"/>
                  </a:lnTo>
                  <a:cubicBezTo>
                    <a:pt x="390" y="426"/>
                    <a:pt x="454" y="423"/>
                    <a:pt x="480" y="423"/>
                  </a:cubicBezTo>
                  <a:cubicBezTo>
                    <a:pt x="514" y="423"/>
                    <a:pt x="560" y="426"/>
                    <a:pt x="594" y="426"/>
                  </a:cubicBezTo>
                  <a:lnTo>
                    <a:pt x="594" y="398"/>
                  </a:lnTo>
                  <a:cubicBezTo>
                    <a:pt x="530" y="398"/>
                    <a:pt x="510" y="395"/>
                    <a:pt x="484" y="367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F0668A7-1342-EE10-B3A1-8BDA227944F1}"/>
                </a:ext>
              </a:extLst>
            </p:cNvPr>
            <p:cNvSpPr/>
            <p:nvPr/>
          </p:nvSpPr>
          <p:spPr>
            <a:xfrm>
              <a:off x="1271880" y="4111920"/>
              <a:ext cx="181080" cy="1126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04" h="314">
                  <a:moveTo>
                    <a:pt x="63" y="263"/>
                  </a:moveTo>
                  <a:cubicBezTo>
                    <a:pt x="60" y="272"/>
                    <a:pt x="53" y="288"/>
                    <a:pt x="53" y="291"/>
                  </a:cubicBezTo>
                  <a:cubicBezTo>
                    <a:pt x="53" y="305"/>
                    <a:pt x="70" y="314"/>
                    <a:pt x="83" y="314"/>
                  </a:cubicBezTo>
                  <a:cubicBezTo>
                    <a:pt x="97" y="314"/>
                    <a:pt x="110" y="305"/>
                    <a:pt x="113" y="297"/>
                  </a:cubicBezTo>
                  <a:cubicBezTo>
                    <a:pt x="117" y="291"/>
                    <a:pt x="123" y="269"/>
                    <a:pt x="130" y="255"/>
                  </a:cubicBezTo>
                  <a:cubicBezTo>
                    <a:pt x="133" y="241"/>
                    <a:pt x="143" y="210"/>
                    <a:pt x="147" y="193"/>
                  </a:cubicBezTo>
                  <a:cubicBezTo>
                    <a:pt x="153" y="176"/>
                    <a:pt x="157" y="162"/>
                    <a:pt x="160" y="146"/>
                  </a:cubicBezTo>
                  <a:cubicBezTo>
                    <a:pt x="170" y="118"/>
                    <a:pt x="173" y="112"/>
                    <a:pt x="197" y="84"/>
                  </a:cubicBezTo>
                  <a:cubicBezTo>
                    <a:pt x="220" y="56"/>
                    <a:pt x="257" y="20"/>
                    <a:pt x="320" y="20"/>
                  </a:cubicBezTo>
                  <a:cubicBezTo>
                    <a:pt x="367" y="20"/>
                    <a:pt x="367" y="56"/>
                    <a:pt x="367" y="67"/>
                  </a:cubicBezTo>
                  <a:cubicBezTo>
                    <a:pt x="367" y="109"/>
                    <a:pt x="334" y="188"/>
                    <a:pt x="320" y="216"/>
                  </a:cubicBezTo>
                  <a:cubicBezTo>
                    <a:pt x="310" y="235"/>
                    <a:pt x="307" y="241"/>
                    <a:pt x="307" y="255"/>
                  </a:cubicBezTo>
                  <a:cubicBezTo>
                    <a:pt x="307" y="291"/>
                    <a:pt x="344" y="314"/>
                    <a:pt x="387" y="314"/>
                  </a:cubicBezTo>
                  <a:cubicBezTo>
                    <a:pt x="467" y="314"/>
                    <a:pt x="504" y="218"/>
                    <a:pt x="504" y="207"/>
                  </a:cubicBezTo>
                  <a:cubicBezTo>
                    <a:pt x="504" y="199"/>
                    <a:pt x="494" y="199"/>
                    <a:pt x="490" y="199"/>
                  </a:cubicBezTo>
                  <a:cubicBezTo>
                    <a:pt x="480" y="199"/>
                    <a:pt x="480" y="202"/>
                    <a:pt x="477" y="210"/>
                  </a:cubicBezTo>
                  <a:cubicBezTo>
                    <a:pt x="457" y="266"/>
                    <a:pt x="420" y="294"/>
                    <a:pt x="387" y="294"/>
                  </a:cubicBezTo>
                  <a:cubicBezTo>
                    <a:pt x="370" y="294"/>
                    <a:pt x="367" y="286"/>
                    <a:pt x="367" y="269"/>
                  </a:cubicBezTo>
                  <a:cubicBezTo>
                    <a:pt x="367" y="255"/>
                    <a:pt x="370" y="244"/>
                    <a:pt x="387" y="213"/>
                  </a:cubicBezTo>
                  <a:cubicBezTo>
                    <a:pt x="397" y="193"/>
                    <a:pt x="430" y="118"/>
                    <a:pt x="430" y="78"/>
                  </a:cubicBezTo>
                  <a:cubicBezTo>
                    <a:pt x="430" y="11"/>
                    <a:pt x="367" y="0"/>
                    <a:pt x="324" y="0"/>
                  </a:cubicBezTo>
                  <a:cubicBezTo>
                    <a:pt x="254" y="0"/>
                    <a:pt x="207" y="36"/>
                    <a:pt x="183" y="64"/>
                  </a:cubicBezTo>
                  <a:cubicBezTo>
                    <a:pt x="177" y="14"/>
                    <a:pt x="130" y="0"/>
                    <a:pt x="93" y="0"/>
                  </a:cubicBezTo>
                  <a:cubicBezTo>
                    <a:pt x="60" y="0"/>
                    <a:pt x="40" y="22"/>
                    <a:pt x="30" y="36"/>
                  </a:cubicBezTo>
                  <a:cubicBezTo>
                    <a:pt x="10" y="64"/>
                    <a:pt x="0" y="104"/>
                    <a:pt x="0" y="106"/>
                  </a:cubicBezTo>
                  <a:cubicBezTo>
                    <a:pt x="0" y="115"/>
                    <a:pt x="10" y="115"/>
                    <a:pt x="13" y="115"/>
                  </a:cubicBezTo>
                  <a:cubicBezTo>
                    <a:pt x="27" y="115"/>
                    <a:pt x="27" y="112"/>
                    <a:pt x="33" y="95"/>
                  </a:cubicBezTo>
                  <a:cubicBezTo>
                    <a:pt x="43" y="53"/>
                    <a:pt x="60" y="20"/>
                    <a:pt x="93" y="20"/>
                  </a:cubicBezTo>
                  <a:cubicBezTo>
                    <a:pt x="113" y="20"/>
                    <a:pt x="120" y="34"/>
                    <a:pt x="120" y="53"/>
                  </a:cubicBezTo>
                  <a:cubicBezTo>
                    <a:pt x="120" y="67"/>
                    <a:pt x="113" y="92"/>
                    <a:pt x="107" y="112"/>
                  </a:cubicBezTo>
                  <a:cubicBezTo>
                    <a:pt x="100" y="129"/>
                    <a:pt x="93" y="160"/>
                    <a:pt x="87" y="174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E03F66B-0909-6C81-567A-405013C2F7C1}"/>
                </a:ext>
              </a:extLst>
            </p:cNvPr>
            <p:cNvSpPr/>
            <p:nvPr/>
          </p:nvSpPr>
          <p:spPr>
            <a:xfrm>
              <a:off x="1081080" y="4327560"/>
              <a:ext cx="563040" cy="496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5" h="1380">
                  <a:moveTo>
                    <a:pt x="1421" y="1380"/>
                  </a:moveTo>
                  <a:lnTo>
                    <a:pt x="1565" y="1064"/>
                  </a:lnTo>
                  <a:lnTo>
                    <a:pt x="1535" y="1064"/>
                  </a:lnTo>
                  <a:cubicBezTo>
                    <a:pt x="1488" y="1168"/>
                    <a:pt x="1364" y="1235"/>
                    <a:pt x="1228" y="1263"/>
                  </a:cubicBezTo>
                  <a:cubicBezTo>
                    <a:pt x="1204" y="1268"/>
                    <a:pt x="1088" y="1294"/>
                    <a:pt x="864" y="1294"/>
                  </a:cubicBezTo>
                  <a:lnTo>
                    <a:pt x="153" y="1294"/>
                  </a:lnTo>
                  <a:lnTo>
                    <a:pt x="754" y="706"/>
                  </a:lnTo>
                  <a:cubicBezTo>
                    <a:pt x="761" y="697"/>
                    <a:pt x="764" y="694"/>
                    <a:pt x="764" y="692"/>
                  </a:cubicBezTo>
                  <a:cubicBezTo>
                    <a:pt x="764" y="689"/>
                    <a:pt x="764" y="686"/>
                    <a:pt x="754" y="675"/>
                  </a:cubicBezTo>
                  <a:lnTo>
                    <a:pt x="207" y="48"/>
                  </a:lnTo>
                  <a:lnTo>
                    <a:pt x="851" y="48"/>
                  </a:lnTo>
                  <a:cubicBezTo>
                    <a:pt x="1011" y="48"/>
                    <a:pt x="1118" y="62"/>
                    <a:pt x="1128" y="64"/>
                  </a:cubicBezTo>
                  <a:cubicBezTo>
                    <a:pt x="1191" y="70"/>
                    <a:pt x="1291" y="87"/>
                    <a:pt x="1385" y="137"/>
                  </a:cubicBezTo>
                  <a:cubicBezTo>
                    <a:pt x="1415" y="154"/>
                    <a:pt x="1495" y="196"/>
                    <a:pt x="1535" y="277"/>
                  </a:cubicBezTo>
                  <a:lnTo>
                    <a:pt x="1565" y="277"/>
                  </a:lnTo>
                  <a:lnTo>
                    <a:pt x="1421" y="0"/>
                  </a:lnTo>
                  <a:lnTo>
                    <a:pt x="33" y="0"/>
                  </a:lnTo>
                  <a:cubicBezTo>
                    <a:pt x="7" y="0"/>
                    <a:pt x="3" y="0"/>
                    <a:pt x="0" y="6"/>
                  </a:cubicBezTo>
                  <a:cubicBezTo>
                    <a:pt x="0" y="11"/>
                    <a:pt x="0" y="28"/>
                    <a:pt x="0" y="39"/>
                  </a:cubicBezTo>
                  <a:lnTo>
                    <a:pt x="621" y="753"/>
                  </a:lnTo>
                  <a:lnTo>
                    <a:pt x="13" y="1352"/>
                  </a:lnTo>
                  <a:cubicBezTo>
                    <a:pt x="0" y="1364"/>
                    <a:pt x="0" y="1369"/>
                    <a:pt x="0" y="1369"/>
                  </a:cubicBezTo>
                  <a:cubicBezTo>
                    <a:pt x="0" y="1380"/>
                    <a:pt x="10" y="1380"/>
                    <a:pt x="33" y="1380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A655F77-68AB-482A-EF3B-06DE08AE50AA}"/>
                </a:ext>
              </a:extLst>
            </p:cNvPr>
            <p:cNvSpPr/>
            <p:nvPr/>
          </p:nvSpPr>
          <p:spPr>
            <a:xfrm>
              <a:off x="1102680" y="4917240"/>
              <a:ext cx="91080" cy="1681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4" h="468">
                  <a:moveTo>
                    <a:pt x="230" y="25"/>
                  </a:moveTo>
                  <a:cubicBezTo>
                    <a:pt x="230" y="14"/>
                    <a:pt x="220" y="0"/>
                    <a:pt x="197" y="0"/>
                  </a:cubicBezTo>
                  <a:cubicBezTo>
                    <a:pt x="173" y="0"/>
                    <a:pt x="150" y="17"/>
                    <a:pt x="150" y="39"/>
                  </a:cubicBezTo>
                  <a:cubicBezTo>
                    <a:pt x="150" y="50"/>
                    <a:pt x="160" y="64"/>
                    <a:pt x="183" y="64"/>
                  </a:cubicBezTo>
                  <a:cubicBezTo>
                    <a:pt x="207" y="64"/>
                    <a:pt x="230" y="45"/>
                    <a:pt x="230" y="25"/>
                  </a:cubicBezTo>
                  <a:close/>
                  <a:moveTo>
                    <a:pt x="60" y="378"/>
                  </a:moveTo>
                  <a:cubicBezTo>
                    <a:pt x="57" y="386"/>
                    <a:pt x="53" y="395"/>
                    <a:pt x="53" y="409"/>
                  </a:cubicBezTo>
                  <a:cubicBezTo>
                    <a:pt x="53" y="440"/>
                    <a:pt x="87" y="468"/>
                    <a:pt x="133" y="468"/>
                  </a:cubicBezTo>
                  <a:cubicBezTo>
                    <a:pt x="217" y="468"/>
                    <a:pt x="254" y="370"/>
                    <a:pt x="254" y="361"/>
                  </a:cubicBezTo>
                  <a:cubicBezTo>
                    <a:pt x="254" y="350"/>
                    <a:pt x="240" y="350"/>
                    <a:pt x="240" y="350"/>
                  </a:cubicBezTo>
                  <a:cubicBezTo>
                    <a:pt x="227" y="350"/>
                    <a:pt x="227" y="356"/>
                    <a:pt x="224" y="364"/>
                  </a:cubicBezTo>
                  <a:cubicBezTo>
                    <a:pt x="204" y="417"/>
                    <a:pt x="167" y="448"/>
                    <a:pt x="133" y="448"/>
                  </a:cubicBezTo>
                  <a:cubicBezTo>
                    <a:pt x="117" y="448"/>
                    <a:pt x="113" y="437"/>
                    <a:pt x="113" y="423"/>
                  </a:cubicBezTo>
                  <a:cubicBezTo>
                    <a:pt x="113" y="406"/>
                    <a:pt x="120" y="395"/>
                    <a:pt x="127" y="378"/>
                  </a:cubicBezTo>
                  <a:cubicBezTo>
                    <a:pt x="137" y="358"/>
                    <a:pt x="143" y="342"/>
                    <a:pt x="153" y="322"/>
                  </a:cubicBezTo>
                  <a:cubicBezTo>
                    <a:pt x="160" y="305"/>
                    <a:pt x="190" y="244"/>
                    <a:pt x="193" y="235"/>
                  </a:cubicBezTo>
                  <a:cubicBezTo>
                    <a:pt x="197" y="227"/>
                    <a:pt x="200" y="218"/>
                    <a:pt x="200" y="213"/>
                  </a:cubicBezTo>
                  <a:cubicBezTo>
                    <a:pt x="200" y="179"/>
                    <a:pt x="167" y="154"/>
                    <a:pt x="120" y="154"/>
                  </a:cubicBezTo>
                  <a:cubicBezTo>
                    <a:pt x="37" y="154"/>
                    <a:pt x="0" y="249"/>
                    <a:pt x="0" y="260"/>
                  </a:cubicBezTo>
                  <a:cubicBezTo>
                    <a:pt x="0" y="269"/>
                    <a:pt x="10" y="269"/>
                    <a:pt x="13" y="269"/>
                  </a:cubicBezTo>
                  <a:cubicBezTo>
                    <a:pt x="27" y="269"/>
                    <a:pt x="27" y="266"/>
                    <a:pt x="30" y="258"/>
                  </a:cubicBezTo>
                  <a:cubicBezTo>
                    <a:pt x="50" y="199"/>
                    <a:pt x="87" y="174"/>
                    <a:pt x="117" y="174"/>
                  </a:cubicBezTo>
                  <a:cubicBezTo>
                    <a:pt x="130" y="174"/>
                    <a:pt x="140" y="179"/>
                    <a:pt x="140" y="199"/>
                  </a:cubicBezTo>
                  <a:cubicBezTo>
                    <a:pt x="140" y="213"/>
                    <a:pt x="133" y="224"/>
                    <a:pt x="113" y="266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4EB3619-A19E-726D-92DA-7E86EABD5715}"/>
                </a:ext>
              </a:extLst>
            </p:cNvPr>
            <p:cNvSpPr/>
            <p:nvPr/>
          </p:nvSpPr>
          <p:spPr>
            <a:xfrm>
              <a:off x="1228680" y="4987080"/>
              <a:ext cx="218160" cy="673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07" h="188">
                  <a:moveTo>
                    <a:pt x="577" y="34"/>
                  </a:moveTo>
                  <a:cubicBezTo>
                    <a:pt x="587" y="34"/>
                    <a:pt x="607" y="34"/>
                    <a:pt x="607" y="17"/>
                  </a:cubicBezTo>
                  <a:cubicBezTo>
                    <a:pt x="607" y="0"/>
                    <a:pt x="587" y="0"/>
                    <a:pt x="577" y="0"/>
                  </a:cubicBezTo>
                  <a:lnTo>
                    <a:pt x="30" y="0"/>
                  </a:lnTo>
                  <a:cubicBezTo>
                    <a:pt x="20" y="0"/>
                    <a:pt x="0" y="0"/>
                    <a:pt x="0" y="17"/>
                  </a:cubicBezTo>
                  <a:cubicBezTo>
                    <a:pt x="0" y="34"/>
                    <a:pt x="20" y="34"/>
                    <a:pt x="30" y="34"/>
                  </a:cubicBezTo>
                  <a:close/>
                  <a:moveTo>
                    <a:pt x="577" y="188"/>
                  </a:moveTo>
                  <a:cubicBezTo>
                    <a:pt x="587" y="188"/>
                    <a:pt x="607" y="188"/>
                    <a:pt x="607" y="171"/>
                  </a:cubicBezTo>
                  <a:cubicBezTo>
                    <a:pt x="607" y="154"/>
                    <a:pt x="587" y="154"/>
                    <a:pt x="577" y="154"/>
                  </a:cubicBezTo>
                  <a:lnTo>
                    <a:pt x="30" y="154"/>
                  </a:lnTo>
                  <a:cubicBezTo>
                    <a:pt x="20" y="154"/>
                    <a:pt x="0" y="154"/>
                    <a:pt x="0" y="171"/>
                  </a:cubicBezTo>
                  <a:cubicBezTo>
                    <a:pt x="0" y="188"/>
                    <a:pt x="20" y="188"/>
                    <a:pt x="30" y="188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D02BA94-3A12-01DA-010E-BD0C7348A5E2}"/>
                </a:ext>
              </a:extLst>
            </p:cNvPr>
            <p:cNvSpPr/>
            <p:nvPr/>
          </p:nvSpPr>
          <p:spPr>
            <a:xfrm>
              <a:off x="1499039" y="4917240"/>
              <a:ext cx="109080" cy="164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4" h="459">
                  <a:moveTo>
                    <a:pt x="187" y="20"/>
                  </a:moveTo>
                  <a:cubicBezTo>
                    <a:pt x="187" y="0"/>
                    <a:pt x="187" y="0"/>
                    <a:pt x="163" y="0"/>
                  </a:cubicBezTo>
                  <a:cubicBezTo>
                    <a:pt x="110" y="45"/>
                    <a:pt x="33" y="45"/>
                    <a:pt x="0" y="45"/>
                  </a:cubicBezTo>
                  <a:lnTo>
                    <a:pt x="0" y="70"/>
                  </a:lnTo>
                  <a:cubicBezTo>
                    <a:pt x="20" y="70"/>
                    <a:pt x="73" y="70"/>
                    <a:pt x="120" y="50"/>
                  </a:cubicBezTo>
                  <a:lnTo>
                    <a:pt x="120" y="403"/>
                  </a:lnTo>
                  <a:cubicBezTo>
                    <a:pt x="120" y="426"/>
                    <a:pt x="120" y="434"/>
                    <a:pt x="37" y="434"/>
                  </a:cubicBezTo>
                  <a:lnTo>
                    <a:pt x="7" y="434"/>
                  </a:lnTo>
                  <a:lnTo>
                    <a:pt x="7" y="459"/>
                  </a:lnTo>
                  <a:cubicBezTo>
                    <a:pt x="20" y="459"/>
                    <a:pt x="123" y="456"/>
                    <a:pt x="153" y="456"/>
                  </a:cubicBezTo>
                  <a:cubicBezTo>
                    <a:pt x="180" y="456"/>
                    <a:pt x="284" y="459"/>
                    <a:pt x="304" y="459"/>
                  </a:cubicBezTo>
                  <a:lnTo>
                    <a:pt x="304" y="434"/>
                  </a:lnTo>
                  <a:lnTo>
                    <a:pt x="270" y="434"/>
                  </a:lnTo>
                  <a:cubicBezTo>
                    <a:pt x="187" y="434"/>
                    <a:pt x="187" y="426"/>
                    <a:pt x="187" y="403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AD95A58-C896-1F4B-5C78-01BD1CC1C154}"/>
                </a:ext>
              </a:extLst>
            </p:cNvPr>
            <p:cNvSpPr/>
            <p:nvPr/>
          </p:nvSpPr>
          <p:spPr>
            <a:xfrm>
              <a:off x="1760760" y="4422240"/>
              <a:ext cx="420120" cy="2505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68" h="697">
                  <a:moveTo>
                    <a:pt x="1014" y="115"/>
                  </a:moveTo>
                  <a:cubicBezTo>
                    <a:pt x="1044" y="70"/>
                    <a:pt x="1071" y="36"/>
                    <a:pt x="1144" y="31"/>
                  </a:cubicBezTo>
                  <a:cubicBezTo>
                    <a:pt x="1158" y="31"/>
                    <a:pt x="1168" y="31"/>
                    <a:pt x="1168" y="11"/>
                  </a:cubicBezTo>
                  <a:cubicBezTo>
                    <a:pt x="1168" y="6"/>
                    <a:pt x="1164" y="0"/>
                    <a:pt x="1154" y="0"/>
                  </a:cubicBezTo>
                  <a:cubicBezTo>
                    <a:pt x="1124" y="0"/>
                    <a:pt x="1091" y="3"/>
                    <a:pt x="1064" y="3"/>
                  </a:cubicBezTo>
                  <a:cubicBezTo>
                    <a:pt x="1024" y="3"/>
                    <a:pt x="981" y="0"/>
                    <a:pt x="941" y="0"/>
                  </a:cubicBezTo>
                  <a:cubicBezTo>
                    <a:pt x="934" y="0"/>
                    <a:pt x="917" y="0"/>
                    <a:pt x="917" y="20"/>
                  </a:cubicBezTo>
                  <a:cubicBezTo>
                    <a:pt x="917" y="31"/>
                    <a:pt x="927" y="31"/>
                    <a:pt x="937" y="31"/>
                  </a:cubicBezTo>
                  <a:cubicBezTo>
                    <a:pt x="964" y="31"/>
                    <a:pt x="1004" y="39"/>
                    <a:pt x="1004" y="70"/>
                  </a:cubicBezTo>
                  <a:cubicBezTo>
                    <a:pt x="1004" y="81"/>
                    <a:pt x="1001" y="87"/>
                    <a:pt x="991" y="101"/>
                  </a:cubicBezTo>
                  <a:lnTo>
                    <a:pt x="674" y="568"/>
                  </a:lnTo>
                  <a:lnTo>
                    <a:pt x="631" y="78"/>
                  </a:lnTo>
                  <a:cubicBezTo>
                    <a:pt x="627" y="56"/>
                    <a:pt x="627" y="31"/>
                    <a:pt x="711" y="31"/>
                  </a:cubicBezTo>
                  <a:cubicBezTo>
                    <a:pt x="731" y="31"/>
                    <a:pt x="744" y="31"/>
                    <a:pt x="744" y="11"/>
                  </a:cubicBezTo>
                  <a:cubicBezTo>
                    <a:pt x="744" y="0"/>
                    <a:pt x="731" y="0"/>
                    <a:pt x="724" y="0"/>
                  </a:cubicBezTo>
                  <a:cubicBezTo>
                    <a:pt x="677" y="0"/>
                    <a:pt x="631" y="3"/>
                    <a:pt x="580" y="3"/>
                  </a:cubicBezTo>
                  <a:cubicBezTo>
                    <a:pt x="554" y="3"/>
                    <a:pt x="487" y="0"/>
                    <a:pt x="457" y="0"/>
                  </a:cubicBezTo>
                  <a:cubicBezTo>
                    <a:pt x="450" y="0"/>
                    <a:pt x="437" y="0"/>
                    <a:pt x="437" y="20"/>
                  </a:cubicBezTo>
                  <a:cubicBezTo>
                    <a:pt x="437" y="31"/>
                    <a:pt x="447" y="31"/>
                    <a:pt x="464" y="31"/>
                  </a:cubicBezTo>
                  <a:cubicBezTo>
                    <a:pt x="517" y="31"/>
                    <a:pt x="524" y="36"/>
                    <a:pt x="527" y="56"/>
                  </a:cubicBezTo>
                  <a:lnTo>
                    <a:pt x="534" y="132"/>
                  </a:lnTo>
                  <a:lnTo>
                    <a:pt x="237" y="568"/>
                  </a:lnTo>
                  <a:lnTo>
                    <a:pt x="190" y="67"/>
                  </a:lnTo>
                  <a:cubicBezTo>
                    <a:pt x="190" y="53"/>
                    <a:pt x="190" y="31"/>
                    <a:pt x="280" y="31"/>
                  </a:cubicBezTo>
                  <a:cubicBezTo>
                    <a:pt x="294" y="31"/>
                    <a:pt x="307" y="31"/>
                    <a:pt x="307" y="11"/>
                  </a:cubicBezTo>
                  <a:cubicBezTo>
                    <a:pt x="307" y="0"/>
                    <a:pt x="290" y="0"/>
                    <a:pt x="290" y="0"/>
                  </a:cubicBezTo>
                  <a:cubicBezTo>
                    <a:pt x="244" y="0"/>
                    <a:pt x="193" y="3"/>
                    <a:pt x="143" y="3"/>
                  </a:cubicBezTo>
                  <a:cubicBezTo>
                    <a:pt x="103" y="3"/>
                    <a:pt x="60" y="0"/>
                    <a:pt x="20" y="0"/>
                  </a:cubicBezTo>
                  <a:cubicBezTo>
                    <a:pt x="17" y="0"/>
                    <a:pt x="0" y="0"/>
                    <a:pt x="0" y="20"/>
                  </a:cubicBezTo>
                  <a:cubicBezTo>
                    <a:pt x="0" y="31"/>
                    <a:pt x="10" y="31"/>
                    <a:pt x="30" y="31"/>
                  </a:cubicBezTo>
                  <a:cubicBezTo>
                    <a:pt x="87" y="31"/>
                    <a:pt x="90" y="39"/>
                    <a:pt x="93" y="67"/>
                  </a:cubicBezTo>
                  <a:lnTo>
                    <a:pt x="143" y="672"/>
                  </a:lnTo>
                  <a:cubicBezTo>
                    <a:pt x="147" y="689"/>
                    <a:pt x="147" y="697"/>
                    <a:pt x="163" y="697"/>
                  </a:cubicBezTo>
                  <a:cubicBezTo>
                    <a:pt x="177" y="697"/>
                    <a:pt x="180" y="692"/>
                    <a:pt x="190" y="675"/>
                  </a:cubicBezTo>
                  <a:lnTo>
                    <a:pt x="537" y="171"/>
                  </a:lnTo>
                  <a:lnTo>
                    <a:pt x="580" y="672"/>
                  </a:lnTo>
                  <a:cubicBezTo>
                    <a:pt x="584" y="692"/>
                    <a:pt x="587" y="697"/>
                    <a:pt x="601" y="697"/>
                  </a:cubicBezTo>
                  <a:cubicBezTo>
                    <a:pt x="614" y="697"/>
                    <a:pt x="621" y="686"/>
                    <a:pt x="627" y="678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60661C-02E2-AE2C-ABBD-C2912229CF42}"/>
                </a:ext>
              </a:extLst>
            </p:cNvPr>
            <p:cNvSpPr/>
            <p:nvPr/>
          </p:nvSpPr>
          <p:spPr>
            <a:xfrm>
              <a:off x="2148480" y="4552560"/>
              <a:ext cx="91080" cy="1681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4" h="468">
                  <a:moveTo>
                    <a:pt x="230" y="25"/>
                  </a:moveTo>
                  <a:cubicBezTo>
                    <a:pt x="230" y="14"/>
                    <a:pt x="220" y="0"/>
                    <a:pt x="197" y="0"/>
                  </a:cubicBezTo>
                  <a:cubicBezTo>
                    <a:pt x="173" y="0"/>
                    <a:pt x="150" y="17"/>
                    <a:pt x="150" y="39"/>
                  </a:cubicBezTo>
                  <a:cubicBezTo>
                    <a:pt x="150" y="50"/>
                    <a:pt x="160" y="64"/>
                    <a:pt x="183" y="64"/>
                  </a:cubicBezTo>
                  <a:cubicBezTo>
                    <a:pt x="207" y="64"/>
                    <a:pt x="230" y="45"/>
                    <a:pt x="230" y="25"/>
                  </a:cubicBezTo>
                  <a:close/>
                  <a:moveTo>
                    <a:pt x="60" y="378"/>
                  </a:moveTo>
                  <a:cubicBezTo>
                    <a:pt x="57" y="386"/>
                    <a:pt x="53" y="395"/>
                    <a:pt x="53" y="409"/>
                  </a:cubicBezTo>
                  <a:cubicBezTo>
                    <a:pt x="53" y="440"/>
                    <a:pt x="87" y="468"/>
                    <a:pt x="133" y="468"/>
                  </a:cubicBezTo>
                  <a:cubicBezTo>
                    <a:pt x="217" y="468"/>
                    <a:pt x="254" y="370"/>
                    <a:pt x="254" y="361"/>
                  </a:cubicBezTo>
                  <a:cubicBezTo>
                    <a:pt x="254" y="350"/>
                    <a:pt x="240" y="350"/>
                    <a:pt x="240" y="350"/>
                  </a:cubicBezTo>
                  <a:cubicBezTo>
                    <a:pt x="227" y="350"/>
                    <a:pt x="227" y="356"/>
                    <a:pt x="224" y="364"/>
                  </a:cubicBezTo>
                  <a:cubicBezTo>
                    <a:pt x="204" y="417"/>
                    <a:pt x="167" y="448"/>
                    <a:pt x="133" y="448"/>
                  </a:cubicBezTo>
                  <a:cubicBezTo>
                    <a:pt x="117" y="448"/>
                    <a:pt x="113" y="437"/>
                    <a:pt x="113" y="423"/>
                  </a:cubicBezTo>
                  <a:cubicBezTo>
                    <a:pt x="113" y="406"/>
                    <a:pt x="120" y="395"/>
                    <a:pt x="127" y="378"/>
                  </a:cubicBezTo>
                  <a:cubicBezTo>
                    <a:pt x="137" y="358"/>
                    <a:pt x="143" y="342"/>
                    <a:pt x="153" y="322"/>
                  </a:cubicBezTo>
                  <a:cubicBezTo>
                    <a:pt x="160" y="305"/>
                    <a:pt x="190" y="244"/>
                    <a:pt x="193" y="235"/>
                  </a:cubicBezTo>
                  <a:cubicBezTo>
                    <a:pt x="197" y="227"/>
                    <a:pt x="200" y="218"/>
                    <a:pt x="200" y="213"/>
                  </a:cubicBezTo>
                  <a:cubicBezTo>
                    <a:pt x="200" y="179"/>
                    <a:pt x="167" y="154"/>
                    <a:pt x="120" y="154"/>
                  </a:cubicBezTo>
                  <a:cubicBezTo>
                    <a:pt x="37" y="154"/>
                    <a:pt x="0" y="249"/>
                    <a:pt x="0" y="260"/>
                  </a:cubicBezTo>
                  <a:cubicBezTo>
                    <a:pt x="0" y="269"/>
                    <a:pt x="13" y="269"/>
                    <a:pt x="13" y="269"/>
                  </a:cubicBezTo>
                  <a:cubicBezTo>
                    <a:pt x="27" y="269"/>
                    <a:pt x="27" y="266"/>
                    <a:pt x="30" y="258"/>
                  </a:cubicBezTo>
                  <a:cubicBezTo>
                    <a:pt x="50" y="199"/>
                    <a:pt x="87" y="174"/>
                    <a:pt x="117" y="174"/>
                  </a:cubicBezTo>
                  <a:cubicBezTo>
                    <a:pt x="130" y="174"/>
                    <a:pt x="140" y="179"/>
                    <a:pt x="140" y="199"/>
                  </a:cubicBezTo>
                  <a:cubicBezTo>
                    <a:pt x="140" y="213"/>
                    <a:pt x="133" y="224"/>
                    <a:pt x="113" y="266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11834D2-7FAC-BE97-53C7-0F72DAF5C4F0}"/>
                </a:ext>
              </a:extLst>
            </p:cNvPr>
            <p:cNvSpPr/>
            <p:nvPr/>
          </p:nvSpPr>
          <p:spPr>
            <a:xfrm>
              <a:off x="14400" y="5685480"/>
              <a:ext cx="138960" cy="1630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87" h="454">
                  <a:moveTo>
                    <a:pt x="207" y="252"/>
                  </a:moveTo>
                  <a:cubicBezTo>
                    <a:pt x="234" y="255"/>
                    <a:pt x="330" y="272"/>
                    <a:pt x="330" y="342"/>
                  </a:cubicBezTo>
                  <a:cubicBezTo>
                    <a:pt x="330" y="392"/>
                    <a:pt x="290" y="434"/>
                    <a:pt x="197" y="434"/>
                  </a:cubicBezTo>
                  <a:cubicBezTo>
                    <a:pt x="97" y="434"/>
                    <a:pt x="53" y="375"/>
                    <a:pt x="33" y="291"/>
                  </a:cubicBezTo>
                  <a:cubicBezTo>
                    <a:pt x="30" y="280"/>
                    <a:pt x="27" y="274"/>
                    <a:pt x="17" y="274"/>
                  </a:cubicBezTo>
                  <a:cubicBezTo>
                    <a:pt x="0" y="274"/>
                    <a:pt x="0" y="283"/>
                    <a:pt x="0" y="300"/>
                  </a:cubicBezTo>
                  <a:lnTo>
                    <a:pt x="0" y="431"/>
                  </a:lnTo>
                  <a:cubicBezTo>
                    <a:pt x="0" y="448"/>
                    <a:pt x="0" y="454"/>
                    <a:pt x="13" y="454"/>
                  </a:cubicBezTo>
                  <a:cubicBezTo>
                    <a:pt x="20" y="454"/>
                    <a:pt x="20" y="454"/>
                    <a:pt x="43" y="434"/>
                  </a:cubicBezTo>
                  <a:cubicBezTo>
                    <a:pt x="43" y="434"/>
                    <a:pt x="43" y="431"/>
                    <a:pt x="67" y="412"/>
                  </a:cubicBezTo>
                  <a:cubicBezTo>
                    <a:pt x="117" y="454"/>
                    <a:pt x="170" y="454"/>
                    <a:pt x="197" y="454"/>
                  </a:cubicBezTo>
                  <a:cubicBezTo>
                    <a:pt x="334" y="454"/>
                    <a:pt x="387" y="389"/>
                    <a:pt x="387" y="316"/>
                  </a:cubicBezTo>
                  <a:cubicBezTo>
                    <a:pt x="387" y="263"/>
                    <a:pt x="350" y="235"/>
                    <a:pt x="337" y="224"/>
                  </a:cubicBezTo>
                  <a:cubicBezTo>
                    <a:pt x="297" y="190"/>
                    <a:pt x="254" y="182"/>
                    <a:pt x="204" y="176"/>
                  </a:cubicBezTo>
                  <a:cubicBezTo>
                    <a:pt x="137" y="165"/>
                    <a:pt x="57" y="151"/>
                    <a:pt x="57" y="95"/>
                  </a:cubicBezTo>
                  <a:cubicBezTo>
                    <a:pt x="57" y="59"/>
                    <a:pt x="87" y="20"/>
                    <a:pt x="190" y="20"/>
                  </a:cubicBezTo>
                  <a:cubicBezTo>
                    <a:pt x="320" y="20"/>
                    <a:pt x="327" y="109"/>
                    <a:pt x="327" y="137"/>
                  </a:cubicBezTo>
                  <a:cubicBezTo>
                    <a:pt x="330" y="148"/>
                    <a:pt x="340" y="148"/>
                    <a:pt x="340" y="148"/>
                  </a:cubicBezTo>
                  <a:cubicBezTo>
                    <a:pt x="357" y="148"/>
                    <a:pt x="357" y="143"/>
                    <a:pt x="357" y="123"/>
                  </a:cubicBezTo>
                  <a:lnTo>
                    <a:pt x="357" y="22"/>
                  </a:lnTo>
                  <a:cubicBezTo>
                    <a:pt x="357" y="6"/>
                    <a:pt x="357" y="0"/>
                    <a:pt x="344" y="0"/>
                  </a:cubicBezTo>
                  <a:cubicBezTo>
                    <a:pt x="337" y="0"/>
                    <a:pt x="337" y="0"/>
                    <a:pt x="320" y="11"/>
                  </a:cubicBezTo>
                  <a:cubicBezTo>
                    <a:pt x="317" y="17"/>
                    <a:pt x="304" y="25"/>
                    <a:pt x="300" y="28"/>
                  </a:cubicBezTo>
                  <a:cubicBezTo>
                    <a:pt x="257" y="0"/>
                    <a:pt x="207" y="0"/>
                    <a:pt x="190" y="0"/>
                  </a:cubicBezTo>
                  <a:cubicBezTo>
                    <a:pt x="43" y="0"/>
                    <a:pt x="0" y="67"/>
                    <a:pt x="0" y="120"/>
                  </a:cubicBezTo>
                  <a:cubicBezTo>
                    <a:pt x="0" y="157"/>
                    <a:pt x="20" y="185"/>
                    <a:pt x="50" y="207"/>
                  </a:cubicBezTo>
                  <a:cubicBezTo>
                    <a:pt x="90" y="232"/>
                    <a:pt x="123" y="238"/>
                    <a:pt x="207" y="252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B52EB0D5-9BB5-41D4-0AD7-84BEC21EB221}"/>
                </a:ext>
              </a:extLst>
            </p:cNvPr>
            <p:cNvSpPr/>
            <p:nvPr/>
          </p:nvSpPr>
          <p:spPr>
            <a:xfrm>
              <a:off x="201600" y="5806440"/>
              <a:ext cx="45360" cy="37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27" h="106">
                  <a:moveTo>
                    <a:pt x="127" y="53"/>
                  </a:moveTo>
                  <a:cubicBezTo>
                    <a:pt x="127" y="25"/>
                    <a:pt x="100" y="0"/>
                    <a:pt x="63" y="0"/>
                  </a:cubicBezTo>
                  <a:cubicBezTo>
                    <a:pt x="30" y="0"/>
                    <a:pt x="0" y="25"/>
                    <a:pt x="0" y="53"/>
                  </a:cubicBezTo>
                  <a:cubicBezTo>
                    <a:pt x="0" y="84"/>
                    <a:pt x="30" y="106"/>
                    <a:pt x="63" y="106"/>
                  </a:cubicBezTo>
                  <a:cubicBezTo>
                    <a:pt x="100" y="106"/>
                    <a:pt x="127" y="84"/>
                    <a:pt x="127" y="53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BA6A3CF-385C-FAF2-CCF7-8C282074B3BE}"/>
                </a:ext>
              </a:extLst>
            </p:cNvPr>
            <p:cNvSpPr/>
            <p:nvPr/>
          </p:nvSpPr>
          <p:spPr>
            <a:xfrm>
              <a:off x="290520" y="5627159"/>
              <a:ext cx="132840" cy="222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70" h="619">
                  <a:moveTo>
                    <a:pt x="183" y="213"/>
                  </a:moveTo>
                  <a:lnTo>
                    <a:pt x="350" y="213"/>
                  </a:lnTo>
                  <a:lnTo>
                    <a:pt x="350" y="182"/>
                  </a:lnTo>
                  <a:lnTo>
                    <a:pt x="183" y="182"/>
                  </a:lnTo>
                  <a:lnTo>
                    <a:pt x="183" y="0"/>
                  </a:lnTo>
                  <a:lnTo>
                    <a:pt x="153" y="0"/>
                  </a:lnTo>
                  <a:cubicBezTo>
                    <a:pt x="150" y="81"/>
                    <a:pt x="117" y="188"/>
                    <a:pt x="0" y="190"/>
                  </a:cubicBezTo>
                  <a:lnTo>
                    <a:pt x="0" y="213"/>
                  </a:lnTo>
                  <a:lnTo>
                    <a:pt x="100" y="213"/>
                  </a:lnTo>
                  <a:lnTo>
                    <a:pt x="100" y="484"/>
                  </a:lnTo>
                  <a:cubicBezTo>
                    <a:pt x="100" y="608"/>
                    <a:pt x="210" y="619"/>
                    <a:pt x="254" y="619"/>
                  </a:cubicBezTo>
                  <a:cubicBezTo>
                    <a:pt x="337" y="619"/>
                    <a:pt x="370" y="549"/>
                    <a:pt x="370" y="484"/>
                  </a:cubicBezTo>
                  <a:lnTo>
                    <a:pt x="370" y="428"/>
                  </a:lnTo>
                  <a:lnTo>
                    <a:pt x="340" y="428"/>
                  </a:lnTo>
                  <a:lnTo>
                    <a:pt x="340" y="484"/>
                  </a:lnTo>
                  <a:cubicBezTo>
                    <a:pt x="340" y="557"/>
                    <a:pt x="304" y="594"/>
                    <a:pt x="260" y="594"/>
                  </a:cubicBezTo>
                  <a:cubicBezTo>
                    <a:pt x="183" y="594"/>
                    <a:pt x="183" y="504"/>
                    <a:pt x="183" y="487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5588B91-6263-00E3-B8A7-7479F12638D7}"/>
                </a:ext>
              </a:extLst>
            </p:cNvPr>
            <p:cNvSpPr/>
            <p:nvPr/>
          </p:nvSpPr>
          <p:spPr>
            <a:xfrm>
              <a:off x="482760" y="5806440"/>
              <a:ext cx="45360" cy="37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27" h="106">
                  <a:moveTo>
                    <a:pt x="127" y="53"/>
                  </a:moveTo>
                  <a:cubicBezTo>
                    <a:pt x="127" y="25"/>
                    <a:pt x="100" y="0"/>
                    <a:pt x="63" y="0"/>
                  </a:cubicBezTo>
                  <a:cubicBezTo>
                    <a:pt x="30" y="0"/>
                    <a:pt x="0" y="25"/>
                    <a:pt x="0" y="53"/>
                  </a:cubicBezTo>
                  <a:cubicBezTo>
                    <a:pt x="0" y="84"/>
                    <a:pt x="30" y="106"/>
                    <a:pt x="63" y="106"/>
                  </a:cubicBezTo>
                  <a:cubicBezTo>
                    <a:pt x="100" y="106"/>
                    <a:pt x="127" y="84"/>
                    <a:pt x="127" y="53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DF407422-0FFF-7B4C-C329-A023AF896D2E}"/>
                </a:ext>
              </a:extLst>
            </p:cNvPr>
            <p:cNvSpPr/>
            <p:nvPr/>
          </p:nvSpPr>
          <p:spPr>
            <a:xfrm>
              <a:off x="1010159" y="5602680"/>
              <a:ext cx="420120" cy="2505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68" h="697">
                  <a:moveTo>
                    <a:pt x="1014" y="115"/>
                  </a:moveTo>
                  <a:cubicBezTo>
                    <a:pt x="1044" y="70"/>
                    <a:pt x="1071" y="36"/>
                    <a:pt x="1144" y="31"/>
                  </a:cubicBezTo>
                  <a:cubicBezTo>
                    <a:pt x="1154" y="31"/>
                    <a:pt x="1168" y="31"/>
                    <a:pt x="1168" y="11"/>
                  </a:cubicBezTo>
                  <a:cubicBezTo>
                    <a:pt x="1168" y="6"/>
                    <a:pt x="1164" y="0"/>
                    <a:pt x="1154" y="0"/>
                  </a:cubicBezTo>
                  <a:cubicBezTo>
                    <a:pt x="1124" y="0"/>
                    <a:pt x="1091" y="3"/>
                    <a:pt x="1064" y="3"/>
                  </a:cubicBezTo>
                  <a:cubicBezTo>
                    <a:pt x="1024" y="3"/>
                    <a:pt x="981" y="0"/>
                    <a:pt x="941" y="0"/>
                  </a:cubicBezTo>
                  <a:cubicBezTo>
                    <a:pt x="934" y="0"/>
                    <a:pt x="917" y="0"/>
                    <a:pt x="917" y="20"/>
                  </a:cubicBezTo>
                  <a:cubicBezTo>
                    <a:pt x="917" y="31"/>
                    <a:pt x="927" y="31"/>
                    <a:pt x="937" y="31"/>
                  </a:cubicBezTo>
                  <a:cubicBezTo>
                    <a:pt x="964" y="31"/>
                    <a:pt x="1004" y="39"/>
                    <a:pt x="1004" y="70"/>
                  </a:cubicBezTo>
                  <a:cubicBezTo>
                    <a:pt x="1004" y="81"/>
                    <a:pt x="1001" y="87"/>
                    <a:pt x="991" y="101"/>
                  </a:cubicBezTo>
                  <a:lnTo>
                    <a:pt x="674" y="568"/>
                  </a:lnTo>
                  <a:lnTo>
                    <a:pt x="631" y="78"/>
                  </a:lnTo>
                  <a:cubicBezTo>
                    <a:pt x="627" y="56"/>
                    <a:pt x="627" y="31"/>
                    <a:pt x="711" y="31"/>
                  </a:cubicBezTo>
                  <a:cubicBezTo>
                    <a:pt x="731" y="31"/>
                    <a:pt x="744" y="31"/>
                    <a:pt x="744" y="11"/>
                  </a:cubicBezTo>
                  <a:cubicBezTo>
                    <a:pt x="744" y="0"/>
                    <a:pt x="731" y="0"/>
                    <a:pt x="724" y="0"/>
                  </a:cubicBezTo>
                  <a:cubicBezTo>
                    <a:pt x="677" y="0"/>
                    <a:pt x="631" y="3"/>
                    <a:pt x="580" y="3"/>
                  </a:cubicBezTo>
                  <a:cubicBezTo>
                    <a:pt x="554" y="3"/>
                    <a:pt x="487" y="0"/>
                    <a:pt x="457" y="0"/>
                  </a:cubicBezTo>
                  <a:cubicBezTo>
                    <a:pt x="450" y="0"/>
                    <a:pt x="437" y="0"/>
                    <a:pt x="437" y="20"/>
                  </a:cubicBezTo>
                  <a:cubicBezTo>
                    <a:pt x="437" y="31"/>
                    <a:pt x="447" y="31"/>
                    <a:pt x="464" y="31"/>
                  </a:cubicBezTo>
                  <a:cubicBezTo>
                    <a:pt x="517" y="31"/>
                    <a:pt x="524" y="36"/>
                    <a:pt x="527" y="56"/>
                  </a:cubicBezTo>
                  <a:lnTo>
                    <a:pt x="534" y="132"/>
                  </a:lnTo>
                  <a:lnTo>
                    <a:pt x="237" y="568"/>
                  </a:lnTo>
                  <a:lnTo>
                    <a:pt x="190" y="67"/>
                  </a:lnTo>
                  <a:cubicBezTo>
                    <a:pt x="190" y="53"/>
                    <a:pt x="190" y="31"/>
                    <a:pt x="280" y="31"/>
                  </a:cubicBezTo>
                  <a:cubicBezTo>
                    <a:pt x="294" y="31"/>
                    <a:pt x="307" y="31"/>
                    <a:pt x="307" y="11"/>
                  </a:cubicBezTo>
                  <a:cubicBezTo>
                    <a:pt x="307" y="0"/>
                    <a:pt x="290" y="0"/>
                    <a:pt x="290" y="0"/>
                  </a:cubicBezTo>
                  <a:cubicBezTo>
                    <a:pt x="244" y="0"/>
                    <a:pt x="193" y="3"/>
                    <a:pt x="143" y="3"/>
                  </a:cubicBezTo>
                  <a:cubicBezTo>
                    <a:pt x="103" y="3"/>
                    <a:pt x="60" y="0"/>
                    <a:pt x="20" y="0"/>
                  </a:cubicBezTo>
                  <a:cubicBezTo>
                    <a:pt x="17" y="0"/>
                    <a:pt x="0" y="0"/>
                    <a:pt x="0" y="20"/>
                  </a:cubicBezTo>
                  <a:cubicBezTo>
                    <a:pt x="0" y="31"/>
                    <a:pt x="10" y="31"/>
                    <a:pt x="30" y="31"/>
                  </a:cubicBezTo>
                  <a:cubicBezTo>
                    <a:pt x="87" y="31"/>
                    <a:pt x="90" y="39"/>
                    <a:pt x="90" y="67"/>
                  </a:cubicBezTo>
                  <a:lnTo>
                    <a:pt x="143" y="672"/>
                  </a:lnTo>
                  <a:cubicBezTo>
                    <a:pt x="147" y="689"/>
                    <a:pt x="147" y="697"/>
                    <a:pt x="163" y="697"/>
                  </a:cubicBezTo>
                  <a:cubicBezTo>
                    <a:pt x="177" y="697"/>
                    <a:pt x="180" y="692"/>
                    <a:pt x="190" y="675"/>
                  </a:cubicBezTo>
                  <a:lnTo>
                    <a:pt x="537" y="171"/>
                  </a:lnTo>
                  <a:lnTo>
                    <a:pt x="580" y="672"/>
                  </a:lnTo>
                  <a:cubicBezTo>
                    <a:pt x="584" y="692"/>
                    <a:pt x="587" y="697"/>
                    <a:pt x="601" y="697"/>
                  </a:cubicBezTo>
                  <a:cubicBezTo>
                    <a:pt x="614" y="697"/>
                    <a:pt x="621" y="686"/>
                    <a:pt x="627" y="678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F1A3200-16BF-6797-1828-B8CACC731B74}"/>
                </a:ext>
              </a:extLst>
            </p:cNvPr>
            <p:cNvSpPr/>
            <p:nvPr/>
          </p:nvSpPr>
          <p:spPr>
            <a:xfrm>
              <a:off x="1397880" y="5733000"/>
              <a:ext cx="91080" cy="1681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4" h="468">
                  <a:moveTo>
                    <a:pt x="230" y="25"/>
                  </a:moveTo>
                  <a:cubicBezTo>
                    <a:pt x="230" y="14"/>
                    <a:pt x="220" y="0"/>
                    <a:pt x="197" y="0"/>
                  </a:cubicBezTo>
                  <a:cubicBezTo>
                    <a:pt x="173" y="0"/>
                    <a:pt x="150" y="17"/>
                    <a:pt x="150" y="39"/>
                  </a:cubicBezTo>
                  <a:cubicBezTo>
                    <a:pt x="150" y="50"/>
                    <a:pt x="160" y="64"/>
                    <a:pt x="183" y="64"/>
                  </a:cubicBezTo>
                  <a:cubicBezTo>
                    <a:pt x="207" y="64"/>
                    <a:pt x="230" y="45"/>
                    <a:pt x="230" y="25"/>
                  </a:cubicBezTo>
                  <a:close/>
                  <a:moveTo>
                    <a:pt x="60" y="378"/>
                  </a:moveTo>
                  <a:cubicBezTo>
                    <a:pt x="57" y="386"/>
                    <a:pt x="53" y="395"/>
                    <a:pt x="53" y="409"/>
                  </a:cubicBezTo>
                  <a:cubicBezTo>
                    <a:pt x="53" y="440"/>
                    <a:pt x="87" y="468"/>
                    <a:pt x="133" y="468"/>
                  </a:cubicBezTo>
                  <a:cubicBezTo>
                    <a:pt x="217" y="468"/>
                    <a:pt x="254" y="370"/>
                    <a:pt x="254" y="361"/>
                  </a:cubicBezTo>
                  <a:cubicBezTo>
                    <a:pt x="254" y="350"/>
                    <a:pt x="240" y="350"/>
                    <a:pt x="240" y="350"/>
                  </a:cubicBezTo>
                  <a:cubicBezTo>
                    <a:pt x="227" y="350"/>
                    <a:pt x="227" y="356"/>
                    <a:pt x="224" y="364"/>
                  </a:cubicBezTo>
                  <a:cubicBezTo>
                    <a:pt x="204" y="417"/>
                    <a:pt x="167" y="448"/>
                    <a:pt x="133" y="448"/>
                  </a:cubicBezTo>
                  <a:cubicBezTo>
                    <a:pt x="117" y="448"/>
                    <a:pt x="113" y="437"/>
                    <a:pt x="113" y="423"/>
                  </a:cubicBezTo>
                  <a:cubicBezTo>
                    <a:pt x="113" y="406"/>
                    <a:pt x="120" y="395"/>
                    <a:pt x="127" y="378"/>
                  </a:cubicBezTo>
                  <a:cubicBezTo>
                    <a:pt x="137" y="358"/>
                    <a:pt x="143" y="342"/>
                    <a:pt x="153" y="322"/>
                  </a:cubicBezTo>
                  <a:cubicBezTo>
                    <a:pt x="160" y="305"/>
                    <a:pt x="190" y="244"/>
                    <a:pt x="193" y="235"/>
                  </a:cubicBezTo>
                  <a:cubicBezTo>
                    <a:pt x="197" y="227"/>
                    <a:pt x="200" y="218"/>
                    <a:pt x="200" y="213"/>
                  </a:cubicBezTo>
                  <a:cubicBezTo>
                    <a:pt x="200" y="179"/>
                    <a:pt x="167" y="154"/>
                    <a:pt x="120" y="154"/>
                  </a:cubicBezTo>
                  <a:cubicBezTo>
                    <a:pt x="37" y="154"/>
                    <a:pt x="0" y="249"/>
                    <a:pt x="0" y="260"/>
                  </a:cubicBezTo>
                  <a:cubicBezTo>
                    <a:pt x="0" y="269"/>
                    <a:pt x="13" y="269"/>
                    <a:pt x="13" y="269"/>
                  </a:cubicBezTo>
                  <a:cubicBezTo>
                    <a:pt x="27" y="269"/>
                    <a:pt x="27" y="266"/>
                    <a:pt x="30" y="258"/>
                  </a:cubicBezTo>
                  <a:cubicBezTo>
                    <a:pt x="50" y="199"/>
                    <a:pt x="87" y="174"/>
                    <a:pt x="117" y="174"/>
                  </a:cubicBezTo>
                  <a:cubicBezTo>
                    <a:pt x="130" y="174"/>
                    <a:pt x="140" y="179"/>
                    <a:pt x="140" y="199"/>
                  </a:cubicBezTo>
                  <a:cubicBezTo>
                    <a:pt x="140" y="213"/>
                    <a:pt x="133" y="224"/>
                    <a:pt x="113" y="266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A12CD39A-F0A8-5C65-3670-B0DC5B067C16}"/>
                </a:ext>
              </a:extLst>
            </p:cNvPr>
            <p:cNvSpPr/>
            <p:nvPr/>
          </p:nvSpPr>
          <p:spPr>
            <a:xfrm>
              <a:off x="1677959" y="5618880"/>
              <a:ext cx="259200" cy="2746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21" h="764">
                  <a:moveTo>
                    <a:pt x="697" y="42"/>
                  </a:moveTo>
                  <a:cubicBezTo>
                    <a:pt x="711" y="36"/>
                    <a:pt x="721" y="31"/>
                    <a:pt x="721" y="20"/>
                  </a:cubicBezTo>
                  <a:cubicBezTo>
                    <a:pt x="721" y="8"/>
                    <a:pt x="711" y="0"/>
                    <a:pt x="697" y="0"/>
                  </a:cubicBezTo>
                  <a:cubicBezTo>
                    <a:pt x="691" y="0"/>
                    <a:pt x="681" y="3"/>
                    <a:pt x="674" y="6"/>
                  </a:cubicBezTo>
                  <a:lnTo>
                    <a:pt x="23" y="263"/>
                  </a:lnTo>
                  <a:cubicBezTo>
                    <a:pt x="3" y="272"/>
                    <a:pt x="0" y="277"/>
                    <a:pt x="0" y="286"/>
                  </a:cubicBezTo>
                  <a:cubicBezTo>
                    <a:pt x="0" y="294"/>
                    <a:pt x="7" y="302"/>
                    <a:pt x="23" y="308"/>
                  </a:cubicBezTo>
                  <a:lnTo>
                    <a:pt x="674" y="566"/>
                  </a:lnTo>
                  <a:cubicBezTo>
                    <a:pt x="691" y="571"/>
                    <a:pt x="694" y="571"/>
                    <a:pt x="697" y="571"/>
                  </a:cubicBezTo>
                  <a:cubicBezTo>
                    <a:pt x="711" y="571"/>
                    <a:pt x="721" y="563"/>
                    <a:pt x="721" y="552"/>
                  </a:cubicBezTo>
                  <a:cubicBezTo>
                    <a:pt x="721" y="543"/>
                    <a:pt x="714" y="538"/>
                    <a:pt x="694" y="529"/>
                  </a:cubicBezTo>
                  <a:lnTo>
                    <a:pt x="80" y="286"/>
                  </a:lnTo>
                  <a:close/>
                  <a:moveTo>
                    <a:pt x="677" y="764"/>
                  </a:moveTo>
                  <a:cubicBezTo>
                    <a:pt x="697" y="764"/>
                    <a:pt x="721" y="764"/>
                    <a:pt x="721" y="745"/>
                  </a:cubicBezTo>
                  <a:cubicBezTo>
                    <a:pt x="721" y="725"/>
                    <a:pt x="694" y="725"/>
                    <a:pt x="677" y="725"/>
                  </a:cubicBezTo>
                  <a:lnTo>
                    <a:pt x="43" y="725"/>
                  </a:lnTo>
                  <a:cubicBezTo>
                    <a:pt x="23" y="725"/>
                    <a:pt x="0" y="725"/>
                    <a:pt x="0" y="745"/>
                  </a:cubicBezTo>
                  <a:cubicBezTo>
                    <a:pt x="0" y="764"/>
                    <a:pt x="20" y="764"/>
                    <a:pt x="40" y="764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9030390-3445-E950-B539-8F0570754155}"/>
                </a:ext>
              </a:extLst>
            </p:cNvPr>
            <p:cNvSpPr/>
            <p:nvPr/>
          </p:nvSpPr>
          <p:spPr>
            <a:xfrm>
              <a:off x="2100600" y="5598720"/>
              <a:ext cx="94680" cy="246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4" h="686">
                  <a:moveTo>
                    <a:pt x="170" y="0"/>
                  </a:moveTo>
                  <a:lnTo>
                    <a:pt x="0" y="11"/>
                  </a:lnTo>
                  <a:lnTo>
                    <a:pt x="0" y="42"/>
                  </a:lnTo>
                  <a:cubicBezTo>
                    <a:pt x="83" y="42"/>
                    <a:pt x="93" y="48"/>
                    <a:pt x="93" y="98"/>
                  </a:cubicBezTo>
                  <a:lnTo>
                    <a:pt x="93" y="610"/>
                  </a:lnTo>
                  <a:cubicBezTo>
                    <a:pt x="93" y="655"/>
                    <a:pt x="80" y="655"/>
                    <a:pt x="0" y="655"/>
                  </a:cubicBezTo>
                  <a:lnTo>
                    <a:pt x="0" y="686"/>
                  </a:lnTo>
                  <a:cubicBezTo>
                    <a:pt x="40" y="686"/>
                    <a:pt x="103" y="683"/>
                    <a:pt x="133" y="683"/>
                  </a:cubicBezTo>
                  <a:cubicBezTo>
                    <a:pt x="160" y="683"/>
                    <a:pt x="220" y="686"/>
                    <a:pt x="264" y="686"/>
                  </a:cubicBezTo>
                  <a:lnTo>
                    <a:pt x="264" y="655"/>
                  </a:lnTo>
                  <a:cubicBezTo>
                    <a:pt x="183" y="655"/>
                    <a:pt x="170" y="655"/>
                    <a:pt x="170" y="610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8AE7C94C-093E-777A-8BFC-8698A2B105F3}"/>
                </a:ext>
              </a:extLst>
            </p:cNvPr>
            <p:cNvSpPr/>
            <p:nvPr/>
          </p:nvSpPr>
          <p:spPr>
            <a:xfrm>
              <a:off x="2214719" y="5685480"/>
              <a:ext cx="188280" cy="1630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24" h="454">
                  <a:moveTo>
                    <a:pt x="524" y="232"/>
                  </a:moveTo>
                  <a:cubicBezTo>
                    <a:pt x="524" y="104"/>
                    <a:pt x="404" y="0"/>
                    <a:pt x="260" y="0"/>
                  </a:cubicBezTo>
                  <a:cubicBezTo>
                    <a:pt x="113" y="0"/>
                    <a:pt x="0" y="109"/>
                    <a:pt x="0" y="232"/>
                  </a:cubicBezTo>
                  <a:cubicBezTo>
                    <a:pt x="0" y="358"/>
                    <a:pt x="123" y="454"/>
                    <a:pt x="260" y="454"/>
                  </a:cubicBezTo>
                  <a:cubicBezTo>
                    <a:pt x="404" y="454"/>
                    <a:pt x="524" y="358"/>
                    <a:pt x="524" y="232"/>
                  </a:cubicBezTo>
                  <a:close/>
                  <a:moveTo>
                    <a:pt x="260" y="428"/>
                  </a:moveTo>
                  <a:cubicBezTo>
                    <a:pt x="210" y="428"/>
                    <a:pt x="160" y="409"/>
                    <a:pt x="127" y="364"/>
                  </a:cubicBezTo>
                  <a:cubicBezTo>
                    <a:pt x="97" y="319"/>
                    <a:pt x="97" y="260"/>
                    <a:pt x="97" y="224"/>
                  </a:cubicBezTo>
                  <a:cubicBezTo>
                    <a:pt x="97" y="185"/>
                    <a:pt x="97" y="132"/>
                    <a:pt x="127" y="87"/>
                  </a:cubicBezTo>
                  <a:cubicBezTo>
                    <a:pt x="157" y="42"/>
                    <a:pt x="214" y="22"/>
                    <a:pt x="260" y="22"/>
                  </a:cubicBezTo>
                  <a:cubicBezTo>
                    <a:pt x="314" y="22"/>
                    <a:pt x="364" y="45"/>
                    <a:pt x="394" y="87"/>
                  </a:cubicBezTo>
                  <a:cubicBezTo>
                    <a:pt x="424" y="129"/>
                    <a:pt x="424" y="185"/>
                    <a:pt x="424" y="224"/>
                  </a:cubicBezTo>
                  <a:cubicBezTo>
                    <a:pt x="424" y="260"/>
                    <a:pt x="424" y="314"/>
                    <a:pt x="400" y="356"/>
                  </a:cubicBezTo>
                  <a:cubicBezTo>
                    <a:pt x="374" y="400"/>
                    <a:pt x="320" y="428"/>
                    <a:pt x="260" y="428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204ECFD6-E14B-6971-DAE1-4C919E836667}"/>
                </a:ext>
              </a:extLst>
            </p:cNvPr>
            <p:cNvSpPr/>
            <p:nvPr/>
          </p:nvSpPr>
          <p:spPr>
            <a:xfrm>
              <a:off x="2424960" y="5683320"/>
              <a:ext cx="194040" cy="2343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40" h="652">
                  <a:moveTo>
                    <a:pt x="230" y="277"/>
                  </a:moveTo>
                  <a:cubicBezTo>
                    <a:pt x="127" y="277"/>
                    <a:pt x="127" y="179"/>
                    <a:pt x="127" y="157"/>
                  </a:cubicBezTo>
                  <a:cubicBezTo>
                    <a:pt x="127" y="129"/>
                    <a:pt x="127" y="98"/>
                    <a:pt x="147" y="73"/>
                  </a:cubicBezTo>
                  <a:cubicBezTo>
                    <a:pt x="153" y="62"/>
                    <a:pt x="180" y="34"/>
                    <a:pt x="230" y="34"/>
                  </a:cubicBezTo>
                  <a:cubicBezTo>
                    <a:pt x="330" y="34"/>
                    <a:pt x="330" y="132"/>
                    <a:pt x="330" y="154"/>
                  </a:cubicBezTo>
                  <a:cubicBezTo>
                    <a:pt x="330" y="182"/>
                    <a:pt x="330" y="213"/>
                    <a:pt x="314" y="238"/>
                  </a:cubicBezTo>
                  <a:cubicBezTo>
                    <a:pt x="304" y="249"/>
                    <a:pt x="277" y="277"/>
                    <a:pt x="230" y="277"/>
                  </a:cubicBezTo>
                  <a:close/>
                  <a:moveTo>
                    <a:pt x="93" y="316"/>
                  </a:moveTo>
                  <a:cubicBezTo>
                    <a:pt x="93" y="314"/>
                    <a:pt x="93" y="288"/>
                    <a:pt x="113" y="269"/>
                  </a:cubicBezTo>
                  <a:cubicBezTo>
                    <a:pt x="157" y="297"/>
                    <a:pt x="207" y="300"/>
                    <a:pt x="230" y="300"/>
                  </a:cubicBezTo>
                  <a:cubicBezTo>
                    <a:pt x="340" y="300"/>
                    <a:pt x="420" y="232"/>
                    <a:pt x="420" y="157"/>
                  </a:cubicBezTo>
                  <a:cubicBezTo>
                    <a:pt x="420" y="120"/>
                    <a:pt x="400" y="84"/>
                    <a:pt x="370" y="62"/>
                  </a:cubicBezTo>
                  <a:cubicBezTo>
                    <a:pt x="414" y="28"/>
                    <a:pt x="457" y="22"/>
                    <a:pt x="477" y="22"/>
                  </a:cubicBezTo>
                  <a:cubicBezTo>
                    <a:pt x="480" y="22"/>
                    <a:pt x="487" y="22"/>
                    <a:pt x="490" y="22"/>
                  </a:cubicBezTo>
                  <a:cubicBezTo>
                    <a:pt x="477" y="28"/>
                    <a:pt x="470" y="36"/>
                    <a:pt x="470" y="50"/>
                  </a:cubicBezTo>
                  <a:cubicBezTo>
                    <a:pt x="470" y="67"/>
                    <a:pt x="487" y="78"/>
                    <a:pt x="504" y="78"/>
                  </a:cubicBezTo>
                  <a:cubicBezTo>
                    <a:pt x="517" y="78"/>
                    <a:pt x="540" y="70"/>
                    <a:pt x="540" y="48"/>
                  </a:cubicBezTo>
                  <a:cubicBezTo>
                    <a:pt x="540" y="31"/>
                    <a:pt x="524" y="0"/>
                    <a:pt x="480" y="0"/>
                  </a:cubicBezTo>
                  <a:cubicBezTo>
                    <a:pt x="457" y="0"/>
                    <a:pt x="404" y="6"/>
                    <a:pt x="354" y="48"/>
                  </a:cubicBezTo>
                  <a:cubicBezTo>
                    <a:pt x="304" y="14"/>
                    <a:pt x="254" y="11"/>
                    <a:pt x="230" y="11"/>
                  </a:cubicBezTo>
                  <a:cubicBezTo>
                    <a:pt x="120" y="11"/>
                    <a:pt x="37" y="78"/>
                    <a:pt x="37" y="154"/>
                  </a:cubicBezTo>
                  <a:cubicBezTo>
                    <a:pt x="37" y="199"/>
                    <a:pt x="63" y="235"/>
                    <a:pt x="93" y="258"/>
                  </a:cubicBezTo>
                  <a:cubicBezTo>
                    <a:pt x="77" y="272"/>
                    <a:pt x="57" y="305"/>
                    <a:pt x="57" y="339"/>
                  </a:cubicBezTo>
                  <a:cubicBezTo>
                    <a:pt x="57" y="370"/>
                    <a:pt x="73" y="406"/>
                    <a:pt x="110" y="426"/>
                  </a:cubicBezTo>
                  <a:cubicBezTo>
                    <a:pt x="37" y="442"/>
                    <a:pt x="0" y="487"/>
                    <a:pt x="0" y="526"/>
                  </a:cubicBezTo>
                  <a:cubicBezTo>
                    <a:pt x="0" y="596"/>
                    <a:pt x="117" y="652"/>
                    <a:pt x="260" y="652"/>
                  </a:cubicBezTo>
                  <a:cubicBezTo>
                    <a:pt x="400" y="652"/>
                    <a:pt x="524" y="602"/>
                    <a:pt x="524" y="524"/>
                  </a:cubicBezTo>
                  <a:cubicBezTo>
                    <a:pt x="524" y="490"/>
                    <a:pt x="507" y="440"/>
                    <a:pt x="447" y="412"/>
                  </a:cubicBezTo>
                  <a:cubicBezTo>
                    <a:pt x="384" y="384"/>
                    <a:pt x="314" y="384"/>
                    <a:pt x="244" y="384"/>
                  </a:cubicBezTo>
                  <a:cubicBezTo>
                    <a:pt x="214" y="384"/>
                    <a:pt x="163" y="384"/>
                    <a:pt x="153" y="384"/>
                  </a:cubicBezTo>
                  <a:cubicBezTo>
                    <a:pt x="117" y="378"/>
                    <a:pt x="93" y="347"/>
                    <a:pt x="93" y="316"/>
                  </a:cubicBezTo>
                  <a:close/>
                  <a:moveTo>
                    <a:pt x="264" y="627"/>
                  </a:moveTo>
                  <a:cubicBezTo>
                    <a:pt x="143" y="627"/>
                    <a:pt x="60" y="577"/>
                    <a:pt x="60" y="526"/>
                  </a:cubicBezTo>
                  <a:cubicBezTo>
                    <a:pt x="60" y="482"/>
                    <a:pt x="107" y="442"/>
                    <a:pt x="157" y="440"/>
                  </a:cubicBezTo>
                  <a:lnTo>
                    <a:pt x="227" y="440"/>
                  </a:lnTo>
                  <a:cubicBezTo>
                    <a:pt x="330" y="440"/>
                    <a:pt x="460" y="440"/>
                    <a:pt x="460" y="526"/>
                  </a:cubicBezTo>
                  <a:cubicBezTo>
                    <a:pt x="460" y="580"/>
                    <a:pt x="377" y="627"/>
                    <a:pt x="264" y="627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A70297-861B-C6BE-438E-C8FA0078C12F}"/>
                </a:ext>
              </a:extLst>
            </p:cNvPr>
            <p:cNvSpPr/>
            <p:nvPr/>
          </p:nvSpPr>
          <p:spPr>
            <a:xfrm>
              <a:off x="2673360" y="5578560"/>
              <a:ext cx="99360" cy="354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77" h="986">
                  <a:moveTo>
                    <a:pt x="277" y="977"/>
                  </a:moveTo>
                  <a:cubicBezTo>
                    <a:pt x="277" y="974"/>
                    <a:pt x="277" y="972"/>
                    <a:pt x="254" y="955"/>
                  </a:cubicBezTo>
                  <a:cubicBezTo>
                    <a:pt x="107" y="832"/>
                    <a:pt x="70" y="644"/>
                    <a:pt x="70" y="493"/>
                  </a:cubicBezTo>
                  <a:cubicBezTo>
                    <a:pt x="70" y="322"/>
                    <a:pt x="113" y="151"/>
                    <a:pt x="260" y="28"/>
                  </a:cubicBezTo>
                  <a:cubicBezTo>
                    <a:pt x="277" y="14"/>
                    <a:pt x="277" y="14"/>
                    <a:pt x="277" y="11"/>
                  </a:cubicBezTo>
                  <a:cubicBezTo>
                    <a:pt x="277" y="3"/>
                    <a:pt x="270" y="0"/>
                    <a:pt x="264" y="0"/>
                  </a:cubicBezTo>
                  <a:cubicBezTo>
                    <a:pt x="250" y="0"/>
                    <a:pt x="143" y="67"/>
                    <a:pt x="73" y="193"/>
                  </a:cubicBezTo>
                  <a:cubicBezTo>
                    <a:pt x="13" y="302"/>
                    <a:pt x="0" y="412"/>
                    <a:pt x="0" y="493"/>
                  </a:cubicBezTo>
                  <a:cubicBezTo>
                    <a:pt x="0" y="571"/>
                    <a:pt x="13" y="689"/>
                    <a:pt x="77" y="801"/>
                  </a:cubicBezTo>
                  <a:cubicBezTo>
                    <a:pt x="150" y="924"/>
                    <a:pt x="250" y="986"/>
                    <a:pt x="264" y="986"/>
                  </a:cubicBezTo>
                  <a:cubicBezTo>
                    <a:pt x="270" y="986"/>
                    <a:pt x="277" y="983"/>
                    <a:pt x="277" y="977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11C2A306-A56C-B5DB-00D2-5E59711FD127}"/>
                </a:ext>
              </a:extLst>
            </p:cNvPr>
            <p:cNvSpPr/>
            <p:nvPr/>
          </p:nvSpPr>
          <p:spPr>
            <a:xfrm>
              <a:off x="2964239" y="5292360"/>
              <a:ext cx="272160" cy="1126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57" h="314">
                  <a:moveTo>
                    <a:pt x="320" y="249"/>
                  </a:moveTo>
                  <a:cubicBezTo>
                    <a:pt x="314" y="263"/>
                    <a:pt x="307" y="288"/>
                    <a:pt x="307" y="291"/>
                  </a:cubicBezTo>
                  <a:cubicBezTo>
                    <a:pt x="307" y="305"/>
                    <a:pt x="324" y="314"/>
                    <a:pt x="337" y="314"/>
                  </a:cubicBezTo>
                  <a:cubicBezTo>
                    <a:pt x="350" y="314"/>
                    <a:pt x="364" y="305"/>
                    <a:pt x="367" y="300"/>
                  </a:cubicBezTo>
                  <a:cubicBezTo>
                    <a:pt x="370" y="291"/>
                    <a:pt x="377" y="269"/>
                    <a:pt x="384" y="255"/>
                  </a:cubicBezTo>
                  <a:cubicBezTo>
                    <a:pt x="387" y="241"/>
                    <a:pt x="397" y="210"/>
                    <a:pt x="400" y="193"/>
                  </a:cubicBezTo>
                  <a:cubicBezTo>
                    <a:pt x="407" y="176"/>
                    <a:pt x="410" y="162"/>
                    <a:pt x="414" y="146"/>
                  </a:cubicBezTo>
                  <a:cubicBezTo>
                    <a:pt x="424" y="115"/>
                    <a:pt x="424" y="115"/>
                    <a:pt x="440" y="92"/>
                  </a:cubicBezTo>
                  <a:cubicBezTo>
                    <a:pt x="467" y="59"/>
                    <a:pt x="507" y="20"/>
                    <a:pt x="570" y="20"/>
                  </a:cubicBezTo>
                  <a:cubicBezTo>
                    <a:pt x="617" y="20"/>
                    <a:pt x="621" y="50"/>
                    <a:pt x="621" y="67"/>
                  </a:cubicBezTo>
                  <a:cubicBezTo>
                    <a:pt x="621" y="109"/>
                    <a:pt x="584" y="188"/>
                    <a:pt x="570" y="216"/>
                  </a:cubicBezTo>
                  <a:cubicBezTo>
                    <a:pt x="564" y="235"/>
                    <a:pt x="560" y="241"/>
                    <a:pt x="560" y="255"/>
                  </a:cubicBezTo>
                  <a:cubicBezTo>
                    <a:pt x="560" y="291"/>
                    <a:pt x="597" y="314"/>
                    <a:pt x="637" y="314"/>
                  </a:cubicBezTo>
                  <a:cubicBezTo>
                    <a:pt x="721" y="314"/>
                    <a:pt x="757" y="218"/>
                    <a:pt x="757" y="207"/>
                  </a:cubicBezTo>
                  <a:cubicBezTo>
                    <a:pt x="757" y="199"/>
                    <a:pt x="747" y="199"/>
                    <a:pt x="744" y="199"/>
                  </a:cubicBezTo>
                  <a:cubicBezTo>
                    <a:pt x="731" y="199"/>
                    <a:pt x="731" y="202"/>
                    <a:pt x="727" y="210"/>
                  </a:cubicBezTo>
                  <a:cubicBezTo>
                    <a:pt x="711" y="266"/>
                    <a:pt x="674" y="294"/>
                    <a:pt x="641" y="294"/>
                  </a:cubicBezTo>
                  <a:cubicBezTo>
                    <a:pt x="624" y="294"/>
                    <a:pt x="621" y="286"/>
                    <a:pt x="621" y="269"/>
                  </a:cubicBezTo>
                  <a:cubicBezTo>
                    <a:pt x="621" y="255"/>
                    <a:pt x="624" y="244"/>
                    <a:pt x="641" y="213"/>
                  </a:cubicBezTo>
                  <a:cubicBezTo>
                    <a:pt x="647" y="193"/>
                    <a:pt x="684" y="118"/>
                    <a:pt x="684" y="78"/>
                  </a:cubicBezTo>
                  <a:cubicBezTo>
                    <a:pt x="684" y="67"/>
                    <a:pt x="684" y="39"/>
                    <a:pt x="651" y="20"/>
                  </a:cubicBezTo>
                  <a:cubicBezTo>
                    <a:pt x="637" y="8"/>
                    <a:pt x="614" y="0"/>
                    <a:pt x="574" y="0"/>
                  </a:cubicBezTo>
                  <a:cubicBezTo>
                    <a:pt x="500" y="0"/>
                    <a:pt x="457" y="42"/>
                    <a:pt x="430" y="70"/>
                  </a:cubicBezTo>
                  <a:cubicBezTo>
                    <a:pt x="424" y="11"/>
                    <a:pt x="364" y="0"/>
                    <a:pt x="324" y="0"/>
                  </a:cubicBezTo>
                  <a:cubicBezTo>
                    <a:pt x="254" y="0"/>
                    <a:pt x="207" y="36"/>
                    <a:pt x="183" y="64"/>
                  </a:cubicBezTo>
                  <a:cubicBezTo>
                    <a:pt x="177" y="14"/>
                    <a:pt x="130" y="0"/>
                    <a:pt x="93" y="0"/>
                  </a:cubicBezTo>
                  <a:cubicBezTo>
                    <a:pt x="60" y="0"/>
                    <a:pt x="40" y="22"/>
                    <a:pt x="30" y="36"/>
                  </a:cubicBezTo>
                  <a:cubicBezTo>
                    <a:pt x="10" y="64"/>
                    <a:pt x="0" y="104"/>
                    <a:pt x="0" y="106"/>
                  </a:cubicBezTo>
                  <a:cubicBezTo>
                    <a:pt x="0" y="115"/>
                    <a:pt x="10" y="115"/>
                    <a:pt x="13" y="115"/>
                  </a:cubicBezTo>
                  <a:cubicBezTo>
                    <a:pt x="27" y="115"/>
                    <a:pt x="27" y="112"/>
                    <a:pt x="33" y="95"/>
                  </a:cubicBezTo>
                  <a:cubicBezTo>
                    <a:pt x="43" y="53"/>
                    <a:pt x="60" y="20"/>
                    <a:pt x="93" y="20"/>
                  </a:cubicBezTo>
                  <a:cubicBezTo>
                    <a:pt x="113" y="20"/>
                    <a:pt x="120" y="34"/>
                    <a:pt x="120" y="53"/>
                  </a:cubicBezTo>
                  <a:cubicBezTo>
                    <a:pt x="120" y="67"/>
                    <a:pt x="113" y="92"/>
                    <a:pt x="107" y="112"/>
                  </a:cubicBezTo>
                  <a:cubicBezTo>
                    <a:pt x="100" y="129"/>
                    <a:pt x="93" y="160"/>
                    <a:pt x="87" y="174"/>
                  </a:cubicBezTo>
                  <a:lnTo>
                    <a:pt x="63" y="263"/>
                  </a:lnTo>
                  <a:cubicBezTo>
                    <a:pt x="60" y="272"/>
                    <a:pt x="53" y="288"/>
                    <a:pt x="53" y="291"/>
                  </a:cubicBezTo>
                  <a:cubicBezTo>
                    <a:pt x="53" y="305"/>
                    <a:pt x="70" y="314"/>
                    <a:pt x="80" y="314"/>
                  </a:cubicBezTo>
                  <a:cubicBezTo>
                    <a:pt x="97" y="314"/>
                    <a:pt x="110" y="305"/>
                    <a:pt x="113" y="300"/>
                  </a:cubicBezTo>
                  <a:cubicBezTo>
                    <a:pt x="117" y="291"/>
                    <a:pt x="123" y="269"/>
                    <a:pt x="130" y="255"/>
                  </a:cubicBezTo>
                  <a:cubicBezTo>
                    <a:pt x="133" y="241"/>
                    <a:pt x="143" y="210"/>
                    <a:pt x="147" y="193"/>
                  </a:cubicBezTo>
                  <a:cubicBezTo>
                    <a:pt x="150" y="176"/>
                    <a:pt x="157" y="162"/>
                    <a:pt x="160" y="146"/>
                  </a:cubicBezTo>
                  <a:cubicBezTo>
                    <a:pt x="170" y="118"/>
                    <a:pt x="170" y="112"/>
                    <a:pt x="197" y="84"/>
                  </a:cubicBezTo>
                  <a:cubicBezTo>
                    <a:pt x="217" y="56"/>
                    <a:pt x="257" y="20"/>
                    <a:pt x="320" y="20"/>
                  </a:cubicBezTo>
                  <a:cubicBezTo>
                    <a:pt x="367" y="20"/>
                    <a:pt x="367" y="56"/>
                    <a:pt x="367" y="67"/>
                  </a:cubicBezTo>
                  <a:cubicBezTo>
                    <a:pt x="367" y="87"/>
                    <a:pt x="364" y="95"/>
                    <a:pt x="354" y="134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07DBF32-DE62-AAA5-DCCD-B1E6AC5CB8F5}"/>
                </a:ext>
              </a:extLst>
            </p:cNvPr>
            <p:cNvSpPr/>
            <p:nvPr/>
          </p:nvSpPr>
          <p:spPr>
            <a:xfrm>
              <a:off x="2818800" y="5508000"/>
              <a:ext cx="563040" cy="496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5" h="1380">
                  <a:moveTo>
                    <a:pt x="1421" y="1380"/>
                  </a:moveTo>
                  <a:lnTo>
                    <a:pt x="1565" y="1064"/>
                  </a:lnTo>
                  <a:lnTo>
                    <a:pt x="1535" y="1064"/>
                  </a:lnTo>
                  <a:cubicBezTo>
                    <a:pt x="1488" y="1168"/>
                    <a:pt x="1364" y="1235"/>
                    <a:pt x="1228" y="1263"/>
                  </a:cubicBezTo>
                  <a:cubicBezTo>
                    <a:pt x="1204" y="1268"/>
                    <a:pt x="1088" y="1294"/>
                    <a:pt x="864" y="1294"/>
                  </a:cubicBezTo>
                  <a:lnTo>
                    <a:pt x="153" y="1294"/>
                  </a:lnTo>
                  <a:lnTo>
                    <a:pt x="754" y="706"/>
                  </a:lnTo>
                  <a:cubicBezTo>
                    <a:pt x="761" y="697"/>
                    <a:pt x="764" y="694"/>
                    <a:pt x="764" y="692"/>
                  </a:cubicBezTo>
                  <a:cubicBezTo>
                    <a:pt x="764" y="689"/>
                    <a:pt x="764" y="686"/>
                    <a:pt x="754" y="675"/>
                  </a:cubicBezTo>
                  <a:lnTo>
                    <a:pt x="207" y="48"/>
                  </a:lnTo>
                  <a:lnTo>
                    <a:pt x="851" y="48"/>
                  </a:lnTo>
                  <a:cubicBezTo>
                    <a:pt x="1011" y="48"/>
                    <a:pt x="1118" y="62"/>
                    <a:pt x="1128" y="64"/>
                  </a:cubicBezTo>
                  <a:cubicBezTo>
                    <a:pt x="1191" y="70"/>
                    <a:pt x="1291" y="87"/>
                    <a:pt x="1385" y="137"/>
                  </a:cubicBezTo>
                  <a:cubicBezTo>
                    <a:pt x="1415" y="154"/>
                    <a:pt x="1495" y="196"/>
                    <a:pt x="1535" y="277"/>
                  </a:cubicBezTo>
                  <a:lnTo>
                    <a:pt x="1565" y="277"/>
                  </a:lnTo>
                  <a:lnTo>
                    <a:pt x="1421" y="0"/>
                  </a:lnTo>
                  <a:lnTo>
                    <a:pt x="33" y="0"/>
                  </a:lnTo>
                  <a:cubicBezTo>
                    <a:pt x="7" y="0"/>
                    <a:pt x="3" y="0"/>
                    <a:pt x="0" y="6"/>
                  </a:cubicBezTo>
                  <a:cubicBezTo>
                    <a:pt x="0" y="11"/>
                    <a:pt x="0" y="28"/>
                    <a:pt x="0" y="39"/>
                  </a:cubicBezTo>
                  <a:lnTo>
                    <a:pt x="621" y="753"/>
                  </a:lnTo>
                  <a:lnTo>
                    <a:pt x="13" y="1352"/>
                  </a:lnTo>
                  <a:cubicBezTo>
                    <a:pt x="0" y="1364"/>
                    <a:pt x="0" y="1369"/>
                    <a:pt x="0" y="1369"/>
                  </a:cubicBezTo>
                  <a:cubicBezTo>
                    <a:pt x="0" y="1380"/>
                    <a:pt x="10" y="1380"/>
                    <a:pt x="33" y="1380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90039CFD-33F8-E9FF-E51A-AD71C55EEE4F}"/>
                </a:ext>
              </a:extLst>
            </p:cNvPr>
            <p:cNvSpPr/>
            <p:nvPr/>
          </p:nvSpPr>
          <p:spPr>
            <a:xfrm>
              <a:off x="2811600" y="6149160"/>
              <a:ext cx="146160" cy="1609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07" h="448">
                  <a:moveTo>
                    <a:pt x="404" y="50"/>
                  </a:moveTo>
                  <a:cubicBezTo>
                    <a:pt x="407" y="39"/>
                    <a:pt x="407" y="36"/>
                    <a:pt x="407" y="36"/>
                  </a:cubicBezTo>
                  <a:cubicBezTo>
                    <a:pt x="407" y="20"/>
                    <a:pt x="394" y="14"/>
                    <a:pt x="380" y="14"/>
                  </a:cubicBezTo>
                  <a:cubicBezTo>
                    <a:pt x="360" y="14"/>
                    <a:pt x="344" y="25"/>
                    <a:pt x="340" y="39"/>
                  </a:cubicBezTo>
                  <a:cubicBezTo>
                    <a:pt x="327" y="20"/>
                    <a:pt x="300" y="0"/>
                    <a:pt x="257" y="0"/>
                  </a:cubicBezTo>
                  <a:cubicBezTo>
                    <a:pt x="153" y="0"/>
                    <a:pt x="43" y="92"/>
                    <a:pt x="43" y="193"/>
                  </a:cubicBezTo>
                  <a:cubicBezTo>
                    <a:pt x="43" y="263"/>
                    <a:pt x="103" y="305"/>
                    <a:pt x="170" y="305"/>
                  </a:cubicBezTo>
                  <a:cubicBezTo>
                    <a:pt x="207" y="305"/>
                    <a:pt x="244" y="288"/>
                    <a:pt x="274" y="269"/>
                  </a:cubicBezTo>
                  <a:lnTo>
                    <a:pt x="257" y="330"/>
                  </a:lnTo>
                  <a:cubicBezTo>
                    <a:pt x="247" y="358"/>
                    <a:pt x="240" y="378"/>
                    <a:pt x="210" y="403"/>
                  </a:cubicBezTo>
                  <a:cubicBezTo>
                    <a:pt x="173" y="428"/>
                    <a:pt x="137" y="428"/>
                    <a:pt x="117" y="428"/>
                  </a:cubicBezTo>
                  <a:cubicBezTo>
                    <a:pt x="80" y="428"/>
                    <a:pt x="67" y="426"/>
                    <a:pt x="53" y="423"/>
                  </a:cubicBezTo>
                  <a:cubicBezTo>
                    <a:pt x="73" y="414"/>
                    <a:pt x="80" y="398"/>
                    <a:pt x="80" y="389"/>
                  </a:cubicBezTo>
                  <a:cubicBezTo>
                    <a:pt x="80" y="372"/>
                    <a:pt x="63" y="361"/>
                    <a:pt x="47" y="361"/>
                  </a:cubicBezTo>
                  <a:cubicBezTo>
                    <a:pt x="23" y="361"/>
                    <a:pt x="0" y="378"/>
                    <a:pt x="0" y="406"/>
                  </a:cubicBezTo>
                  <a:cubicBezTo>
                    <a:pt x="0" y="445"/>
                    <a:pt x="70" y="448"/>
                    <a:pt x="117" y="448"/>
                  </a:cubicBezTo>
                  <a:cubicBezTo>
                    <a:pt x="247" y="448"/>
                    <a:pt x="304" y="392"/>
                    <a:pt x="314" y="353"/>
                  </a:cubicBezTo>
                  <a:close/>
                  <a:moveTo>
                    <a:pt x="290" y="213"/>
                  </a:moveTo>
                  <a:cubicBezTo>
                    <a:pt x="287" y="224"/>
                    <a:pt x="287" y="224"/>
                    <a:pt x="274" y="238"/>
                  </a:cubicBezTo>
                  <a:cubicBezTo>
                    <a:pt x="244" y="269"/>
                    <a:pt x="204" y="286"/>
                    <a:pt x="173" y="286"/>
                  </a:cubicBezTo>
                  <a:cubicBezTo>
                    <a:pt x="130" y="286"/>
                    <a:pt x="110" y="258"/>
                    <a:pt x="110" y="221"/>
                  </a:cubicBezTo>
                  <a:cubicBezTo>
                    <a:pt x="110" y="190"/>
                    <a:pt x="133" y="112"/>
                    <a:pt x="153" y="81"/>
                  </a:cubicBezTo>
                  <a:cubicBezTo>
                    <a:pt x="190" y="34"/>
                    <a:pt x="227" y="20"/>
                    <a:pt x="257" y="20"/>
                  </a:cubicBezTo>
                  <a:cubicBezTo>
                    <a:pt x="314" y="20"/>
                    <a:pt x="330" y="70"/>
                    <a:pt x="330" y="78"/>
                  </a:cubicBezTo>
                  <a:cubicBezTo>
                    <a:pt x="330" y="78"/>
                    <a:pt x="330" y="81"/>
                    <a:pt x="327" y="90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F57D5B8-4F95-3C11-6794-2E6B140295A6}"/>
                </a:ext>
              </a:extLst>
            </p:cNvPr>
            <p:cNvSpPr/>
            <p:nvPr/>
          </p:nvSpPr>
          <p:spPr>
            <a:xfrm>
              <a:off x="2994120" y="6162120"/>
              <a:ext cx="218160" cy="673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07" h="188">
                  <a:moveTo>
                    <a:pt x="577" y="34"/>
                  </a:moveTo>
                  <a:cubicBezTo>
                    <a:pt x="587" y="34"/>
                    <a:pt x="607" y="34"/>
                    <a:pt x="607" y="17"/>
                  </a:cubicBezTo>
                  <a:cubicBezTo>
                    <a:pt x="607" y="0"/>
                    <a:pt x="587" y="0"/>
                    <a:pt x="577" y="0"/>
                  </a:cubicBezTo>
                  <a:lnTo>
                    <a:pt x="30" y="0"/>
                  </a:lnTo>
                  <a:cubicBezTo>
                    <a:pt x="20" y="0"/>
                    <a:pt x="0" y="0"/>
                    <a:pt x="0" y="17"/>
                  </a:cubicBezTo>
                  <a:cubicBezTo>
                    <a:pt x="0" y="34"/>
                    <a:pt x="20" y="34"/>
                    <a:pt x="30" y="34"/>
                  </a:cubicBezTo>
                  <a:close/>
                  <a:moveTo>
                    <a:pt x="577" y="188"/>
                  </a:moveTo>
                  <a:cubicBezTo>
                    <a:pt x="587" y="188"/>
                    <a:pt x="607" y="188"/>
                    <a:pt x="607" y="171"/>
                  </a:cubicBezTo>
                  <a:cubicBezTo>
                    <a:pt x="607" y="154"/>
                    <a:pt x="587" y="154"/>
                    <a:pt x="577" y="154"/>
                  </a:cubicBezTo>
                  <a:lnTo>
                    <a:pt x="30" y="154"/>
                  </a:lnTo>
                  <a:cubicBezTo>
                    <a:pt x="20" y="154"/>
                    <a:pt x="0" y="154"/>
                    <a:pt x="0" y="171"/>
                  </a:cubicBezTo>
                  <a:cubicBezTo>
                    <a:pt x="0" y="188"/>
                    <a:pt x="20" y="188"/>
                    <a:pt x="30" y="188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75B447A-1B45-B7A5-A920-B8C8A2AA6C17}"/>
                </a:ext>
              </a:extLst>
            </p:cNvPr>
            <p:cNvSpPr/>
            <p:nvPr/>
          </p:nvSpPr>
          <p:spPr>
            <a:xfrm>
              <a:off x="3264480" y="6093720"/>
              <a:ext cx="109080" cy="164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4" h="459">
                  <a:moveTo>
                    <a:pt x="187" y="20"/>
                  </a:moveTo>
                  <a:cubicBezTo>
                    <a:pt x="187" y="0"/>
                    <a:pt x="187" y="0"/>
                    <a:pt x="163" y="0"/>
                  </a:cubicBezTo>
                  <a:cubicBezTo>
                    <a:pt x="110" y="45"/>
                    <a:pt x="33" y="45"/>
                    <a:pt x="0" y="45"/>
                  </a:cubicBezTo>
                  <a:lnTo>
                    <a:pt x="0" y="70"/>
                  </a:lnTo>
                  <a:cubicBezTo>
                    <a:pt x="20" y="70"/>
                    <a:pt x="73" y="70"/>
                    <a:pt x="120" y="50"/>
                  </a:cubicBezTo>
                  <a:lnTo>
                    <a:pt x="120" y="403"/>
                  </a:lnTo>
                  <a:cubicBezTo>
                    <a:pt x="120" y="426"/>
                    <a:pt x="120" y="434"/>
                    <a:pt x="37" y="434"/>
                  </a:cubicBezTo>
                  <a:lnTo>
                    <a:pt x="7" y="434"/>
                  </a:lnTo>
                  <a:lnTo>
                    <a:pt x="7" y="459"/>
                  </a:lnTo>
                  <a:cubicBezTo>
                    <a:pt x="20" y="459"/>
                    <a:pt x="123" y="456"/>
                    <a:pt x="153" y="456"/>
                  </a:cubicBezTo>
                  <a:cubicBezTo>
                    <a:pt x="180" y="456"/>
                    <a:pt x="284" y="459"/>
                    <a:pt x="304" y="459"/>
                  </a:cubicBezTo>
                  <a:lnTo>
                    <a:pt x="304" y="434"/>
                  </a:lnTo>
                  <a:lnTo>
                    <a:pt x="270" y="434"/>
                  </a:lnTo>
                  <a:cubicBezTo>
                    <a:pt x="187" y="434"/>
                    <a:pt x="187" y="426"/>
                    <a:pt x="187" y="403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67B5E7DE-CDD5-50B1-40BA-A180A2C74355}"/>
                </a:ext>
              </a:extLst>
            </p:cNvPr>
            <p:cNvSpPr/>
            <p:nvPr/>
          </p:nvSpPr>
          <p:spPr>
            <a:xfrm>
              <a:off x="3487679" y="5687640"/>
              <a:ext cx="210960" cy="1609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87" h="448">
                  <a:moveTo>
                    <a:pt x="360" y="140"/>
                  </a:moveTo>
                  <a:cubicBezTo>
                    <a:pt x="367" y="112"/>
                    <a:pt x="394" y="22"/>
                    <a:pt x="477" y="22"/>
                  </a:cubicBezTo>
                  <a:cubicBezTo>
                    <a:pt x="484" y="22"/>
                    <a:pt x="510" y="22"/>
                    <a:pt x="534" y="34"/>
                  </a:cubicBezTo>
                  <a:cubicBezTo>
                    <a:pt x="504" y="39"/>
                    <a:pt x="480" y="64"/>
                    <a:pt x="480" y="87"/>
                  </a:cubicBezTo>
                  <a:cubicBezTo>
                    <a:pt x="480" y="104"/>
                    <a:pt x="490" y="123"/>
                    <a:pt x="524" y="123"/>
                  </a:cubicBezTo>
                  <a:cubicBezTo>
                    <a:pt x="550" y="123"/>
                    <a:pt x="587" y="104"/>
                    <a:pt x="587" y="64"/>
                  </a:cubicBezTo>
                  <a:cubicBezTo>
                    <a:pt x="587" y="14"/>
                    <a:pt x="517" y="0"/>
                    <a:pt x="477" y="0"/>
                  </a:cubicBezTo>
                  <a:cubicBezTo>
                    <a:pt x="410" y="0"/>
                    <a:pt x="367" y="53"/>
                    <a:pt x="354" y="76"/>
                  </a:cubicBezTo>
                  <a:cubicBezTo>
                    <a:pt x="324" y="11"/>
                    <a:pt x="260" y="0"/>
                    <a:pt x="227" y="0"/>
                  </a:cubicBezTo>
                  <a:cubicBezTo>
                    <a:pt x="103" y="0"/>
                    <a:pt x="37" y="129"/>
                    <a:pt x="37" y="151"/>
                  </a:cubicBezTo>
                  <a:cubicBezTo>
                    <a:pt x="37" y="162"/>
                    <a:pt x="47" y="162"/>
                    <a:pt x="50" y="162"/>
                  </a:cubicBezTo>
                  <a:cubicBezTo>
                    <a:pt x="60" y="162"/>
                    <a:pt x="63" y="160"/>
                    <a:pt x="67" y="151"/>
                  </a:cubicBezTo>
                  <a:cubicBezTo>
                    <a:pt x="107" y="48"/>
                    <a:pt x="183" y="22"/>
                    <a:pt x="224" y="22"/>
                  </a:cubicBezTo>
                  <a:cubicBezTo>
                    <a:pt x="247" y="22"/>
                    <a:pt x="287" y="31"/>
                    <a:pt x="287" y="87"/>
                  </a:cubicBezTo>
                  <a:cubicBezTo>
                    <a:pt x="287" y="118"/>
                    <a:pt x="267" y="185"/>
                    <a:pt x="224" y="325"/>
                  </a:cubicBezTo>
                  <a:cubicBezTo>
                    <a:pt x="204" y="386"/>
                    <a:pt x="163" y="426"/>
                    <a:pt x="113" y="426"/>
                  </a:cubicBezTo>
                  <a:cubicBezTo>
                    <a:pt x="103" y="426"/>
                    <a:pt x="77" y="426"/>
                    <a:pt x="53" y="414"/>
                  </a:cubicBezTo>
                  <a:cubicBezTo>
                    <a:pt x="83" y="409"/>
                    <a:pt x="107" y="389"/>
                    <a:pt x="107" y="361"/>
                  </a:cubicBezTo>
                  <a:cubicBezTo>
                    <a:pt x="107" y="333"/>
                    <a:pt x="83" y="325"/>
                    <a:pt x="63" y="325"/>
                  </a:cubicBezTo>
                  <a:cubicBezTo>
                    <a:pt x="30" y="325"/>
                    <a:pt x="0" y="353"/>
                    <a:pt x="0" y="384"/>
                  </a:cubicBezTo>
                  <a:cubicBezTo>
                    <a:pt x="0" y="428"/>
                    <a:pt x="60" y="448"/>
                    <a:pt x="110" y="448"/>
                  </a:cubicBezTo>
                  <a:cubicBezTo>
                    <a:pt x="190" y="448"/>
                    <a:pt x="230" y="378"/>
                    <a:pt x="234" y="372"/>
                  </a:cubicBezTo>
                  <a:cubicBezTo>
                    <a:pt x="250" y="409"/>
                    <a:pt x="290" y="448"/>
                    <a:pt x="360" y="448"/>
                  </a:cubicBezTo>
                  <a:cubicBezTo>
                    <a:pt x="484" y="448"/>
                    <a:pt x="550" y="322"/>
                    <a:pt x="550" y="297"/>
                  </a:cubicBezTo>
                  <a:cubicBezTo>
                    <a:pt x="550" y="286"/>
                    <a:pt x="540" y="286"/>
                    <a:pt x="537" y="286"/>
                  </a:cubicBezTo>
                  <a:cubicBezTo>
                    <a:pt x="527" y="286"/>
                    <a:pt x="524" y="291"/>
                    <a:pt x="520" y="297"/>
                  </a:cubicBezTo>
                  <a:cubicBezTo>
                    <a:pt x="484" y="403"/>
                    <a:pt x="404" y="426"/>
                    <a:pt x="364" y="426"/>
                  </a:cubicBezTo>
                  <a:cubicBezTo>
                    <a:pt x="317" y="426"/>
                    <a:pt x="300" y="395"/>
                    <a:pt x="300" y="361"/>
                  </a:cubicBezTo>
                  <a:cubicBezTo>
                    <a:pt x="300" y="339"/>
                    <a:pt x="307" y="319"/>
                    <a:pt x="320" y="274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3CB2B511-62BC-5156-FFAD-8C3C3C012A3C}"/>
                </a:ext>
              </a:extLst>
            </p:cNvPr>
            <p:cNvSpPr/>
            <p:nvPr/>
          </p:nvSpPr>
          <p:spPr>
            <a:xfrm>
              <a:off x="3729240" y="5733000"/>
              <a:ext cx="91080" cy="1681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4" h="468">
                  <a:moveTo>
                    <a:pt x="230" y="25"/>
                  </a:moveTo>
                  <a:cubicBezTo>
                    <a:pt x="230" y="14"/>
                    <a:pt x="220" y="0"/>
                    <a:pt x="197" y="0"/>
                  </a:cubicBezTo>
                  <a:cubicBezTo>
                    <a:pt x="173" y="0"/>
                    <a:pt x="150" y="17"/>
                    <a:pt x="150" y="39"/>
                  </a:cubicBezTo>
                  <a:cubicBezTo>
                    <a:pt x="150" y="50"/>
                    <a:pt x="160" y="64"/>
                    <a:pt x="183" y="64"/>
                  </a:cubicBezTo>
                  <a:cubicBezTo>
                    <a:pt x="207" y="64"/>
                    <a:pt x="230" y="45"/>
                    <a:pt x="230" y="25"/>
                  </a:cubicBezTo>
                  <a:close/>
                  <a:moveTo>
                    <a:pt x="60" y="378"/>
                  </a:moveTo>
                  <a:cubicBezTo>
                    <a:pt x="57" y="386"/>
                    <a:pt x="53" y="395"/>
                    <a:pt x="53" y="409"/>
                  </a:cubicBezTo>
                  <a:cubicBezTo>
                    <a:pt x="53" y="440"/>
                    <a:pt x="87" y="468"/>
                    <a:pt x="133" y="468"/>
                  </a:cubicBezTo>
                  <a:cubicBezTo>
                    <a:pt x="217" y="468"/>
                    <a:pt x="254" y="370"/>
                    <a:pt x="254" y="361"/>
                  </a:cubicBezTo>
                  <a:cubicBezTo>
                    <a:pt x="254" y="350"/>
                    <a:pt x="240" y="350"/>
                    <a:pt x="240" y="350"/>
                  </a:cubicBezTo>
                  <a:cubicBezTo>
                    <a:pt x="227" y="350"/>
                    <a:pt x="227" y="356"/>
                    <a:pt x="224" y="364"/>
                  </a:cubicBezTo>
                  <a:cubicBezTo>
                    <a:pt x="204" y="417"/>
                    <a:pt x="167" y="448"/>
                    <a:pt x="133" y="448"/>
                  </a:cubicBezTo>
                  <a:cubicBezTo>
                    <a:pt x="117" y="448"/>
                    <a:pt x="113" y="437"/>
                    <a:pt x="113" y="423"/>
                  </a:cubicBezTo>
                  <a:cubicBezTo>
                    <a:pt x="113" y="406"/>
                    <a:pt x="120" y="395"/>
                    <a:pt x="127" y="378"/>
                  </a:cubicBezTo>
                  <a:cubicBezTo>
                    <a:pt x="137" y="358"/>
                    <a:pt x="143" y="342"/>
                    <a:pt x="153" y="322"/>
                  </a:cubicBezTo>
                  <a:cubicBezTo>
                    <a:pt x="160" y="305"/>
                    <a:pt x="190" y="244"/>
                    <a:pt x="193" y="235"/>
                  </a:cubicBezTo>
                  <a:cubicBezTo>
                    <a:pt x="197" y="227"/>
                    <a:pt x="200" y="218"/>
                    <a:pt x="200" y="213"/>
                  </a:cubicBezTo>
                  <a:cubicBezTo>
                    <a:pt x="200" y="179"/>
                    <a:pt x="167" y="154"/>
                    <a:pt x="120" y="154"/>
                  </a:cubicBezTo>
                  <a:cubicBezTo>
                    <a:pt x="37" y="154"/>
                    <a:pt x="0" y="249"/>
                    <a:pt x="0" y="260"/>
                  </a:cubicBezTo>
                  <a:cubicBezTo>
                    <a:pt x="0" y="269"/>
                    <a:pt x="13" y="269"/>
                    <a:pt x="13" y="269"/>
                  </a:cubicBezTo>
                  <a:cubicBezTo>
                    <a:pt x="27" y="269"/>
                    <a:pt x="27" y="266"/>
                    <a:pt x="30" y="258"/>
                  </a:cubicBezTo>
                  <a:cubicBezTo>
                    <a:pt x="50" y="199"/>
                    <a:pt x="87" y="174"/>
                    <a:pt x="117" y="174"/>
                  </a:cubicBezTo>
                  <a:cubicBezTo>
                    <a:pt x="130" y="174"/>
                    <a:pt x="140" y="179"/>
                    <a:pt x="140" y="199"/>
                  </a:cubicBezTo>
                  <a:cubicBezTo>
                    <a:pt x="140" y="213"/>
                    <a:pt x="133" y="224"/>
                    <a:pt x="113" y="266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C830B69-0864-BE1C-929C-5516DD5C5976}"/>
                </a:ext>
              </a:extLst>
            </p:cNvPr>
            <p:cNvSpPr/>
            <p:nvPr/>
          </p:nvSpPr>
          <p:spPr>
            <a:xfrm>
              <a:off x="3867119" y="5869080"/>
              <a:ext cx="38160" cy="774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07" h="216">
                  <a:moveTo>
                    <a:pt x="83" y="70"/>
                  </a:moveTo>
                  <a:cubicBezTo>
                    <a:pt x="83" y="106"/>
                    <a:pt x="77" y="151"/>
                    <a:pt x="17" y="196"/>
                  </a:cubicBezTo>
                  <a:cubicBezTo>
                    <a:pt x="13" y="199"/>
                    <a:pt x="13" y="202"/>
                    <a:pt x="13" y="204"/>
                  </a:cubicBezTo>
                  <a:cubicBezTo>
                    <a:pt x="13" y="210"/>
                    <a:pt x="20" y="216"/>
                    <a:pt x="23" y="216"/>
                  </a:cubicBezTo>
                  <a:cubicBezTo>
                    <a:pt x="37" y="216"/>
                    <a:pt x="107" y="160"/>
                    <a:pt x="107" y="76"/>
                  </a:cubicBezTo>
                  <a:cubicBezTo>
                    <a:pt x="107" y="34"/>
                    <a:pt x="87" y="0"/>
                    <a:pt x="47" y="0"/>
                  </a:cubicBezTo>
                  <a:cubicBezTo>
                    <a:pt x="20" y="0"/>
                    <a:pt x="0" y="20"/>
                    <a:pt x="0" y="39"/>
                  </a:cubicBezTo>
                  <a:cubicBezTo>
                    <a:pt x="0" y="62"/>
                    <a:pt x="20" y="81"/>
                    <a:pt x="50" y="81"/>
                  </a:cubicBezTo>
                  <a:cubicBezTo>
                    <a:pt x="70" y="81"/>
                    <a:pt x="83" y="70"/>
                    <a:pt x="83" y="70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3E6115F-95B1-B65B-9C8F-BAAA76FD7036}"/>
                </a:ext>
              </a:extLst>
            </p:cNvPr>
            <p:cNvSpPr/>
            <p:nvPr/>
          </p:nvSpPr>
          <p:spPr>
            <a:xfrm>
              <a:off x="3947760" y="5788440"/>
              <a:ext cx="146160" cy="1609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07" h="448">
                  <a:moveTo>
                    <a:pt x="404" y="50"/>
                  </a:moveTo>
                  <a:cubicBezTo>
                    <a:pt x="407" y="39"/>
                    <a:pt x="407" y="36"/>
                    <a:pt x="407" y="36"/>
                  </a:cubicBezTo>
                  <a:cubicBezTo>
                    <a:pt x="407" y="20"/>
                    <a:pt x="394" y="14"/>
                    <a:pt x="380" y="14"/>
                  </a:cubicBezTo>
                  <a:cubicBezTo>
                    <a:pt x="360" y="14"/>
                    <a:pt x="344" y="25"/>
                    <a:pt x="340" y="39"/>
                  </a:cubicBezTo>
                  <a:cubicBezTo>
                    <a:pt x="327" y="20"/>
                    <a:pt x="300" y="0"/>
                    <a:pt x="257" y="0"/>
                  </a:cubicBezTo>
                  <a:cubicBezTo>
                    <a:pt x="153" y="0"/>
                    <a:pt x="43" y="92"/>
                    <a:pt x="43" y="193"/>
                  </a:cubicBezTo>
                  <a:cubicBezTo>
                    <a:pt x="43" y="263"/>
                    <a:pt x="103" y="305"/>
                    <a:pt x="170" y="305"/>
                  </a:cubicBezTo>
                  <a:cubicBezTo>
                    <a:pt x="207" y="305"/>
                    <a:pt x="244" y="288"/>
                    <a:pt x="274" y="269"/>
                  </a:cubicBezTo>
                  <a:lnTo>
                    <a:pt x="257" y="330"/>
                  </a:lnTo>
                  <a:cubicBezTo>
                    <a:pt x="247" y="358"/>
                    <a:pt x="240" y="378"/>
                    <a:pt x="210" y="403"/>
                  </a:cubicBezTo>
                  <a:cubicBezTo>
                    <a:pt x="173" y="428"/>
                    <a:pt x="137" y="428"/>
                    <a:pt x="117" y="428"/>
                  </a:cubicBezTo>
                  <a:cubicBezTo>
                    <a:pt x="80" y="428"/>
                    <a:pt x="67" y="426"/>
                    <a:pt x="53" y="423"/>
                  </a:cubicBezTo>
                  <a:cubicBezTo>
                    <a:pt x="73" y="414"/>
                    <a:pt x="80" y="398"/>
                    <a:pt x="80" y="389"/>
                  </a:cubicBezTo>
                  <a:cubicBezTo>
                    <a:pt x="80" y="372"/>
                    <a:pt x="63" y="361"/>
                    <a:pt x="47" y="361"/>
                  </a:cubicBezTo>
                  <a:cubicBezTo>
                    <a:pt x="23" y="361"/>
                    <a:pt x="0" y="378"/>
                    <a:pt x="0" y="406"/>
                  </a:cubicBezTo>
                  <a:cubicBezTo>
                    <a:pt x="0" y="445"/>
                    <a:pt x="70" y="448"/>
                    <a:pt x="117" y="448"/>
                  </a:cubicBezTo>
                  <a:cubicBezTo>
                    <a:pt x="247" y="448"/>
                    <a:pt x="304" y="392"/>
                    <a:pt x="314" y="353"/>
                  </a:cubicBezTo>
                  <a:close/>
                  <a:moveTo>
                    <a:pt x="290" y="213"/>
                  </a:moveTo>
                  <a:cubicBezTo>
                    <a:pt x="287" y="224"/>
                    <a:pt x="287" y="224"/>
                    <a:pt x="274" y="238"/>
                  </a:cubicBezTo>
                  <a:cubicBezTo>
                    <a:pt x="244" y="269"/>
                    <a:pt x="204" y="286"/>
                    <a:pt x="173" y="286"/>
                  </a:cubicBezTo>
                  <a:cubicBezTo>
                    <a:pt x="130" y="286"/>
                    <a:pt x="110" y="258"/>
                    <a:pt x="110" y="221"/>
                  </a:cubicBezTo>
                  <a:cubicBezTo>
                    <a:pt x="110" y="190"/>
                    <a:pt x="133" y="112"/>
                    <a:pt x="153" y="81"/>
                  </a:cubicBezTo>
                  <a:cubicBezTo>
                    <a:pt x="190" y="34"/>
                    <a:pt x="227" y="20"/>
                    <a:pt x="257" y="20"/>
                  </a:cubicBezTo>
                  <a:cubicBezTo>
                    <a:pt x="314" y="20"/>
                    <a:pt x="330" y="70"/>
                    <a:pt x="330" y="78"/>
                  </a:cubicBezTo>
                  <a:cubicBezTo>
                    <a:pt x="330" y="78"/>
                    <a:pt x="330" y="81"/>
                    <a:pt x="327" y="90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D34584A3-6E49-B098-3FB5-1F18E8C5AB97}"/>
                </a:ext>
              </a:extLst>
            </p:cNvPr>
            <p:cNvSpPr/>
            <p:nvPr/>
          </p:nvSpPr>
          <p:spPr>
            <a:xfrm>
              <a:off x="4262400" y="5736960"/>
              <a:ext cx="45360" cy="37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27" h="106">
                  <a:moveTo>
                    <a:pt x="127" y="53"/>
                  </a:moveTo>
                  <a:cubicBezTo>
                    <a:pt x="127" y="25"/>
                    <a:pt x="100" y="0"/>
                    <a:pt x="63" y="0"/>
                  </a:cubicBezTo>
                  <a:cubicBezTo>
                    <a:pt x="30" y="0"/>
                    <a:pt x="0" y="25"/>
                    <a:pt x="0" y="53"/>
                  </a:cubicBezTo>
                  <a:cubicBezTo>
                    <a:pt x="0" y="84"/>
                    <a:pt x="30" y="106"/>
                    <a:pt x="63" y="106"/>
                  </a:cubicBezTo>
                  <a:cubicBezTo>
                    <a:pt x="100" y="106"/>
                    <a:pt x="127" y="84"/>
                    <a:pt x="127" y="53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0AD0C4D1-C4B2-7570-9225-D04A1F640BE5}"/>
                </a:ext>
              </a:extLst>
            </p:cNvPr>
            <p:cNvSpPr/>
            <p:nvPr/>
          </p:nvSpPr>
          <p:spPr>
            <a:xfrm>
              <a:off x="4459320" y="5602680"/>
              <a:ext cx="302400" cy="2505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41" h="697">
                  <a:moveTo>
                    <a:pt x="674" y="112"/>
                  </a:moveTo>
                  <a:cubicBezTo>
                    <a:pt x="731" y="36"/>
                    <a:pt x="781" y="34"/>
                    <a:pt x="824" y="31"/>
                  </a:cubicBezTo>
                  <a:cubicBezTo>
                    <a:pt x="837" y="31"/>
                    <a:pt x="841" y="14"/>
                    <a:pt x="841" y="11"/>
                  </a:cubicBezTo>
                  <a:cubicBezTo>
                    <a:pt x="841" y="3"/>
                    <a:pt x="834" y="0"/>
                    <a:pt x="824" y="0"/>
                  </a:cubicBezTo>
                  <a:cubicBezTo>
                    <a:pt x="794" y="0"/>
                    <a:pt x="761" y="3"/>
                    <a:pt x="727" y="3"/>
                  </a:cubicBezTo>
                  <a:cubicBezTo>
                    <a:pt x="687" y="3"/>
                    <a:pt x="647" y="0"/>
                    <a:pt x="611" y="0"/>
                  </a:cubicBezTo>
                  <a:cubicBezTo>
                    <a:pt x="604" y="0"/>
                    <a:pt x="587" y="0"/>
                    <a:pt x="587" y="20"/>
                  </a:cubicBezTo>
                  <a:cubicBezTo>
                    <a:pt x="587" y="31"/>
                    <a:pt x="601" y="31"/>
                    <a:pt x="607" y="31"/>
                  </a:cubicBezTo>
                  <a:cubicBezTo>
                    <a:pt x="641" y="34"/>
                    <a:pt x="661" y="42"/>
                    <a:pt x="661" y="64"/>
                  </a:cubicBezTo>
                  <a:cubicBezTo>
                    <a:pt x="661" y="78"/>
                    <a:pt x="644" y="101"/>
                    <a:pt x="644" y="101"/>
                  </a:cubicBezTo>
                  <a:lnTo>
                    <a:pt x="284" y="582"/>
                  </a:lnTo>
                  <a:lnTo>
                    <a:pt x="204" y="62"/>
                  </a:lnTo>
                  <a:cubicBezTo>
                    <a:pt x="204" y="45"/>
                    <a:pt x="230" y="31"/>
                    <a:pt x="284" y="31"/>
                  </a:cubicBezTo>
                  <a:cubicBezTo>
                    <a:pt x="300" y="31"/>
                    <a:pt x="314" y="31"/>
                    <a:pt x="314" y="11"/>
                  </a:cubicBezTo>
                  <a:cubicBezTo>
                    <a:pt x="314" y="3"/>
                    <a:pt x="304" y="0"/>
                    <a:pt x="297" y="0"/>
                  </a:cubicBezTo>
                  <a:cubicBezTo>
                    <a:pt x="250" y="0"/>
                    <a:pt x="200" y="3"/>
                    <a:pt x="150" y="3"/>
                  </a:cubicBezTo>
                  <a:cubicBezTo>
                    <a:pt x="130" y="3"/>
                    <a:pt x="107" y="3"/>
                    <a:pt x="87" y="3"/>
                  </a:cubicBezTo>
                  <a:cubicBezTo>
                    <a:pt x="63" y="3"/>
                    <a:pt x="43" y="0"/>
                    <a:pt x="23" y="0"/>
                  </a:cubicBezTo>
                  <a:cubicBezTo>
                    <a:pt x="13" y="0"/>
                    <a:pt x="0" y="0"/>
                    <a:pt x="0" y="20"/>
                  </a:cubicBezTo>
                  <a:cubicBezTo>
                    <a:pt x="0" y="31"/>
                    <a:pt x="10" y="31"/>
                    <a:pt x="30" y="31"/>
                  </a:cubicBezTo>
                  <a:cubicBezTo>
                    <a:pt x="97" y="31"/>
                    <a:pt x="97" y="39"/>
                    <a:pt x="100" y="64"/>
                  </a:cubicBezTo>
                  <a:lnTo>
                    <a:pt x="193" y="675"/>
                  </a:lnTo>
                  <a:cubicBezTo>
                    <a:pt x="197" y="694"/>
                    <a:pt x="200" y="697"/>
                    <a:pt x="217" y="697"/>
                  </a:cubicBezTo>
                  <a:cubicBezTo>
                    <a:pt x="237" y="697"/>
                    <a:pt x="240" y="692"/>
                    <a:pt x="250" y="678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DDBE00A8-074D-E9BB-15EB-0D82499B7A8D}"/>
                </a:ext>
              </a:extLst>
            </p:cNvPr>
            <p:cNvSpPr/>
            <p:nvPr/>
          </p:nvSpPr>
          <p:spPr>
            <a:xfrm>
              <a:off x="4695840" y="5733000"/>
              <a:ext cx="91080" cy="1681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4" h="468">
                  <a:moveTo>
                    <a:pt x="230" y="25"/>
                  </a:moveTo>
                  <a:cubicBezTo>
                    <a:pt x="230" y="14"/>
                    <a:pt x="220" y="0"/>
                    <a:pt x="197" y="0"/>
                  </a:cubicBezTo>
                  <a:cubicBezTo>
                    <a:pt x="173" y="0"/>
                    <a:pt x="150" y="17"/>
                    <a:pt x="150" y="39"/>
                  </a:cubicBezTo>
                  <a:cubicBezTo>
                    <a:pt x="150" y="50"/>
                    <a:pt x="160" y="64"/>
                    <a:pt x="183" y="64"/>
                  </a:cubicBezTo>
                  <a:cubicBezTo>
                    <a:pt x="207" y="64"/>
                    <a:pt x="230" y="45"/>
                    <a:pt x="230" y="25"/>
                  </a:cubicBezTo>
                  <a:close/>
                  <a:moveTo>
                    <a:pt x="60" y="378"/>
                  </a:moveTo>
                  <a:cubicBezTo>
                    <a:pt x="57" y="386"/>
                    <a:pt x="53" y="395"/>
                    <a:pt x="53" y="409"/>
                  </a:cubicBezTo>
                  <a:cubicBezTo>
                    <a:pt x="53" y="440"/>
                    <a:pt x="87" y="468"/>
                    <a:pt x="133" y="468"/>
                  </a:cubicBezTo>
                  <a:cubicBezTo>
                    <a:pt x="217" y="468"/>
                    <a:pt x="254" y="370"/>
                    <a:pt x="254" y="361"/>
                  </a:cubicBezTo>
                  <a:cubicBezTo>
                    <a:pt x="254" y="350"/>
                    <a:pt x="240" y="350"/>
                    <a:pt x="240" y="350"/>
                  </a:cubicBezTo>
                  <a:cubicBezTo>
                    <a:pt x="227" y="350"/>
                    <a:pt x="227" y="356"/>
                    <a:pt x="224" y="364"/>
                  </a:cubicBezTo>
                  <a:cubicBezTo>
                    <a:pt x="204" y="417"/>
                    <a:pt x="167" y="448"/>
                    <a:pt x="133" y="448"/>
                  </a:cubicBezTo>
                  <a:cubicBezTo>
                    <a:pt x="117" y="448"/>
                    <a:pt x="113" y="437"/>
                    <a:pt x="113" y="423"/>
                  </a:cubicBezTo>
                  <a:cubicBezTo>
                    <a:pt x="113" y="406"/>
                    <a:pt x="120" y="395"/>
                    <a:pt x="127" y="378"/>
                  </a:cubicBezTo>
                  <a:cubicBezTo>
                    <a:pt x="137" y="358"/>
                    <a:pt x="143" y="342"/>
                    <a:pt x="153" y="322"/>
                  </a:cubicBezTo>
                  <a:cubicBezTo>
                    <a:pt x="160" y="305"/>
                    <a:pt x="190" y="244"/>
                    <a:pt x="193" y="235"/>
                  </a:cubicBezTo>
                  <a:cubicBezTo>
                    <a:pt x="197" y="227"/>
                    <a:pt x="200" y="218"/>
                    <a:pt x="200" y="213"/>
                  </a:cubicBezTo>
                  <a:cubicBezTo>
                    <a:pt x="200" y="179"/>
                    <a:pt x="167" y="154"/>
                    <a:pt x="120" y="154"/>
                  </a:cubicBezTo>
                  <a:cubicBezTo>
                    <a:pt x="37" y="154"/>
                    <a:pt x="0" y="249"/>
                    <a:pt x="0" y="260"/>
                  </a:cubicBezTo>
                  <a:cubicBezTo>
                    <a:pt x="0" y="269"/>
                    <a:pt x="10" y="269"/>
                    <a:pt x="13" y="269"/>
                  </a:cubicBezTo>
                  <a:cubicBezTo>
                    <a:pt x="27" y="269"/>
                    <a:pt x="27" y="266"/>
                    <a:pt x="30" y="258"/>
                  </a:cubicBezTo>
                  <a:cubicBezTo>
                    <a:pt x="50" y="199"/>
                    <a:pt x="87" y="174"/>
                    <a:pt x="117" y="174"/>
                  </a:cubicBezTo>
                  <a:cubicBezTo>
                    <a:pt x="130" y="174"/>
                    <a:pt x="140" y="179"/>
                    <a:pt x="140" y="199"/>
                  </a:cubicBezTo>
                  <a:cubicBezTo>
                    <a:pt x="140" y="213"/>
                    <a:pt x="133" y="224"/>
                    <a:pt x="113" y="266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51759D8-CBAD-737A-02B0-E6AD8C301300}"/>
                </a:ext>
              </a:extLst>
            </p:cNvPr>
            <p:cNvSpPr/>
            <p:nvPr/>
          </p:nvSpPr>
          <p:spPr>
            <a:xfrm>
              <a:off x="4863960" y="5578560"/>
              <a:ext cx="99360" cy="354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77" h="986">
                  <a:moveTo>
                    <a:pt x="277" y="977"/>
                  </a:moveTo>
                  <a:cubicBezTo>
                    <a:pt x="277" y="974"/>
                    <a:pt x="277" y="972"/>
                    <a:pt x="254" y="955"/>
                  </a:cubicBezTo>
                  <a:cubicBezTo>
                    <a:pt x="107" y="832"/>
                    <a:pt x="70" y="644"/>
                    <a:pt x="70" y="493"/>
                  </a:cubicBezTo>
                  <a:cubicBezTo>
                    <a:pt x="70" y="322"/>
                    <a:pt x="113" y="151"/>
                    <a:pt x="260" y="28"/>
                  </a:cubicBezTo>
                  <a:cubicBezTo>
                    <a:pt x="277" y="14"/>
                    <a:pt x="277" y="14"/>
                    <a:pt x="277" y="11"/>
                  </a:cubicBezTo>
                  <a:cubicBezTo>
                    <a:pt x="277" y="3"/>
                    <a:pt x="270" y="0"/>
                    <a:pt x="264" y="0"/>
                  </a:cubicBezTo>
                  <a:cubicBezTo>
                    <a:pt x="250" y="0"/>
                    <a:pt x="143" y="67"/>
                    <a:pt x="73" y="193"/>
                  </a:cubicBezTo>
                  <a:cubicBezTo>
                    <a:pt x="13" y="302"/>
                    <a:pt x="0" y="412"/>
                    <a:pt x="0" y="493"/>
                  </a:cubicBezTo>
                  <a:cubicBezTo>
                    <a:pt x="0" y="571"/>
                    <a:pt x="13" y="689"/>
                    <a:pt x="77" y="801"/>
                  </a:cubicBezTo>
                  <a:cubicBezTo>
                    <a:pt x="150" y="924"/>
                    <a:pt x="250" y="986"/>
                    <a:pt x="264" y="986"/>
                  </a:cubicBezTo>
                  <a:cubicBezTo>
                    <a:pt x="270" y="986"/>
                    <a:pt x="277" y="983"/>
                    <a:pt x="277" y="977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C51E7F17-10E7-D191-779A-A19AC0D37613}"/>
                </a:ext>
              </a:extLst>
            </p:cNvPr>
            <p:cNvSpPr/>
            <p:nvPr/>
          </p:nvSpPr>
          <p:spPr>
            <a:xfrm>
              <a:off x="4991400" y="5687640"/>
              <a:ext cx="194040" cy="2293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40" h="638">
                  <a:moveTo>
                    <a:pt x="537" y="64"/>
                  </a:moveTo>
                  <a:cubicBezTo>
                    <a:pt x="540" y="59"/>
                    <a:pt x="540" y="53"/>
                    <a:pt x="540" y="48"/>
                  </a:cubicBezTo>
                  <a:cubicBezTo>
                    <a:pt x="540" y="31"/>
                    <a:pt x="527" y="20"/>
                    <a:pt x="507" y="20"/>
                  </a:cubicBezTo>
                  <a:cubicBezTo>
                    <a:pt x="497" y="20"/>
                    <a:pt x="464" y="28"/>
                    <a:pt x="460" y="62"/>
                  </a:cubicBezTo>
                  <a:cubicBezTo>
                    <a:pt x="437" y="25"/>
                    <a:pt x="397" y="0"/>
                    <a:pt x="350" y="0"/>
                  </a:cubicBezTo>
                  <a:cubicBezTo>
                    <a:pt x="214" y="0"/>
                    <a:pt x="70" y="137"/>
                    <a:pt x="70" y="280"/>
                  </a:cubicBezTo>
                  <a:cubicBezTo>
                    <a:pt x="70" y="378"/>
                    <a:pt x="140" y="437"/>
                    <a:pt x="227" y="437"/>
                  </a:cubicBezTo>
                  <a:cubicBezTo>
                    <a:pt x="294" y="437"/>
                    <a:pt x="350" y="389"/>
                    <a:pt x="364" y="381"/>
                  </a:cubicBezTo>
                  <a:cubicBezTo>
                    <a:pt x="337" y="468"/>
                    <a:pt x="324" y="510"/>
                    <a:pt x="324" y="512"/>
                  </a:cubicBezTo>
                  <a:cubicBezTo>
                    <a:pt x="320" y="521"/>
                    <a:pt x="280" y="619"/>
                    <a:pt x="153" y="619"/>
                  </a:cubicBezTo>
                  <a:cubicBezTo>
                    <a:pt x="133" y="619"/>
                    <a:pt x="93" y="616"/>
                    <a:pt x="60" y="608"/>
                  </a:cubicBezTo>
                  <a:cubicBezTo>
                    <a:pt x="97" y="599"/>
                    <a:pt x="110" y="574"/>
                    <a:pt x="110" y="557"/>
                  </a:cubicBezTo>
                  <a:cubicBezTo>
                    <a:pt x="110" y="540"/>
                    <a:pt x="97" y="521"/>
                    <a:pt x="63" y="521"/>
                  </a:cubicBezTo>
                  <a:cubicBezTo>
                    <a:pt x="37" y="521"/>
                    <a:pt x="0" y="540"/>
                    <a:pt x="0" y="580"/>
                  </a:cubicBezTo>
                  <a:cubicBezTo>
                    <a:pt x="0" y="619"/>
                    <a:pt x="43" y="638"/>
                    <a:pt x="157" y="638"/>
                  </a:cubicBezTo>
                  <a:cubicBezTo>
                    <a:pt x="304" y="638"/>
                    <a:pt x="390" y="563"/>
                    <a:pt x="407" y="504"/>
                  </a:cubicBezTo>
                  <a:close/>
                  <a:moveTo>
                    <a:pt x="384" y="311"/>
                  </a:moveTo>
                  <a:cubicBezTo>
                    <a:pt x="377" y="336"/>
                    <a:pt x="350" y="361"/>
                    <a:pt x="324" y="381"/>
                  </a:cubicBezTo>
                  <a:cubicBezTo>
                    <a:pt x="300" y="398"/>
                    <a:pt x="264" y="414"/>
                    <a:pt x="230" y="414"/>
                  </a:cubicBezTo>
                  <a:cubicBezTo>
                    <a:pt x="170" y="414"/>
                    <a:pt x="153" y="364"/>
                    <a:pt x="153" y="325"/>
                  </a:cubicBezTo>
                  <a:cubicBezTo>
                    <a:pt x="153" y="277"/>
                    <a:pt x="187" y="160"/>
                    <a:pt x="217" y="109"/>
                  </a:cubicBezTo>
                  <a:cubicBezTo>
                    <a:pt x="250" y="62"/>
                    <a:pt x="300" y="22"/>
                    <a:pt x="350" y="22"/>
                  </a:cubicBezTo>
                  <a:cubicBezTo>
                    <a:pt x="427" y="22"/>
                    <a:pt x="444" y="101"/>
                    <a:pt x="444" y="106"/>
                  </a:cubicBezTo>
                  <a:cubicBezTo>
                    <a:pt x="444" y="112"/>
                    <a:pt x="444" y="118"/>
                    <a:pt x="440" y="120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E62E234D-C73A-2B2C-F1EF-C030C891DF32}"/>
                </a:ext>
              </a:extLst>
            </p:cNvPr>
            <p:cNvSpPr/>
            <p:nvPr/>
          </p:nvSpPr>
          <p:spPr>
            <a:xfrm>
              <a:off x="5225760" y="5578560"/>
              <a:ext cx="99360" cy="354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77" h="986">
                  <a:moveTo>
                    <a:pt x="277" y="493"/>
                  </a:moveTo>
                  <a:cubicBezTo>
                    <a:pt x="277" y="417"/>
                    <a:pt x="264" y="297"/>
                    <a:pt x="197" y="185"/>
                  </a:cubicBezTo>
                  <a:cubicBezTo>
                    <a:pt x="127" y="64"/>
                    <a:pt x="23" y="0"/>
                    <a:pt x="13" y="0"/>
                  </a:cubicBezTo>
                  <a:cubicBezTo>
                    <a:pt x="3" y="0"/>
                    <a:pt x="0" y="3"/>
                    <a:pt x="0" y="11"/>
                  </a:cubicBezTo>
                  <a:cubicBezTo>
                    <a:pt x="0" y="14"/>
                    <a:pt x="0" y="14"/>
                    <a:pt x="23" y="34"/>
                  </a:cubicBezTo>
                  <a:cubicBezTo>
                    <a:pt x="140" y="132"/>
                    <a:pt x="207" y="288"/>
                    <a:pt x="207" y="493"/>
                  </a:cubicBezTo>
                  <a:cubicBezTo>
                    <a:pt x="207" y="664"/>
                    <a:pt x="163" y="837"/>
                    <a:pt x="17" y="960"/>
                  </a:cubicBezTo>
                  <a:cubicBezTo>
                    <a:pt x="0" y="972"/>
                    <a:pt x="0" y="974"/>
                    <a:pt x="0" y="977"/>
                  </a:cubicBezTo>
                  <a:cubicBezTo>
                    <a:pt x="0" y="983"/>
                    <a:pt x="3" y="986"/>
                    <a:pt x="13" y="986"/>
                  </a:cubicBezTo>
                  <a:cubicBezTo>
                    <a:pt x="23" y="986"/>
                    <a:pt x="130" y="918"/>
                    <a:pt x="200" y="795"/>
                  </a:cubicBezTo>
                  <a:cubicBezTo>
                    <a:pt x="260" y="686"/>
                    <a:pt x="277" y="577"/>
                    <a:pt x="277" y="493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23613DF-15B0-FBD7-7D66-CBD5F42BEE85}"/>
                </a:ext>
              </a:extLst>
            </p:cNvPr>
            <p:cNvSpPr/>
            <p:nvPr/>
          </p:nvSpPr>
          <p:spPr>
            <a:xfrm>
              <a:off x="5392440" y="5578560"/>
              <a:ext cx="99360" cy="354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77" h="986">
                  <a:moveTo>
                    <a:pt x="277" y="493"/>
                  </a:moveTo>
                  <a:cubicBezTo>
                    <a:pt x="277" y="417"/>
                    <a:pt x="264" y="297"/>
                    <a:pt x="197" y="185"/>
                  </a:cubicBezTo>
                  <a:cubicBezTo>
                    <a:pt x="127" y="64"/>
                    <a:pt x="23" y="0"/>
                    <a:pt x="13" y="0"/>
                  </a:cubicBezTo>
                  <a:cubicBezTo>
                    <a:pt x="3" y="0"/>
                    <a:pt x="0" y="3"/>
                    <a:pt x="0" y="11"/>
                  </a:cubicBezTo>
                  <a:cubicBezTo>
                    <a:pt x="0" y="14"/>
                    <a:pt x="0" y="14"/>
                    <a:pt x="23" y="34"/>
                  </a:cubicBezTo>
                  <a:cubicBezTo>
                    <a:pt x="140" y="132"/>
                    <a:pt x="207" y="288"/>
                    <a:pt x="207" y="493"/>
                  </a:cubicBezTo>
                  <a:cubicBezTo>
                    <a:pt x="207" y="664"/>
                    <a:pt x="163" y="837"/>
                    <a:pt x="17" y="960"/>
                  </a:cubicBezTo>
                  <a:cubicBezTo>
                    <a:pt x="0" y="972"/>
                    <a:pt x="0" y="974"/>
                    <a:pt x="0" y="977"/>
                  </a:cubicBezTo>
                  <a:cubicBezTo>
                    <a:pt x="0" y="983"/>
                    <a:pt x="3" y="986"/>
                    <a:pt x="13" y="986"/>
                  </a:cubicBezTo>
                  <a:cubicBezTo>
                    <a:pt x="23" y="986"/>
                    <a:pt x="130" y="918"/>
                    <a:pt x="200" y="795"/>
                  </a:cubicBezTo>
                  <a:cubicBezTo>
                    <a:pt x="260" y="686"/>
                    <a:pt x="277" y="577"/>
                    <a:pt x="277" y="493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7360ADBD-EE81-A677-5EBA-2BB291B96B9E}"/>
                </a:ext>
              </a:extLst>
            </p:cNvPr>
            <p:cNvSpPr/>
            <p:nvPr/>
          </p:nvSpPr>
          <p:spPr>
            <a:xfrm>
              <a:off x="987120" y="6822719"/>
              <a:ext cx="235080" cy="254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54" h="708">
                  <a:moveTo>
                    <a:pt x="651" y="36"/>
                  </a:moveTo>
                  <a:cubicBezTo>
                    <a:pt x="654" y="28"/>
                    <a:pt x="654" y="25"/>
                    <a:pt x="654" y="20"/>
                  </a:cubicBezTo>
                  <a:cubicBezTo>
                    <a:pt x="654" y="11"/>
                    <a:pt x="647" y="0"/>
                    <a:pt x="631" y="0"/>
                  </a:cubicBezTo>
                  <a:cubicBezTo>
                    <a:pt x="617" y="0"/>
                    <a:pt x="611" y="11"/>
                    <a:pt x="604" y="22"/>
                  </a:cubicBezTo>
                  <a:lnTo>
                    <a:pt x="507" y="241"/>
                  </a:lnTo>
                  <a:lnTo>
                    <a:pt x="150" y="241"/>
                  </a:lnTo>
                  <a:lnTo>
                    <a:pt x="50" y="22"/>
                  </a:lnTo>
                  <a:cubicBezTo>
                    <a:pt x="43" y="8"/>
                    <a:pt x="40" y="0"/>
                    <a:pt x="23" y="0"/>
                  </a:cubicBezTo>
                  <a:cubicBezTo>
                    <a:pt x="13" y="0"/>
                    <a:pt x="0" y="11"/>
                    <a:pt x="0" y="20"/>
                  </a:cubicBezTo>
                  <a:cubicBezTo>
                    <a:pt x="0" y="22"/>
                    <a:pt x="0" y="22"/>
                    <a:pt x="7" y="36"/>
                  </a:cubicBezTo>
                  <a:lnTo>
                    <a:pt x="300" y="686"/>
                  </a:lnTo>
                  <a:cubicBezTo>
                    <a:pt x="307" y="697"/>
                    <a:pt x="314" y="708"/>
                    <a:pt x="327" y="708"/>
                  </a:cubicBezTo>
                  <a:cubicBezTo>
                    <a:pt x="344" y="708"/>
                    <a:pt x="350" y="697"/>
                    <a:pt x="354" y="686"/>
                  </a:cubicBezTo>
                  <a:close/>
                  <a:moveTo>
                    <a:pt x="167" y="280"/>
                  </a:moveTo>
                  <a:lnTo>
                    <a:pt x="487" y="280"/>
                  </a:lnTo>
                  <a:lnTo>
                    <a:pt x="327" y="630"/>
                  </a:ln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36675F7B-B3D4-8796-5AD0-9E7003AB56E6}"/>
                </a:ext>
              </a:extLst>
            </p:cNvPr>
            <p:cNvSpPr/>
            <p:nvPr/>
          </p:nvSpPr>
          <p:spPr>
            <a:xfrm>
              <a:off x="1227600" y="6912360"/>
              <a:ext cx="194040" cy="2293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40" h="638">
                  <a:moveTo>
                    <a:pt x="537" y="64"/>
                  </a:moveTo>
                  <a:cubicBezTo>
                    <a:pt x="540" y="59"/>
                    <a:pt x="540" y="53"/>
                    <a:pt x="540" y="48"/>
                  </a:cubicBezTo>
                  <a:cubicBezTo>
                    <a:pt x="540" y="31"/>
                    <a:pt x="527" y="20"/>
                    <a:pt x="507" y="20"/>
                  </a:cubicBezTo>
                  <a:cubicBezTo>
                    <a:pt x="497" y="20"/>
                    <a:pt x="464" y="28"/>
                    <a:pt x="460" y="62"/>
                  </a:cubicBezTo>
                  <a:cubicBezTo>
                    <a:pt x="437" y="25"/>
                    <a:pt x="397" y="0"/>
                    <a:pt x="350" y="0"/>
                  </a:cubicBezTo>
                  <a:cubicBezTo>
                    <a:pt x="214" y="0"/>
                    <a:pt x="70" y="137"/>
                    <a:pt x="70" y="280"/>
                  </a:cubicBezTo>
                  <a:cubicBezTo>
                    <a:pt x="70" y="378"/>
                    <a:pt x="140" y="437"/>
                    <a:pt x="227" y="437"/>
                  </a:cubicBezTo>
                  <a:cubicBezTo>
                    <a:pt x="294" y="437"/>
                    <a:pt x="350" y="389"/>
                    <a:pt x="364" y="381"/>
                  </a:cubicBezTo>
                  <a:cubicBezTo>
                    <a:pt x="337" y="468"/>
                    <a:pt x="324" y="510"/>
                    <a:pt x="324" y="512"/>
                  </a:cubicBezTo>
                  <a:cubicBezTo>
                    <a:pt x="320" y="521"/>
                    <a:pt x="280" y="619"/>
                    <a:pt x="153" y="619"/>
                  </a:cubicBezTo>
                  <a:cubicBezTo>
                    <a:pt x="133" y="619"/>
                    <a:pt x="93" y="616"/>
                    <a:pt x="60" y="608"/>
                  </a:cubicBezTo>
                  <a:cubicBezTo>
                    <a:pt x="97" y="599"/>
                    <a:pt x="110" y="574"/>
                    <a:pt x="110" y="557"/>
                  </a:cubicBezTo>
                  <a:cubicBezTo>
                    <a:pt x="110" y="540"/>
                    <a:pt x="97" y="521"/>
                    <a:pt x="63" y="521"/>
                  </a:cubicBezTo>
                  <a:cubicBezTo>
                    <a:pt x="37" y="521"/>
                    <a:pt x="0" y="540"/>
                    <a:pt x="0" y="580"/>
                  </a:cubicBezTo>
                  <a:cubicBezTo>
                    <a:pt x="0" y="619"/>
                    <a:pt x="43" y="638"/>
                    <a:pt x="157" y="638"/>
                  </a:cubicBezTo>
                  <a:cubicBezTo>
                    <a:pt x="304" y="638"/>
                    <a:pt x="390" y="563"/>
                    <a:pt x="407" y="504"/>
                  </a:cubicBezTo>
                  <a:close/>
                  <a:moveTo>
                    <a:pt x="384" y="311"/>
                  </a:moveTo>
                  <a:cubicBezTo>
                    <a:pt x="377" y="336"/>
                    <a:pt x="350" y="361"/>
                    <a:pt x="324" y="381"/>
                  </a:cubicBezTo>
                  <a:cubicBezTo>
                    <a:pt x="300" y="398"/>
                    <a:pt x="264" y="414"/>
                    <a:pt x="230" y="414"/>
                  </a:cubicBezTo>
                  <a:cubicBezTo>
                    <a:pt x="170" y="414"/>
                    <a:pt x="153" y="364"/>
                    <a:pt x="153" y="325"/>
                  </a:cubicBezTo>
                  <a:cubicBezTo>
                    <a:pt x="153" y="277"/>
                    <a:pt x="187" y="160"/>
                    <a:pt x="217" y="109"/>
                  </a:cubicBezTo>
                  <a:cubicBezTo>
                    <a:pt x="250" y="62"/>
                    <a:pt x="300" y="22"/>
                    <a:pt x="350" y="22"/>
                  </a:cubicBezTo>
                  <a:cubicBezTo>
                    <a:pt x="427" y="22"/>
                    <a:pt x="444" y="101"/>
                    <a:pt x="444" y="106"/>
                  </a:cubicBezTo>
                  <a:cubicBezTo>
                    <a:pt x="444" y="112"/>
                    <a:pt x="444" y="118"/>
                    <a:pt x="440" y="120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CFE4950-2FC1-232B-16C2-63B8CC7DB4E0}"/>
                </a:ext>
              </a:extLst>
            </p:cNvPr>
            <p:cNvSpPr/>
            <p:nvPr/>
          </p:nvSpPr>
          <p:spPr>
            <a:xfrm>
              <a:off x="1590120" y="6916320"/>
              <a:ext cx="45360" cy="153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27" h="426">
                  <a:moveTo>
                    <a:pt x="127" y="53"/>
                  </a:moveTo>
                  <a:cubicBezTo>
                    <a:pt x="127" y="22"/>
                    <a:pt x="100" y="0"/>
                    <a:pt x="63" y="0"/>
                  </a:cubicBezTo>
                  <a:cubicBezTo>
                    <a:pt x="30" y="0"/>
                    <a:pt x="0" y="22"/>
                    <a:pt x="0" y="53"/>
                  </a:cubicBezTo>
                  <a:cubicBezTo>
                    <a:pt x="0" y="81"/>
                    <a:pt x="30" y="106"/>
                    <a:pt x="63" y="106"/>
                  </a:cubicBezTo>
                  <a:cubicBezTo>
                    <a:pt x="100" y="106"/>
                    <a:pt x="127" y="81"/>
                    <a:pt x="127" y="53"/>
                  </a:cubicBezTo>
                  <a:close/>
                  <a:moveTo>
                    <a:pt x="127" y="375"/>
                  </a:moveTo>
                  <a:cubicBezTo>
                    <a:pt x="127" y="344"/>
                    <a:pt x="100" y="322"/>
                    <a:pt x="63" y="322"/>
                  </a:cubicBezTo>
                  <a:cubicBezTo>
                    <a:pt x="30" y="322"/>
                    <a:pt x="0" y="344"/>
                    <a:pt x="0" y="375"/>
                  </a:cubicBezTo>
                  <a:cubicBezTo>
                    <a:pt x="0" y="403"/>
                    <a:pt x="30" y="426"/>
                    <a:pt x="63" y="426"/>
                  </a:cubicBezTo>
                  <a:cubicBezTo>
                    <a:pt x="100" y="426"/>
                    <a:pt x="127" y="403"/>
                    <a:pt x="127" y="375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388BE264-08B8-356A-AA1F-9DF1904C8B8C}"/>
                </a:ext>
              </a:extLst>
            </p:cNvPr>
            <p:cNvSpPr/>
            <p:nvPr/>
          </p:nvSpPr>
          <p:spPr>
            <a:xfrm>
              <a:off x="2001960" y="6516000"/>
              <a:ext cx="181080" cy="1126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04" h="314">
                  <a:moveTo>
                    <a:pt x="63" y="263"/>
                  </a:moveTo>
                  <a:cubicBezTo>
                    <a:pt x="60" y="272"/>
                    <a:pt x="53" y="288"/>
                    <a:pt x="53" y="291"/>
                  </a:cubicBezTo>
                  <a:cubicBezTo>
                    <a:pt x="53" y="305"/>
                    <a:pt x="70" y="314"/>
                    <a:pt x="83" y="314"/>
                  </a:cubicBezTo>
                  <a:cubicBezTo>
                    <a:pt x="97" y="314"/>
                    <a:pt x="110" y="305"/>
                    <a:pt x="113" y="300"/>
                  </a:cubicBezTo>
                  <a:cubicBezTo>
                    <a:pt x="117" y="291"/>
                    <a:pt x="123" y="269"/>
                    <a:pt x="130" y="255"/>
                  </a:cubicBezTo>
                  <a:cubicBezTo>
                    <a:pt x="133" y="241"/>
                    <a:pt x="143" y="210"/>
                    <a:pt x="147" y="193"/>
                  </a:cubicBezTo>
                  <a:cubicBezTo>
                    <a:pt x="153" y="176"/>
                    <a:pt x="157" y="162"/>
                    <a:pt x="160" y="146"/>
                  </a:cubicBezTo>
                  <a:cubicBezTo>
                    <a:pt x="170" y="118"/>
                    <a:pt x="173" y="112"/>
                    <a:pt x="197" y="84"/>
                  </a:cubicBezTo>
                  <a:cubicBezTo>
                    <a:pt x="220" y="56"/>
                    <a:pt x="257" y="20"/>
                    <a:pt x="320" y="20"/>
                  </a:cubicBezTo>
                  <a:cubicBezTo>
                    <a:pt x="367" y="20"/>
                    <a:pt x="367" y="56"/>
                    <a:pt x="367" y="67"/>
                  </a:cubicBezTo>
                  <a:cubicBezTo>
                    <a:pt x="367" y="109"/>
                    <a:pt x="334" y="188"/>
                    <a:pt x="320" y="216"/>
                  </a:cubicBezTo>
                  <a:cubicBezTo>
                    <a:pt x="310" y="235"/>
                    <a:pt x="307" y="241"/>
                    <a:pt x="307" y="255"/>
                  </a:cubicBezTo>
                  <a:cubicBezTo>
                    <a:pt x="307" y="291"/>
                    <a:pt x="344" y="314"/>
                    <a:pt x="387" y="314"/>
                  </a:cubicBezTo>
                  <a:cubicBezTo>
                    <a:pt x="467" y="314"/>
                    <a:pt x="504" y="218"/>
                    <a:pt x="504" y="207"/>
                  </a:cubicBezTo>
                  <a:cubicBezTo>
                    <a:pt x="504" y="199"/>
                    <a:pt x="494" y="199"/>
                    <a:pt x="490" y="199"/>
                  </a:cubicBezTo>
                  <a:cubicBezTo>
                    <a:pt x="480" y="199"/>
                    <a:pt x="480" y="202"/>
                    <a:pt x="477" y="210"/>
                  </a:cubicBezTo>
                  <a:cubicBezTo>
                    <a:pt x="457" y="266"/>
                    <a:pt x="420" y="294"/>
                    <a:pt x="387" y="294"/>
                  </a:cubicBezTo>
                  <a:cubicBezTo>
                    <a:pt x="370" y="294"/>
                    <a:pt x="367" y="286"/>
                    <a:pt x="367" y="269"/>
                  </a:cubicBezTo>
                  <a:cubicBezTo>
                    <a:pt x="367" y="255"/>
                    <a:pt x="370" y="244"/>
                    <a:pt x="387" y="213"/>
                  </a:cubicBezTo>
                  <a:cubicBezTo>
                    <a:pt x="397" y="193"/>
                    <a:pt x="430" y="118"/>
                    <a:pt x="430" y="78"/>
                  </a:cubicBezTo>
                  <a:cubicBezTo>
                    <a:pt x="430" y="11"/>
                    <a:pt x="367" y="0"/>
                    <a:pt x="324" y="0"/>
                  </a:cubicBezTo>
                  <a:cubicBezTo>
                    <a:pt x="254" y="0"/>
                    <a:pt x="207" y="36"/>
                    <a:pt x="183" y="64"/>
                  </a:cubicBezTo>
                  <a:cubicBezTo>
                    <a:pt x="177" y="14"/>
                    <a:pt x="130" y="0"/>
                    <a:pt x="93" y="0"/>
                  </a:cubicBezTo>
                  <a:cubicBezTo>
                    <a:pt x="60" y="0"/>
                    <a:pt x="40" y="22"/>
                    <a:pt x="30" y="36"/>
                  </a:cubicBezTo>
                  <a:cubicBezTo>
                    <a:pt x="10" y="64"/>
                    <a:pt x="0" y="104"/>
                    <a:pt x="0" y="106"/>
                  </a:cubicBezTo>
                  <a:cubicBezTo>
                    <a:pt x="0" y="115"/>
                    <a:pt x="10" y="115"/>
                    <a:pt x="13" y="115"/>
                  </a:cubicBezTo>
                  <a:cubicBezTo>
                    <a:pt x="27" y="115"/>
                    <a:pt x="27" y="112"/>
                    <a:pt x="33" y="95"/>
                  </a:cubicBezTo>
                  <a:cubicBezTo>
                    <a:pt x="43" y="53"/>
                    <a:pt x="60" y="20"/>
                    <a:pt x="93" y="20"/>
                  </a:cubicBezTo>
                  <a:cubicBezTo>
                    <a:pt x="113" y="20"/>
                    <a:pt x="120" y="34"/>
                    <a:pt x="120" y="53"/>
                  </a:cubicBezTo>
                  <a:cubicBezTo>
                    <a:pt x="120" y="67"/>
                    <a:pt x="113" y="92"/>
                    <a:pt x="107" y="112"/>
                  </a:cubicBezTo>
                  <a:cubicBezTo>
                    <a:pt x="100" y="129"/>
                    <a:pt x="93" y="160"/>
                    <a:pt x="87" y="174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08D58AD3-20B2-9A69-BC58-B245EFFADB51}"/>
                </a:ext>
              </a:extLst>
            </p:cNvPr>
            <p:cNvSpPr/>
            <p:nvPr/>
          </p:nvSpPr>
          <p:spPr>
            <a:xfrm>
              <a:off x="1811160" y="6732000"/>
              <a:ext cx="563040" cy="496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5" h="1380">
                  <a:moveTo>
                    <a:pt x="1421" y="1380"/>
                  </a:moveTo>
                  <a:lnTo>
                    <a:pt x="1565" y="1064"/>
                  </a:lnTo>
                  <a:lnTo>
                    <a:pt x="1535" y="1064"/>
                  </a:lnTo>
                  <a:cubicBezTo>
                    <a:pt x="1488" y="1168"/>
                    <a:pt x="1364" y="1235"/>
                    <a:pt x="1228" y="1263"/>
                  </a:cubicBezTo>
                  <a:cubicBezTo>
                    <a:pt x="1204" y="1268"/>
                    <a:pt x="1088" y="1294"/>
                    <a:pt x="864" y="1294"/>
                  </a:cubicBezTo>
                  <a:lnTo>
                    <a:pt x="153" y="1294"/>
                  </a:lnTo>
                  <a:lnTo>
                    <a:pt x="754" y="706"/>
                  </a:lnTo>
                  <a:cubicBezTo>
                    <a:pt x="761" y="697"/>
                    <a:pt x="764" y="694"/>
                    <a:pt x="764" y="692"/>
                  </a:cubicBezTo>
                  <a:cubicBezTo>
                    <a:pt x="764" y="689"/>
                    <a:pt x="764" y="686"/>
                    <a:pt x="754" y="675"/>
                  </a:cubicBezTo>
                  <a:lnTo>
                    <a:pt x="207" y="48"/>
                  </a:lnTo>
                  <a:lnTo>
                    <a:pt x="851" y="48"/>
                  </a:lnTo>
                  <a:cubicBezTo>
                    <a:pt x="1011" y="48"/>
                    <a:pt x="1118" y="62"/>
                    <a:pt x="1128" y="64"/>
                  </a:cubicBezTo>
                  <a:cubicBezTo>
                    <a:pt x="1191" y="70"/>
                    <a:pt x="1291" y="87"/>
                    <a:pt x="1385" y="137"/>
                  </a:cubicBezTo>
                  <a:cubicBezTo>
                    <a:pt x="1415" y="154"/>
                    <a:pt x="1495" y="196"/>
                    <a:pt x="1535" y="277"/>
                  </a:cubicBezTo>
                  <a:lnTo>
                    <a:pt x="1565" y="277"/>
                  </a:lnTo>
                  <a:lnTo>
                    <a:pt x="1421" y="0"/>
                  </a:lnTo>
                  <a:lnTo>
                    <a:pt x="33" y="0"/>
                  </a:lnTo>
                  <a:cubicBezTo>
                    <a:pt x="7" y="0"/>
                    <a:pt x="3" y="0"/>
                    <a:pt x="0" y="6"/>
                  </a:cubicBezTo>
                  <a:cubicBezTo>
                    <a:pt x="0" y="11"/>
                    <a:pt x="0" y="28"/>
                    <a:pt x="0" y="39"/>
                  </a:cubicBezTo>
                  <a:lnTo>
                    <a:pt x="621" y="753"/>
                  </a:lnTo>
                  <a:lnTo>
                    <a:pt x="13" y="1352"/>
                  </a:lnTo>
                  <a:cubicBezTo>
                    <a:pt x="0" y="1364"/>
                    <a:pt x="0" y="1369"/>
                    <a:pt x="0" y="1369"/>
                  </a:cubicBezTo>
                  <a:cubicBezTo>
                    <a:pt x="0" y="1380"/>
                    <a:pt x="10" y="1380"/>
                    <a:pt x="33" y="1380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C1D56A7-2C46-D5EB-9F43-9D361AB05F18}"/>
                </a:ext>
              </a:extLst>
            </p:cNvPr>
            <p:cNvSpPr/>
            <p:nvPr/>
          </p:nvSpPr>
          <p:spPr>
            <a:xfrm>
              <a:off x="1832760" y="7322400"/>
              <a:ext cx="91080" cy="1681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4" h="468">
                  <a:moveTo>
                    <a:pt x="230" y="25"/>
                  </a:moveTo>
                  <a:cubicBezTo>
                    <a:pt x="230" y="14"/>
                    <a:pt x="220" y="0"/>
                    <a:pt x="197" y="0"/>
                  </a:cubicBezTo>
                  <a:cubicBezTo>
                    <a:pt x="173" y="0"/>
                    <a:pt x="150" y="17"/>
                    <a:pt x="150" y="39"/>
                  </a:cubicBezTo>
                  <a:cubicBezTo>
                    <a:pt x="150" y="50"/>
                    <a:pt x="160" y="64"/>
                    <a:pt x="183" y="64"/>
                  </a:cubicBezTo>
                  <a:cubicBezTo>
                    <a:pt x="207" y="64"/>
                    <a:pt x="230" y="45"/>
                    <a:pt x="230" y="25"/>
                  </a:cubicBezTo>
                  <a:close/>
                  <a:moveTo>
                    <a:pt x="60" y="378"/>
                  </a:moveTo>
                  <a:cubicBezTo>
                    <a:pt x="57" y="386"/>
                    <a:pt x="53" y="395"/>
                    <a:pt x="53" y="409"/>
                  </a:cubicBezTo>
                  <a:cubicBezTo>
                    <a:pt x="53" y="440"/>
                    <a:pt x="87" y="468"/>
                    <a:pt x="133" y="468"/>
                  </a:cubicBezTo>
                  <a:cubicBezTo>
                    <a:pt x="217" y="468"/>
                    <a:pt x="254" y="370"/>
                    <a:pt x="254" y="361"/>
                  </a:cubicBezTo>
                  <a:cubicBezTo>
                    <a:pt x="254" y="350"/>
                    <a:pt x="240" y="350"/>
                    <a:pt x="240" y="350"/>
                  </a:cubicBezTo>
                  <a:cubicBezTo>
                    <a:pt x="227" y="350"/>
                    <a:pt x="227" y="356"/>
                    <a:pt x="224" y="364"/>
                  </a:cubicBezTo>
                  <a:cubicBezTo>
                    <a:pt x="204" y="417"/>
                    <a:pt x="167" y="448"/>
                    <a:pt x="133" y="448"/>
                  </a:cubicBezTo>
                  <a:cubicBezTo>
                    <a:pt x="117" y="448"/>
                    <a:pt x="113" y="437"/>
                    <a:pt x="113" y="423"/>
                  </a:cubicBezTo>
                  <a:cubicBezTo>
                    <a:pt x="113" y="406"/>
                    <a:pt x="120" y="395"/>
                    <a:pt x="127" y="378"/>
                  </a:cubicBezTo>
                  <a:cubicBezTo>
                    <a:pt x="137" y="358"/>
                    <a:pt x="143" y="342"/>
                    <a:pt x="153" y="322"/>
                  </a:cubicBezTo>
                  <a:cubicBezTo>
                    <a:pt x="160" y="305"/>
                    <a:pt x="190" y="244"/>
                    <a:pt x="193" y="235"/>
                  </a:cubicBezTo>
                  <a:cubicBezTo>
                    <a:pt x="197" y="227"/>
                    <a:pt x="200" y="218"/>
                    <a:pt x="200" y="213"/>
                  </a:cubicBezTo>
                  <a:cubicBezTo>
                    <a:pt x="200" y="179"/>
                    <a:pt x="167" y="154"/>
                    <a:pt x="120" y="154"/>
                  </a:cubicBezTo>
                  <a:cubicBezTo>
                    <a:pt x="37" y="154"/>
                    <a:pt x="0" y="249"/>
                    <a:pt x="0" y="260"/>
                  </a:cubicBezTo>
                  <a:cubicBezTo>
                    <a:pt x="0" y="269"/>
                    <a:pt x="10" y="269"/>
                    <a:pt x="13" y="269"/>
                  </a:cubicBezTo>
                  <a:cubicBezTo>
                    <a:pt x="27" y="269"/>
                    <a:pt x="27" y="266"/>
                    <a:pt x="30" y="258"/>
                  </a:cubicBezTo>
                  <a:cubicBezTo>
                    <a:pt x="50" y="199"/>
                    <a:pt x="87" y="174"/>
                    <a:pt x="117" y="174"/>
                  </a:cubicBezTo>
                  <a:cubicBezTo>
                    <a:pt x="130" y="174"/>
                    <a:pt x="140" y="179"/>
                    <a:pt x="140" y="199"/>
                  </a:cubicBezTo>
                  <a:cubicBezTo>
                    <a:pt x="140" y="213"/>
                    <a:pt x="133" y="224"/>
                    <a:pt x="113" y="266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5D4500D-F5E9-BA11-A112-721B06E1CDD5}"/>
                </a:ext>
              </a:extLst>
            </p:cNvPr>
            <p:cNvSpPr/>
            <p:nvPr/>
          </p:nvSpPr>
          <p:spPr>
            <a:xfrm>
              <a:off x="1958760" y="7391160"/>
              <a:ext cx="218160" cy="673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07" h="188">
                  <a:moveTo>
                    <a:pt x="577" y="34"/>
                  </a:moveTo>
                  <a:cubicBezTo>
                    <a:pt x="587" y="34"/>
                    <a:pt x="607" y="34"/>
                    <a:pt x="607" y="17"/>
                  </a:cubicBezTo>
                  <a:cubicBezTo>
                    <a:pt x="607" y="0"/>
                    <a:pt x="587" y="0"/>
                    <a:pt x="577" y="0"/>
                  </a:cubicBezTo>
                  <a:lnTo>
                    <a:pt x="30" y="0"/>
                  </a:lnTo>
                  <a:cubicBezTo>
                    <a:pt x="20" y="0"/>
                    <a:pt x="0" y="0"/>
                    <a:pt x="0" y="17"/>
                  </a:cubicBezTo>
                  <a:cubicBezTo>
                    <a:pt x="0" y="34"/>
                    <a:pt x="20" y="34"/>
                    <a:pt x="30" y="34"/>
                  </a:cubicBezTo>
                  <a:close/>
                  <a:moveTo>
                    <a:pt x="577" y="188"/>
                  </a:moveTo>
                  <a:cubicBezTo>
                    <a:pt x="587" y="188"/>
                    <a:pt x="607" y="188"/>
                    <a:pt x="607" y="171"/>
                  </a:cubicBezTo>
                  <a:cubicBezTo>
                    <a:pt x="607" y="154"/>
                    <a:pt x="587" y="154"/>
                    <a:pt x="577" y="154"/>
                  </a:cubicBezTo>
                  <a:lnTo>
                    <a:pt x="30" y="154"/>
                  </a:lnTo>
                  <a:cubicBezTo>
                    <a:pt x="20" y="154"/>
                    <a:pt x="0" y="154"/>
                    <a:pt x="0" y="171"/>
                  </a:cubicBezTo>
                  <a:cubicBezTo>
                    <a:pt x="0" y="188"/>
                    <a:pt x="20" y="188"/>
                    <a:pt x="30" y="188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453D6C42-F0F5-EA1A-B13E-AA5F24394224}"/>
                </a:ext>
              </a:extLst>
            </p:cNvPr>
            <p:cNvSpPr/>
            <p:nvPr/>
          </p:nvSpPr>
          <p:spPr>
            <a:xfrm>
              <a:off x="2229119" y="7321680"/>
              <a:ext cx="109080" cy="164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4" h="459">
                  <a:moveTo>
                    <a:pt x="187" y="20"/>
                  </a:moveTo>
                  <a:cubicBezTo>
                    <a:pt x="187" y="0"/>
                    <a:pt x="187" y="0"/>
                    <a:pt x="163" y="0"/>
                  </a:cubicBezTo>
                  <a:cubicBezTo>
                    <a:pt x="110" y="45"/>
                    <a:pt x="33" y="45"/>
                    <a:pt x="0" y="45"/>
                  </a:cubicBezTo>
                  <a:lnTo>
                    <a:pt x="0" y="70"/>
                  </a:lnTo>
                  <a:cubicBezTo>
                    <a:pt x="20" y="70"/>
                    <a:pt x="73" y="70"/>
                    <a:pt x="120" y="50"/>
                  </a:cubicBezTo>
                  <a:lnTo>
                    <a:pt x="120" y="403"/>
                  </a:lnTo>
                  <a:cubicBezTo>
                    <a:pt x="120" y="426"/>
                    <a:pt x="120" y="434"/>
                    <a:pt x="37" y="434"/>
                  </a:cubicBezTo>
                  <a:lnTo>
                    <a:pt x="7" y="434"/>
                  </a:lnTo>
                  <a:lnTo>
                    <a:pt x="7" y="459"/>
                  </a:lnTo>
                  <a:cubicBezTo>
                    <a:pt x="20" y="459"/>
                    <a:pt x="123" y="456"/>
                    <a:pt x="153" y="456"/>
                  </a:cubicBezTo>
                  <a:cubicBezTo>
                    <a:pt x="180" y="456"/>
                    <a:pt x="284" y="459"/>
                    <a:pt x="304" y="459"/>
                  </a:cubicBezTo>
                  <a:lnTo>
                    <a:pt x="304" y="434"/>
                  </a:lnTo>
                  <a:lnTo>
                    <a:pt x="270" y="434"/>
                  </a:lnTo>
                  <a:cubicBezTo>
                    <a:pt x="187" y="434"/>
                    <a:pt x="187" y="426"/>
                    <a:pt x="187" y="403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B2539E30-EA48-78DD-1084-6A5CF4B5B042}"/>
                </a:ext>
              </a:extLst>
            </p:cNvPr>
            <p:cNvSpPr/>
            <p:nvPr/>
          </p:nvSpPr>
          <p:spPr>
            <a:xfrm>
              <a:off x="2480040" y="6912360"/>
              <a:ext cx="210960" cy="1609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87" h="448">
                  <a:moveTo>
                    <a:pt x="360" y="140"/>
                  </a:moveTo>
                  <a:cubicBezTo>
                    <a:pt x="367" y="112"/>
                    <a:pt x="394" y="22"/>
                    <a:pt x="477" y="22"/>
                  </a:cubicBezTo>
                  <a:cubicBezTo>
                    <a:pt x="484" y="22"/>
                    <a:pt x="510" y="22"/>
                    <a:pt x="537" y="34"/>
                  </a:cubicBezTo>
                  <a:cubicBezTo>
                    <a:pt x="504" y="39"/>
                    <a:pt x="480" y="64"/>
                    <a:pt x="480" y="87"/>
                  </a:cubicBezTo>
                  <a:cubicBezTo>
                    <a:pt x="480" y="104"/>
                    <a:pt x="490" y="123"/>
                    <a:pt x="524" y="123"/>
                  </a:cubicBezTo>
                  <a:cubicBezTo>
                    <a:pt x="550" y="123"/>
                    <a:pt x="587" y="104"/>
                    <a:pt x="587" y="64"/>
                  </a:cubicBezTo>
                  <a:cubicBezTo>
                    <a:pt x="587" y="14"/>
                    <a:pt x="517" y="0"/>
                    <a:pt x="477" y="0"/>
                  </a:cubicBezTo>
                  <a:cubicBezTo>
                    <a:pt x="410" y="0"/>
                    <a:pt x="367" y="53"/>
                    <a:pt x="354" y="76"/>
                  </a:cubicBezTo>
                  <a:cubicBezTo>
                    <a:pt x="324" y="11"/>
                    <a:pt x="260" y="0"/>
                    <a:pt x="227" y="0"/>
                  </a:cubicBezTo>
                  <a:cubicBezTo>
                    <a:pt x="103" y="0"/>
                    <a:pt x="37" y="129"/>
                    <a:pt x="37" y="151"/>
                  </a:cubicBezTo>
                  <a:cubicBezTo>
                    <a:pt x="37" y="162"/>
                    <a:pt x="50" y="162"/>
                    <a:pt x="50" y="162"/>
                  </a:cubicBezTo>
                  <a:cubicBezTo>
                    <a:pt x="60" y="162"/>
                    <a:pt x="63" y="160"/>
                    <a:pt x="67" y="151"/>
                  </a:cubicBezTo>
                  <a:cubicBezTo>
                    <a:pt x="107" y="48"/>
                    <a:pt x="183" y="22"/>
                    <a:pt x="224" y="22"/>
                  </a:cubicBezTo>
                  <a:cubicBezTo>
                    <a:pt x="247" y="22"/>
                    <a:pt x="287" y="31"/>
                    <a:pt x="287" y="87"/>
                  </a:cubicBezTo>
                  <a:cubicBezTo>
                    <a:pt x="287" y="118"/>
                    <a:pt x="267" y="185"/>
                    <a:pt x="224" y="325"/>
                  </a:cubicBezTo>
                  <a:cubicBezTo>
                    <a:pt x="207" y="386"/>
                    <a:pt x="163" y="426"/>
                    <a:pt x="113" y="426"/>
                  </a:cubicBezTo>
                  <a:cubicBezTo>
                    <a:pt x="103" y="426"/>
                    <a:pt x="77" y="426"/>
                    <a:pt x="53" y="414"/>
                  </a:cubicBezTo>
                  <a:cubicBezTo>
                    <a:pt x="83" y="409"/>
                    <a:pt x="110" y="389"/>
                    <a:pt x="110" y="361"/>
                  </a:cubicBezTo>
                  <a:cubicBezTo>
                    <a:pt x="110" y="333"/>
                    <a:pt x="83" y="325"/>
                    <a:pt x="63" y="325"/>
                  </a:cubicBezTo>
                  <a:cubicBezTo>
                    <a:pt x="30" y="325"/>
                    <a:pt x="0" y="353"/>
                    <a:pt x="0" y="384"/>
                  </a:cubicBezTo>
                  <a:cubicBezTo>
                    <a:pt x="0" y="428"/>
                    <a:pt x="60" y="448"/>
                    <a:pt x="110" y="448"/>
                  </a:cubicBezTo>
                  <a:cubicBezTo>
                    <a:pt x="190" y="448"/>
                    <a:pt x="230" y="378"/>
                    <a:pt x="234" y="372"/>
                  </a:cubicBezTo>
                  <a:cubicBezTo>
                    <a:pt x="250" y="409"/>
                    <a:pt x="290" y="448"/>
                    <a:pt x="364" y="448"/>
                  </a:cubicBezTo>
                  <a:cubicBezTo>
                    <a:pt x="484" y="448"/>
                    <a:pt x="550" y="322"/>
                    <a:pt x="550" y="297"/>
                  </a:cubicBezTo>
                  <a:cubicBezTo>
                    <a:pt x="550" y="286"/>
                    <a:pt x="540" y="286"/>
                    <a:pt x="537" y="286"/>
                  </a:cubicBezTo>
                  <a:cubicBezTo>
                    <a:pt x="527" y="286"/>
                    <a:pt x="524" y="291"/>
                    <a:pt x="520" y="297"/>
                  </a:cubicBezTo>
                  <a:cubicBezTo>
                    <a:pt x="484" y="403"/>
                    <a:pt x="404" y="426"/>
                    <a:pt x="364" y="426"/>
                  </a:cubicBezTo>
                  <a:cubicBezTo>
                    <a:pt x="317" y="426"/>
                    <a:pt x="300" y="395"/>
                    <a:pt x="300" y="361"/>
                  </a:cubicBezTo>
                  <a:cubicBezTo>
                    <a:pt x="300" y="339"/>
                    <a:pt x="307" y="319"/>
                    <a:pt x="320" y="274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9099FCAF-EA98-53C3-C89F-F6BDE5065E15}"/>
                </a:ext>
              </a:extLst>
            </p:cNvPr>
            <p:cNvSpPr/>
            <p:nvPr/>
          </p:nvSpPr>
          <p:spPr>
            <a:xfrm>
              <a:off x="2722680" y="6957720"/>
              <a:ext cx="91080" cy="1681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4" h="468">
                  <a:moveTo>
                    <a:pt x="230" y="25"/>
                  </a:moveTo>
                  <a:cubicBezTo>
                    <a:pt x="230" y="14"/>
                    <a:pt x="220" y="0"/>
                    <a:pt x="197" y="0"/>
                  </a:cubicBezTo>
                  <a:cubicBezTo>
                    <a:pt x="173" y="0"/>
                    <a:pt x="150" y="17"/>
                    <a:pt x="150" y="39"/>
                  </a:cubicBezTo>
                  <a:cubicBezTo>
                    <a:pt x="150" y="50"/>
                    <a:pt x="160" y="64"/>
                    <a:pt x="183" y="64"/>
                  </a:cubicBezTo>
                  <a:cubicBezTo>
                    <a:pt x="207" y="64"/>
                    <a:pt x="230" y="45"/>
                    <a:pt x="230" y="25"/>
                  </a:cubicBezTo>
                  <a:close/>
                  <a:moveTo>
                    <a:pt x="60" y="378"/>
                  </a:moveTo>
                  <a:cubicBezTo>
                    <a:pt x="57" y="386"/>
                    <a:pt x="53" y="395"/>
                    <a:pt x="53" y="409"/>
                  </a:cubicBezTo>
                  <a:cubicBezTo>
                    <a:pt x="53" y="440"/>
                    <a:pt x="87" y="468"/>
                    <a:pt x="133" y="468"/>
                  </a:cubicBezTo>
                  <a:cubicBezTo>
                    <a:pt x="217" y="468"/>
                    <a:pt x="254" y="370"/>
                    <a:pt x="254" y="361"/>
                  </a:cubicBezTo>
                  <a:cubicBezTo>
                    <a:pt x="254" y="350"/>
                    <a:pt x="240" y="350"/>
                    <a:pt x="240" y="350"/>
                  </a:cubicBezTo>
                  <a:cubicBezTo>
                    <a:pt x="227" y="350"/>
                    <a:pt x="227" y="356"/>
                    <a:pt x="224" y="364"/>
                  </a:cubicBezTo>
                  <a:cubicBezTo>
                    <a:pt x="204" y="420"/>
                    <a:pt x="167" y="448"/>
                    <a:pt x="133" y="448"/>
                  </a:cubicBezTo>
                  <a:cubicBezTo>
                    <a:pt x="117" y="448"/>
                    <a:pt x="113" y="437"/>
                    <a:pt x="113" y="423"/>
                  </a:cubicBezTo>
                  <a:cubicBezTo>
                    <a:pt x="113" y="406"/>
                    <a:pt x="120" y="395"/>
                    <a:pt x="127" y="378"/>
                  </a:cubicBezTo>
                  <a:cubicBezTo>
                    <a:pt x="137" y="358"/>
                    <a:pt x="143" y="342"/>
                    <a:pt x="153" y="322"/>
                  </a:cubicBezTo>
                  <a:cubicBezTo>
                    <a:pt x="160" y="305"/>
                    <a:pt x="190" y="244"/>
                    <a:pt x="193" y="235"/>
                  </a:cubicBezTo>
                  <a:cubicBezTo>
                    <a:pt x="197" y="227"/>
                    <a:pt x="200" y="218"/>
                    <a:pt x="200" y="213"/>
                  </a:cubicBezTo>
                  <a:cubicBezTo>
                    <a:pt x="200" y="179"/>
                    <a:pt x="167" y="154"/>
                    <a:pt x="120" y="154"/>
                  </a:cubicBezTo>
                  <a:cubicBezTo>
                    <a:pt x="37" y="154"/>
                    <a:pt x="0" y="249"/>
                    <a:pt x="0" y="260"/>
                  </a:cubicBezTo>
                  <a:cubicBezTo>
                    <a:pt x="0" y="269"/>
                    <a:pt x="13" y="269"/>
                    <a:pt x="13" y="269"/>
                  </a:cubicBezTo>
                  <a:cubicBezTo>
                    <a:pt x="27" y="269"/>
                    <a:pt x="27" y="266"/>
                    <a:pt x="30" y="258"/>
                  </a:cubicBezTo>
                  <a:cubicBezTo>
                    <a:pt x="50" y="199"/>
                    <a:pt x="87" y="174"/>
                    <a:pt x="117" y="174"/>
                  </a:cubicBezTo>
                  <a:cubicBezTo>
                    <a:pt x="130" y="174"/>
                    <a:pt x="140" y="179"/>
                    <a:pt x="140" y="199"/>
                  </a:cubicBezTo>
                  <a:cubicBezTo>
                    <a:pt x="140" y="213"/>
                    <a:pt x="133" y="224"/>
                    <a:pt x="113" y="266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16E0FC39-33DD-9560-AE74-C1AAD774247B}"/>
                </a:ext>
              </a:extLst>
            </p:cNvPr>
            <p:cNvSpPr/>
            <p:nvPr/>
          </p:nvSpPr>
          <p:spPr>
            <a:xfrm>
              <a:off x="2860920" y="7092719"/>
              <a:ext cx="38160" cy="774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07" h="216">
                  <a:moveTo>
                    <a:pt x="83" y="70"/>
                  </a:moveTo>
                  <a:cubicBezTo>
                    <a:pt x="83" y="106"/>
                    <a:pt x="77" y="151"/>
                    <a:pt x="17" y="196"/>
                  </a:cubicBezTo>
                  <a:cubicBezTo>
                    <a:pt x="13" y="199"/>
                    <a:pt x="13" y="202"/>
                    <a:pt x="13" y="204"/>
                  </a:cubicBezTo>
                  <a:cubicBezTo>
                    <a:pt x="13" y="210"/>
                    <a:pt x="20" y="216"/>
                    <a:pt x="23" y="216"/>
                  </a:cubicBezTo>
                  <a:cubicBezTo>
                    <a:pt x="37" y="216"/>
                    <a:pt x="107" y="160"/>
                    <a:pt x="107" y="76"/>
                  </a:cubicBezTo>
                  <a:cubicBezTo>
                    <a:pt x="107" y="34"/>
                    <a:pt x="87" y="0"/>
                    <a:pt x="47" y="0"/>
                  </a:cubicBezTo>
                  <a:cubicBezTo>
                    <a:pt x="20" y="0"/>
                    <a:pt x="0" y="17"/>
                    <a:pt x="0" y="39"/>
                  </a:cubicBezTo>
                  <a:cubicBezTo>
                    <a:pt x="0" y="62"/>
                    <a:pt x="20" y="81"/>
                    <a:pt x="50" y="81"/>
                  </a:cubicBezTo>
                  <a:cubicBezTo>
                    <a:pt x="70" y="81"/>
                    <a:pt x="83" y="70"/>
                    <a:pt x="83" y="70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CF63B137-E210-944A-2FB2-87CB7034D5F9}"/>
                </a:ext>
              </a:extLst>
            </p:cNvPr>
            <p:cNvSpPr/>
            <p:nvPr/>
          </p:nvSpPr>
          <p:spPr>
            <a:xfrm>
              <a:off x="2940120" y="7012079"/>
              <a:ext cx="146160" cy="1609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07" h="448">
                  <a:moveTo>
                    <a:pt x="404" y="50"/>
                  </a:moveTo>
                  <a:cubicBezTo>
                    <a:pt x="407" y="39"/>
                    <a:pt x="407" y="36"/>
                    <a:pt x="407" y="36"/>
                  </a:cubicBezTo>
                  <a:cubicBezTo>
                    <a:pt x="407" y="20"/>
                    <a:pt x="394" y="14"/>
                    <a:pt x="380" y="14"/>
                  </a:cubicBezTo>
                  <a:cubicBezTo>
                    <a:pt x="360" y="14"/>
                    <a:pt x="344" y="25"/>
                    <a:pt x="340" y="39"/>
                  </a:cubicBezTo>
                  <a:cubicBezTo>
                    <a:pt x="327" y="20"/>
                    <a:pt x="300" y="0"/>
                    <a:pt x="257" y="0"/>
                  </a:cubicBezTo>
                  <a:cubicBezTo>
                    <a:pt x="153" y="0"/>
                    <a:pt x="43" y="92"/>
                    <a:pt x="43" y="193"/>
                  </a:cubicBezTo>
                  <a:cubicBezTo>
                    <a:pt x="43" y="263"/>
                    <a:pt x="103" y="305"/>
                    <a:pt x="170" y="305"/>
                  </a:cubicBezTo>
                  <a:cubicBezTo>
                    <a:pt x="207" y="305"/>
                    <a:pt x="244" y="288"/>
                    <a:pt x="274" y="269"/>
                  </a:cubicBezTo>
                  <a:lnTo>
                    <a:pt x="257" y="330"/>
                  </a:lnTo>
                  <a:cubicBezTo>
                    <a:pt x="247" y="358"/>
                    <a:pt x="240" y="378"/>
                    <a:pt x="210" y="403"/>
                  </a:cubicBezTo>
                  <a:cubicBezTo>
                    <a:pt x="173" y="428"/>
                    <a:pt x="137" y="428"/>
                    <a:pt x="117" y="428"/>
                  </a:cubicBezTo>
                  <a:cubicBezTo>
                    <a:pt x="80" y="428"/>
                    <a:pt x="67" y="426"/>
                    <a:pt x="53" y="423"/>
                  </a:cubicBezTo>
                  <a:cubicBezTo>
                    <a:pt x="73" y="414"/>
                    <a:pt x="80" y="398"/>
                    <a:pt x="80" y="389"/>
                  </a:cubicBezTo>
                  <a:cubicBezTo>
                    <a:pt x="80" y="372"/>
                    <a:pt x="63" y="361"/>
                    <a:pt x="47" y="361"/>
                  </a:cubicBezTo>
                  <a:cubicBezTo>
                    <a:pt x="23" y="361"/>
                    <a:pt x="0" y="378"/>
                    <a:pt x="0" y="406"/>
                  </a:cubicBezTo>
                  <a:cubicBezTo>
                    <a:pt x="0" y="445"/>
                    <a:pt x="70" y="448"/>
                    <a:pt x="117" y="448"/>
                  </a:cubicBezTo>
                  <a:cubicBezTo>
                    <a:pt x="247" y="448"/>
                    <a:pt x="304" y="392"/>
                    <a:pt x="314" y="353"/>
                  </a:cubicBezTo>
                  <a:close/>
                  <a:moveTo>
                    <a:pt x="290" y="213"/>
                  </a:moveTo>
                  <a:cubicBezTo>
                    <a:pt x="287" y="224"/>
                    <a:pt x="287" y="224"/>
                    <a:pt x="274" y="238"/>
                  </a:cubicBezTo>
                  <a:cubicBezTo>
                    <a:pt x="244" y="269"/>
                    <a:pt x="204" y="286"/>
                    <a:pt x="173" y="286"/>
                  </a:cubicBezTo>
                  <a:cubicBezTo>
                    <a:pt x="130" y="286"/>
                    <a:pt x="110" y="258"/>
                    <a:pt x="110" y="221"/>
                  </a:cubicBezTo>
                  <a:cubicBezTo>
                    <a:pt x="110" y="190"/>
                    <a:pt x="133" y="112"/>
                    <a:pt x="153" y="81"/>
                  </a:cubicBezTo>
                  <a:cubicBezTo>
                    <a:pt x="190" y="34"/>
                    <a:pt x="227" y="20"/>
                    <a:pt x="257" y="20"/>
                  </a:cubicBezTo>
                  <a:cubicBezTo>
                    <a:pt x="314" y="20"/>
                    <a:pt x="330" y="70"/>
                    <a:pt x="330" y="78"/>
                  </a:cubicBezTo>
                  <a:cubicBezTo>
                    <a:pt x="330" y="78"/>
                    <a:pt x="330" y="81"/>
                    <a:pt x="327" y="90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C96D6419-0464-37F8-BEE1-87210737DB06}"/>
                </a:ext>
              </a:extLst>
            </p:cNvPr>
            <p:cNvSpPr/>
            <p:nvPr/>
          </p:nvSpPr>
          <p:spPr>
            <a:xfrm>
              <a:off x="3265560" y="6938640"/>
              <a:ext cx="281880" cy="831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84" h="232">
                  <a:moveTo>
                    <a:pt x="744" y="39"/>
                  </a:moveTo>
                  <a:cubicBezTo>
                    <a:pt x="761" y="39"/>
                    <a:pt x="784" y="39"/>
                    <a:pt x="784" y="20"/>
                  </a:cubicBezTo>
                  <a:cubicBezTo>
                    <a:pt x="784" y="0"/>
                    <a:pt x="761" y="0"/>
                    <a:pt x="744" y="0"/>
                  </a:cubicBezTo>
                  <a:lnTo>
                    <a:pt x="40" y="0"/>
                  </a:lnTo>
                  <a:cubicBezTo>
                    <a:pt x="23" y="0"/>
                    <a:pt x="0" y="0"/>
                    <a:pt x="0" y="20"/>
                  </a:cubicBezTo>
                  <a:cubicBezTo>
                    <a:pt x="0" y="39"/>
                    <a:pt x="23" y="39"/>
                    <a:pt x="40" y="39"/>
                  </a:cubicBezTo>
                  <a:close/>
                  <a:moveTo>
                    <a:pt x="744" y="232"/>
                  </a:moveTo>
                  <a:cubicBezTo>
                    <a:pt x="761" y="232"/>
                    <a:pt x="784" y="232"/>
                    <a:pt x="784" y="213"/>
                  </a:cubicBezTo>
                  <a:cubicBezTo>
                    <a:pt x="784" y="193"/>
                    <a:pt x="761" y="193"/>
                    <a:pt x="744" y="193"/>
                  </a:cubicBezTo>
                  <a:lnTo>
                    <a:pt x="40" y="193"/>
                  </a:lnTo>
                  <a:cubicBezTo>
                    <a:pt x="23" y="193"/>
                    <a:pt x="0" y="193"/>
                    <a:pt x="0" y="213"/>
                  </a:cubicBezTo>
                  <a:cubicBezTo>
                    <a:pt x="0" y="232"/>
                    <a:pt x="23" y="232"/>
                    <a:pt x="40" y="232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6F24B04-E6F8-5C0A-A7B5-0CE9062A8770}"/>
                </a:ext>
              </a:extLst>
            </p:cNvPr>
            <p:cNvSpPr/>
            <p:nvPr/>
          </p:nvSpPr>
          <p:spPr>
            <a:xfrm>
              <a:off x="3723120" y="6832799"/>
              <a:ext cx="140040" cy="236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90" h="658">
                  <a:moveTo>
                    <a:pt x="244" y="25"/>
                  </a:moveTo>
                  <a:cubicBezTo>
                    <a:pt x="244" y="3"/>
                    <a:pt x="244" y="0"/>
                    <a:pt x="217" y="0"/>
                  </a:cubicBezTo>
                  <a:cubicBezTo>
                    <a:pt x="143" y="64"/>
                    <a:pt x="37" y="64"/>
                    <a:pt x="0" y="64"/>
                  </a:cubicBezTo>
                  <a:lnTo>
                    <a:pt x="0" y="95"/>
                  </a:lnTo>
                  <a:cubicBezTo>
                    <a:pt x="23" y="95"/>
                    <a:pt x="93" y="95"/>
                    <a:pt x="153" y="67"/>
                  </a:cubicBezTo>
                  <a:lnTo>
                    <a:pt x="153" y="580"/>
                  </a:lnTo>
                  <a:cubicBezTo>
                    <a:pt x="153" y="616"/>
                    <a:pt x="150" y="627"/>
                    <a:pt x="43" y="627"/>
                  </a:cubicBezTo>
                  <a:lnTo>
                    <a:pt x="7" y="627"/>
                  </a:lnTo>
                  <a:lnTo>
                    <a:pt x="7" y="658"/>
                  </a:lnTo>
                  <a:cubicBezTo>
                    <a:pt x="50" y="655"/>
                    <a:pt x="150" y="655"/>
                    <a:pt x="200" y="655"/>
                  </a:cubicBezTo>
                  <a:cubicBezTo>
                    <a:pt x="247" y="655"/>
                    <a:pt x="350" y="655"/>
                    <a:pt x="390" y="658"/>
                  </a:cubicBezTo>
                  <a:lnTo>
                    <a:pt x="390" y="627"/>
                  </a:lnTo>
                  <a:lnTo>
                    <a:pt x="354" y="627"/>
                  </a:lnTo>
                  <a:cubicBezTo>
                    <a:pt x="247" y="627"/>
                    <a:pt x="244" y="616"/>
                    <a:pt x="244" y="580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9C9A6-9ED4-52BB-806B-5AF45DEAF75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73520"/>
            <a:ext cx="10080720" cy="832319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</a:rPr>
              <a:t>מיקסום מכפלת הערכים – אלגוריתם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ED1DC1-60EB-52E6-29EE-4994D9122AA5}"/>
              </a:ext>
            </a:extLst>
          </p:cNvPr>
          <p:cNvSpPr txBox="1"/>
          <p:nvPr/>
        </p:nvSpPr>
        <p:spPr>
          <a:xfrm>
            <a:off x="5534280" y="1188719"/>
            <a:ext cx="4594320" cy="64148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צעד ראשון: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הבעיה עדיין לא ליניארית.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0000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0000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0000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66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צעד שני: נניח שכל הערכים הם בין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66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 ל-1000. נחליף את האילוץ האמצעי ב-1000 אילוצים ליניאריים:</a:t>
            </a:r>
          </a:p>
        </p:txBody>
      </p:sp>
      <p:grpSp>
        <p:nvGrpSpPr>
          <p:cNvPr id="4" name="Group 3" descr="28§latex§\begin{align*}&#10;\max &amp;\sum_{i=1}^n W_i&#10;\\&#10;\text{s.t.~~~}&#10;&amp;&#10;W_i \leq \log({\sum_{g=1}^m x_{i,g}\cdot V_i(g)})&#10;\\&#10;&amp;&#10;\forall g: \sum_{i=1}^n x_{i,g} = 1&#10;\end{align*}§svg§600§FALSE§" title="TexMaths">
            <a:extLst>
              <a:ext uri="{FF2B5EF4-FFF2-40B4-BE49-F238E27FC236}">
                <a16:creationId xmlns:a16="http://schemas.microsoft.com/office/drawing/2014/main" id="{54755405-8164-6908-1FC0-4630EB66546D}"/>
              </a:ext>
            </a:extLst>
          </p:cNvPr>
          <p:cNvGrpSpPr/>
          <p:nvPr/>
        </p:nvGrpSpPr>
        <p:grpSpPr>
          <a:xfrm>
            <a:off x="153720" y="1104480"/>
            <a:ext cx="5380200" cy="2845440"/>
            <a:chOff x="153720" y="1104480"/>
            <a:chExt cx="5380200" cy="2845440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B56E1E77-EEF9-8AB9-1A64-2627F5C509A8}"/>
                </a:ext>
              </a:extLst>
            </p:cNvPr>
            <p:cNvSpPr/>
            <p:nvPr/>
          </p:nvSpPr>
          <p:spPr>
            <a:xfrm>
              <a:off x="153720" y="1107000"/>
              <a:ext cx="5380200" cy="28404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946" h="7891">
                  <a:moveTo>
                    <a:pt x="7473" y="7891"/>
                  </a:moveTo>
                  <a:lnTo>
                    <a:pt x="0" y="7891"/>
                  </a:lnTo>
                  <a:lnTo>
                    <a:pt x="0" y="0"/>
                  </a:lnTo>
                  <a:lnTo>
                    <a:pt x="14946" y="0"/>
                  </a:lnTo>
                  <a:lnTo>
                    <a:pt x="14946" y="7891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03D6F34-4939-80DB-D705-754EA7B269DC}"/>
                </a:ext>
              </a:extLst>
            </p:cNvPr>
            <p:cNvSpPr/>
            <p:nvPr/>
          </p:nvSpPr>
          <p:spPr>
            <a:xfrm>
              <a:off x="362880" y="1438199"/>
              <a:ext cx="320760" cy="1321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92" h="368">
                  <a:moveTo>
                    <a:pt x="91" y="83"/>
                  </a:moveTo>
                  <a:lnTo>
                    <a:pt x="91" y="304"/>
                  </a:lnTo>
                  <a:cubicBezTo>
                    <a:pt x="91" y="342"/>
                    <a:pt x="78" y="342"/>
                    <a:pt x="0" y="342"/>
                  </a:cubicBezTo>
                  <a:lnTo>
                    <a:pt x="0" y="368"/>
                  </a:lnTo>
                  <a:cubicBezTo>
                    <a:pt x="39" y="368"/>
                    <a:pt x="97" y="366"/>
                    <a:pt x="130" y="366"/>
                  </a:cubicBezTo>
                  <a:cubicBezTo>
                    <a:pt x="159" y="366"/>
                    <a:pt x="217" y="368"/>
                    <a:pt x="256" y="368"/>
                  </a:cubicBezTo>
                  <a:lnTo>
                    <a:pt x="256" y="342"/>
                  </a:lnTo>
                  <a:cubicBezTo>
                    <a:pt x="182" y="342"/>
                    <a:pt x="169" y="342"/>
                    <a:pt x="169" y="304"/>
                  </a:cubicBezTo>
                  <a:lnTo>
                    <a:pt x="169" y="151"/>
                  </a:lnTo>
                  <a:cubicBezTo>
                    <a:pt x="169" y="66"/>
                    <a:pt x="250" y="19"/>
                    <a:pt x="321" y="19"/>
                  </a:cubicBezTo>
                  <a:cubicBezTo>
                    <a:pt x="396" y="19"/>
                    <a:pt x="409" y="64"/>
                    <a:pt x="409" y="111"/>
                  </a:cubicBezTo>
                  <a:lnTo>
                    <a:pt x="409" y="304"/>
                  </a:lnTo>
                  <a:cubicBezTo>
                    <a:pt x="409" y="342"/>
                    <a:pt x="396" y="342"/>
                    <a:pt x="318" y="342"/>
                  </a:cubicBezTo>
                  <a:lnTo>
                    <a:pt x="318" y="368"/>
                  </a:lnTo>
                  <a:cubicBezTo>
                    <a:pt x="357" y="368"/>
                    <a:pt x="415" y="366"/>
                    <a:pt x="448" y="366"/>
                  </a:cubicBezTo>
                  <a:cubicBezTo>
                    <a:pt x="477" y="366"/>
                    <a:pt x="535" y="368"/>
                    <a:pt x="574" y="368"/>
                  </a:cubicBezTo>
                  <a:lnTo>
                    <a:pt x="574" y="342"/>
                  </a:lnTo>
                  <a:cubicBezTo>
                    <a:pt x="499" y="342"/>
                    <a:pt x="487" y="342"/>
                    <a:pt x="487" y="304"/>
                  </a:cubicBezTo>
                  <a:lnTo>
                    <a:pt x="487" y="151"/>
                  </a:lnTo>
                  <a:cubicBezTo>
                    <a:pt x="487" y="66"/>
                    <a:pt x="568" y="19"/>
                    <a:pt x="642" y="19"/>
                  </a:cubicBezTo>
                  <a:cubicBezTo>
                    <a:pt x="714" y="19"/>
                    <a:pt x="727" y="64"/>
                    <a:pt x="727" y="111"/>
                  </a:cubicBezTo>
                  <a:lnTo>
                    <a:pt x="727" y="304"/>
                  </a:lnTo>
                  <a:cubicBezTo>
                    <a:pt x="727" y="342"/>
                    <a:pt x="714" y="342"/>
                    <a:pt x="636" y="342"/>
                  </a:cubicBezTo>
                  <a:lnTo>
                    <a:pt x="636" y="368"/>
                  </a:lnTo>
                  <a:cubicBezTo>
                    <a:pt x="675" y="368"/>
                    <a:pt x="733" y="366"/>
                    <a:pt x="765" y="366"/>
                  </a:cubicBezTo>
                  <a:cubicBezTo>
                    <a:pt x="795" y="366"/>
                    <a:pt x="853" y="368"/>
                    <a:pt x="892" y="368"/>
                  </a:cubicBezTo>
                  <a:lnTo>
                    <a:pt x="892" y="342"/>
                  </a:lnTo>
                  <a:cubicBezTo>
                    <a:pt x="834" y="342"/>
                    <a:pt x="804" y="342"/>
                    <a:pt x="804" y="318"/>
                  </a:cubicBezTo>
                  <a:lnTo>
                    <a:pt x="804" y="158"/>
                  </a:lnTo>
                  <a:cubicBezTo>
                    <a:pt x="804" y="87"/>
                    <a:pt x="804" y="61"/>
                    <a:pt x="769" y="31"/>
                  </a:cubicBezTo>
                  <a:cubicBezTo>
                    <a:pt x="752" y="17"/>
                    <a:pt x="714" y="0"/>
                    <a:pt x="649" y="0"/>
                  </a:cubicBezTo>
                  <a:cubicBezTo>
                    <a:pt x="551" y="0"/>
                    <a:pt x="503" y="50"/>
                    <a:pt x="483" y="83"/>
                  </a:cubicBezTo>
                  <a:cubicBezTo>
                    <a:pt x="467" y="9"/>
                    <a:pt x="383" y="0"/>
                    <a:pt x="331" y="0"/>
                  </a:cubicBezTo>
                  <a:cubicBezTo>
                    <a:pt x="247" y="0"/>
                    <a:pt x="195" y="35"/>
                    <a:pt x="162" y="87"/>
                  </a:cubicBezTo>
                  <a:lnTo>
                    <a:pt x="162" y="0"/>
                  </a:lnTo>
                  <a:lnTo>
                    <a:pt x="0" y="9"/>
                  </a:lnTo>
                  <a:lnTo>
                    <a:pt x="0" y="35"/>
                  </a:lnTo>
                  <a:cubicBezTo>
                    <a:pt x="81" y="35"/>
                    <a:pt x="91" y="40"/>
                    <a:pt x="91" y="83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D2B36FA-127A-2DE7-A0C6-7F52823425EF}"/>
                </a:ext>
              </a:extLst>
            </p:cNvPr>
            <p:cNvSpPr/>
            <p:nvPr/>
          </p:nvSpPr>
          <p:spPr>
            <a:xfrm>
              <a:off x="707040" y="1435680"/>
              <a:ext cx="185400" cy="1371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16" h="382">
                  <a:moveTo>
                    <a:pt x="334" y="311"/>
                  </a:moveTo>
                  <a:cubicBezTo>
                    <a:pt x="337" y="344"/>
                    <a:pt x="370" y="380"/>
                    <a:pt x="422" y="380"/>
                  </a:cubicBezTo>
                  <a:cubicBezTo>
                    <a:pt x="448" y="380"/>
                    <a:pt x="516" y="368"/>
                    <a:pt x="516" y="300"/>
                  </a:cubicBezTo>
                  <a:lnTo>
                    <a:pt x="516" y="252"/>
                  </a:lnTo>
                  <a:lnTo>
                    <a:pt x="490" y="252"/>
                  </a:lnTo>
                  <a:lnTo>
                    <a:pt x="490" y="300"/>
                  </a:lnTo>
                  <a:cubicBezTo>
                    <a:pt x="490" y="347"/>
                    <a:pt x="461" y="354"/>
                    <a:pt x="448" y="354"/>
                  </a:cubicBezTo>
                  <a:cubicBezTo>
                    <a:pt x="409" y="354"/>
                    <a:pt x="405" y="316"/>
                    <a:pt x="405" y="311"/>
                  </a:cubicBezTo>
                  <a:lnTo>
                    <a:pt x="405" y="144"/>
                  </a:lnTo>
                  <a:cubicBezTo>
                    <a:pt x="405" y="108"/>
                    <a:pt x="405" y="78"/>
                    <a:pt x="363" y="45"/>
                  </a:cubicBezTo>
                  <a:cubicBezTo>
                    <a:pt x="318" y="14"/>
                    <a:pt x="263" y="0"/>
                    <a:pt x="208" y="0"/>
                  </a:cubicBezTo>
                  <a:cubicBezTo>
                    <a:pt x="114" y="0"/>
                    <a:pt x="32" y="40"/>
                    <a:pt x="32" y="94"/>
                  </a:cubicBezTo>
                  <a:cubicBezTo>
                    <a:pt x="32" y="120"/>
                    <a:pt x="55" y="134"/>
                    <a:pt x="88" y="134"/>
                  </a:cubicBezTo>
                  <a:cubicBezTo>
                    <a:pt x="117" y="134"/>
                    <a:pt x="139" y="118"/>
                    <a:pt x="139" y="94"/>
                  </a:cubicBezTo>
                  <a:cubicBezTo>
                    <a:pt x="139" y="85"/>
                    <a:pt x="133" y="57"/>
                    <a:pt x="81" y="57"/>
                  </a:cubicBezTo>
                  <a:cubicBezTo>
                    <a:pt x="110" y="28"/>
                    <a:pt x="169" y="19"/>
                    <a:pt x="204" y="19"/>
                  </a:cubicBezTo>
                  <a:cubicBezTo>
                    <a:pt x="259" y="19"/>
                    <a:pt x="324" y="52"/>
                    <a:pt x="324" y="125"/>
                  </a:cubicBezTo>
                  <a:lnTo>
                    <a:pt x="324" y="156"/>
                  </a:lnTo>
                  <a:cubicBezTo>
                    <a:pt x="266" y="158"/>
                    <a:pt x="188" y="160"/>
                    <a:pt x="114" y="186"/>
                  </a:cubicBezTo>
                  <a:cubicBezTo>
                    <a:pt x="29" y="215"/>
                    <a:pt x="0" y="257"/>
                    <a:pt x="0" y="295"/>
                  </a:cubicBezTo>
                  <a:cubicBezTo>
                    <a:pt x="0" y="361"/>
                    <a:pt x="110" y="382"/>
                    <a:pt x="185" y="382"/>
                  </a:cubicBezTo>
                  <a:cubicBezTo>
                    <a:pt x="259" y="382"/>
                    <a:pt x="311" y="349"/>
                    <a:pt x="334" y="311"/>
                  </a:cubicBezTo>
                  <a:close/>
                  <a:moveTo>
                    <a:pt x="324" y="175"/>
                  </a:moveTo>
                  <a:lnTo>
                    <a:pt x="324" y="257"/>
                  </a:lnTo>
                  <a:cubicBezTo>
                    <a:pt x="324" y="337"/>
                    <a:pt x="243" y="366"/>
                    <a:pt x="191" y="366"/>
                  </a:cubicBezTo>
                  <a:cubicBezTo>
                    <a:pt x="136" y="366"/>
                    <a:pt x="88" y="335"/>
                    <a:pt x="88" y="292"/>
                  </a:cubicBezTo>
                  <a:cubicBezTo>
                    <a:pt x="88" y="248"/>
                    <a:pt x="136" y="179"/>
                    <a:pt x="324" y="175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4AC1E4C-2C0D-4946-269D-75FFCE7A8657}"/>
                </a:ext>
              </a:extLst>
            </p:cNvPr>
            <p:cNvSpPr/>
            <p:nvPr/>
          </p:nvSpPr>
          <p:spPr>
            <a:xfrm>
              <a:off x="900000" y="1440720"/>
              <a:ext cx="207360" cy="128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77" h="358">
                  <a:moveTo>
                    <a:pt x="315" y="163"/>
                  </a:moveTo>
                  <a:cubicBezTo>
                    <a:pt x="350" y="132"/>
                    <a:pt x="392" y="92"/>
                    <a:pt x="422" y="68"/>
                  </a:cubicBezTo>
                  <a:cubicBezTo>
                    <a:pt x="457" y="40"/>
                    <a:pt x="503" y="26"/>
                    <a:pt x="558" y="26"/>
                  </a:cubicBezTo>
                  <a:lnTo>
                    <a:pt x="558" y="0"/>
                  </a:lnTo>
                  <a:cubicBezTo>
                    <a:pt x="529" y="2"/>
                    <a:pt x="493" y="2"/>
                    <a:pt x="464" y="2"/>
                  </a:cubicBezTo>
                  <a:cubicBezTo>
                    <a:pt x="428" y="2"/>
                    <a:pt x="367" y="0"/>
                    <a:pt x="354" y="0"/>
                  </a:cubicBezTo>
                  <a:lnTo>
                    <a:pt x="354" y="26"/>
                  </a:lnTo>
                  <a:cubicBezTo>
                    <a:pt x="376" y="28"/>
                    <a:pt x="386" y="38"/>
                    <a:pt x="386" y="52"/>
                  </a:cubicBezTo>
                  <a:cubicBezTo>
                    <a:pt x="386" y="66"/>
                    <a:pt x="376" y="75"/>
                    <a:pt x="370" y="80"/>
                  </a:cubicBezTo>
                  <a:lnTo>
                    <a:pt x="298" y="146"/>
                  </a:lnTo>
                  <a:lnTo>
                    <a:pt x="208" y="61"/>
                  </a:lnTo>
                  <a:cubicBezTo>
                    <a:pt x="198" y="54"/>
                    <a:pt x="198" y="52"/>
                    <a:pt x="198" y="47"/>
                  </a:cubicBezTo>
                  <a:cubicBezTo>
                    <a:pt x="198" y="35"/>
                    <a:pt x="214" y="26"/>
                    <a:pt x="240" y="26"/>
                  </a:cubicBezTo>
                  <a:lnTo>
                    <a:pt x="240" y="0"/>
                  </a:lnTo>
                  <a:cubicBezTo>
                    <a:pt x="208" y="0"/>
                    <a:pt x="133" y="2"/>
                    <a:pt x="114" y="2"/>
                  </a:cubicBezTo>
                  <a:cubicBezTo>
                    <a:pt x="91" y="2"/>
                    <a:pt x="36" y="2"/>
                    <a:pt x="6" y="0"/>
                  </a:cubicBezTo>
                  <a:lnTo>
                    <a:pt x="6" y="26"/>
                  </a:lnTo>
                  <a:cubicBezTo>
                    <a:pt x="88" y="26"/>
                    <a:pt x="88" y="26"/>
                    <a:pt x="139" y="78"/>
                  </a:cubicBezTo>
                  <a:lnTo>
                    <a:pt x="253" y="184"/>
                  </a:lnTo>
                  <a:lnTo>
                    <a:pt x="146" y="283"/>
                  </a:lnTo>
                  <a:cubicBezTo>
                    <a:pt x="91" y="333"/>
                    <a:pt x="23" y="335"/>
                    <a:pt x="0" y="335"/>
                  </a:cubicBezTo>
                  <a:lnTo>
                    <a:pt x="0" y="358"/>
                  </a:lnTo>
                  <a:cubicBezTo>
                    <a:pt x="29" y="358"/>
                    <a:pt x="65" y="356"/>
                    <a:pt x="94" y="356"/>
                  </a:cubicBezTo>
                  <a:cubicBezTo>
                    <a:pt x="130" y="356"/>
                    <a:pt x="175" y="358"/>
                    <a:pt x="204" y="358"/>
                  </a:cubicBezTo>
                  <a:lnTo>
                    <a:pt x="204" y="335"/>
                  </a:lnTo>
                  <a:cubicBezTo>
                    <a:pt x="178" y="330"/>
                    <a:pt x="172" y="321"/>
                    <a:pt x="172" y="309"/>
                  </a:cubicBezTo>
                  <a:cubicBezTo>
                    <a:pt x="172" y="290"/>
                    <a:pt x="204" y="262"/>
                    <a:pt x="272" y="203"/>
                  </a:cubicBezTo>
                  <a:lnTo>
                    <a:pt x="360" y="285"/>
                  </a:lnTo>
                  <a:cubicBezTo>
                    <a:pt x="370" y="295"/>
                    <a:pt x="386" y="309"/>
                    <a:pt x="386" y="314"/>
                  </a:cubicBezTo>
                  <a:cubicBezTo>
                    <a:pt x="386" y="321"/>
                    <a:pt x="376" y="333"/>
                    <a:pt x="344" y="335"/>
                  </a:cubicBezTo>
                  <a:lnTo>
                    <a:pt x="344" y="358"/>
                  </a:lnTo>
                  <a:cubicBezTo>
                    <a:pt x="379" y="358"/>
                    <a:pt x="441" y="356"/>
                    <a:pt x="467" y="356"/>
                  </a:cubicBezTo>
                  <a:cubicBezTo>
                    <a:pt x="499" y="356"/>
                    <a:pt x="545" y="358"/>
                    <a:pt x="577" y="358"/>
                  </a:cubicBezTo>
                  <a:lnTo>
                    <a:pt x="577" y="335"/>
                  </a:lnTo>
                  <a:cubicBezTo>
                    <a:pt x="516" y="335"/>
                    <a:pt x="496" y="333"/>
                    <a:pt x="470" y="309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FC5AC49-2D5F-1391-94EE-37105B92C4E4}"/>
                </a:ext>
              </a:extLst>
            </p:cNvPr>
            <p:cNvSpPr/>
            <p:nvPr/>
          </p:nvSpPr>
          <p:spPr>
            <a:xfrm>
              <a:off x="1390319" y="1104480"/>
              <a:ext cx="176040" cy="946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90" h="264">
                  <a:moveTo>
                    <a:pt x="62" y="222"/>
                  </a:moveTo>
                  <a:cubicBezTo>
                    <a:pt x="58" y="229"/>
                    <a:pt x="52" y="243"/>
                    <a:pt x="52" y="245"/>
                  </a:cubicBezTo>
                  <a:cubicBezTo>
                    <a:pt x="52" y="257"/>
                    <a:pt x="68" y="264"/>
                    <a:pt x="81" y="264"/>
                  </a:cubicBezTo>
                  <a:cubicBezTo>
                    <a:pt x="94" y="264"/>
                    <a:pt x="107" y="257"/>
                    <a:pt x="110" y="250"/>
                  </a:cubicBezTo>
                  <a:cubicBezTo>
                    <a:pt x="114" y="245"/>
                    <a:pt x="120" y="226"/>
                    <a:pt x="126" y="215"/>
                  </a:cubicBezTo>
                  <a:cubicBezTo>
                    <a:pt x="130" y="203"/>
                    <a:pt x="139" y="177"/>
                    <a:pt x="143" y="163"/>
                  </a:cubicBezTo>
                  <a:cubicBezTo>
                    <a:pt x="149" y="149"/>
                    <a:pt x="152" y="137"/>
                    <a:pt x="156" y="123"/>
                  </a:cubicBezTo>
                  <a:cubicBezTo>
                    <a:pt x="165" y="99"/>
                    <a:pt x="169" y="94"/>
                    <a:pt x="191" y="71"/>
                  </a:cubicBezTo>
                  <a:cubicBezTo>
                    <a:pt x="214" y="47"/>
                    <a:pt x="250" y="17"/>
                    <a:pt x="311" y="17"/>
                  </a:cubicBezTo>
                  <a:cubicBezTo>
                    <a:pt x="357" y="17"/>
                    <a:pt x="357" y="47"/>
                    <a:pt x="357" y="57"/>
                  </a:cubicBezTo>
                  <a:cubicBezTo>
                    <a:pt x="357" y="92"/>
                    <a:pt x="324" y="158"/>
                    <a:pt x="311" y="182"/>
                  </a:cubicBezTo>
                  <a:cubicBezTo>
                    <a:pt x="302" y="198"/>
                    <a:pt x="298" y="203"/>
                    <a:pt x="298" y="215"/>
                  </a:cubicBezTo>
                  <a:cubicBezTo>
                    <a:pt x="298" y="245"/>
                    <a:pt x="334" y="264"/>
                    <a:pt x="376" y="264"/>
                  </a:cubicBezTo>
                  <a:cubicBezTo>
                    <a:pt x="454" y="264"/>
                    <a:pt x="490" y="184"/>
                    <a:pt x="490" y="175"/>
                  </a:cubicBezTo>
                  <a:cubicBezTo>
                    <a:pt x="490" y="167"/>
                    <a:pt x="480" y="167"/>
                    <a:pt x="477" y="167"/>
                  </a:cubicBezTo>
                  <a:cubicBezTo>
                    <a:pt x="467" y="167"/>
                    <a:pt x="467" y="170"/>
                    <a:pt x="464" y="177"/>
                  </a:cubicBezTo>
                  <a:cubicBezTo>
                    <a:pt x="444" y="224"/>
                    <a:pt x="409" y="248"/>
                    <a:pt x="376" y="248"/>
                  </a:cubicBezTo>
                  <a:cubicBezTo>
                    <a:pt x="360" y="248"/>
                    <a:pt x="357" y="241"/>
                    <a:pt x="357" y="226"/>
                  </a:cubicBezTo>
                  <a:cubicBezTo>
                    <a:pt x="357" y="215"/>
                    <a:pt x="360" y="205"/>
                    <a:pt x="376" y="179"/>
                  </a:cubicBezTo>
                  <a:cubicBezTo>
                    <a:pt x="386" y="163"/>
                    <a:pt x="418" y="99"/>
                    <a:pt x="418" y="66"/>
                  </a:cubicBezTo>
                  <a:cubicBezTo>
                    <a:pt x="418" y="9"/>
                    <a:pt x="357" y="0"/>
                    <a:pt x="315" y="0"/>
                  </a:cubicBezTo>
                  <a:cubicBezTo>
                    <a:pt x="247" y="0"/>
                    <a:pt x="201" y="31"/>
                    <a:pt x="178" y="54"/>
                  </a:cubicBezTo>
                  <a:cubicBezTo>
                    <a:pt x="172" y="12"/>
                    <a:pt x="126" y="0"/>
                    <a:pt x="91" y="0"/>
                  </a:cubicBezTo>
                  <a:cubicBezTo>
                    <a:pt x="58" y="0"/>
                    <a:pt x="39" y="19"/>
                    <a:pt x="29" y="31"/>
                  </a:cubicBezTo>
                  <a:cubicBezTo>
                    <a:pt x="10" y="54"/>
                    <a:pt x="0" y="87"/>
                    <a:pt x="0" y="90"/>
                  </a:cubicBezTo>
                  <a:cubicBezTo>
                    <a:pt x="0" y="97"/>
                    <a:pt x="10" y="97"/>
                    <a:pt x="13" y="97"/>
                  </a:cubicBezTo>
                  <a:cubicBezTo>
                    <a:pt x="26" y="97"/>
                    <a:pt x="26" y="94"/>
                    <a:pt x="32" y="80"/>
                  </a:cubicBezTo>
                  <a:cubicBezTo>
                    <a:pt x="42" y="45"/>
                    <a:pt x="58" y="17"/>
                    <a:pt x="91" y="17"/>
                  </a:cubicBezTo>
                  <a:cubicBezTo>
                    <a:pt x="110" y="17"/>
                    <a:pt x="117" y="28"/>
                    <a:pt x="117" y="45"/>
                  </a:cubicBezTo>
                  <a:cubicBezTo>
                    <a:pt x="117" y="57"/>
                    <a:pt x="110" y="78"/>
                    <a:pt x="104" y="94"/>
                  </a:cubicBezTo>
                  <a:cubicBezTo>
                    <a:pt x="97" y="108"/>
                    <a:pt x="91" y="134"/>
                    <a:pt x="84" y="146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8BAAF7A-DA1B-7CEF-6221-A2372C152D78}"/>
                </a:ext>
              </a:extLst>
            </p:cNvPr>
            <p:cNvSpPr/>
            <p:nvPr/>
          </p:nvSpPr>
          <p:spPr>
            <a:xfrm>
              <a:off x="1204559" y="1286280"/>
              <a:ext cx="547200" cy="4183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21" h="1163">
                  <a:moveTo>
                    <a:pt x="1382" y="1163"/>
                  </a:moveTo>
                  <a:lnTo>
                    <a:pt x="1521" y="896"/>
                  </a:lnTo>
                  <a:lnTo>
                    <a:pt x="1492" y="896"/>
                  </a:lnTo>
                  <a:cubicBezTo>
                    <a:pt x="1447" y="983"/>
                    <a:pt x="1327" y="1040"/>
                    <a:pt x="1194" y="1064"/>
                  </a:cubicBezTo>
                  <a:cubicBezTo>
                    <a:pt x="1171" y="1068"/>
                    <a:pt x="1057" y="1090"/>
                    <a:pt x="840" y="1090"/>
                  </a:cubicBezTo>
                  <a:lnTo>
                    <a:pt x="149" y="1090"/>
                  </a:lnTo>
                  <a:lnTo>
                    <a:pt x="733" y="594"/>
                  </a:lnTo>
                  <a:cubicBezTo>
                    <a:pt x="740" y="587"/>
                    <a:pt x="743" y="585"/>
                    <a:pt x="743" y="582"/>
                  </a:cubicBezTo>
                  <a:cubicBezTo>
                    <a:pt x="743" y="580"/>
                    <a:pt x="743" y="578"/>
                    <a:pt x="733" y="568"/>
                  </a:cubicBezTo>
                  <a:lnTo>
                    <a:pt x="201" y="40"/>
                  </a:lnTo>
                  <a:lnTo>
                    <a:pt x="827" y="40"/>
                  </a:lnTo>
                  <a:cubicBezTo>
                    <a:pt x="983" y="40"/>
                    <a:pt x="1087" y="52"/>
                    <a:pt x="1096" y="54"/>
                  </a:cubicBezTo>
                  <a:cubicBezTo>
                    <a:pt x="1158" y="59"/>
                    <a:pt x="1255" y="73"/>
                    <a:pt x="1346" y="116"/>
                  </a:cubicBezTo>
                  <a:cubicBezTo>
                    <a:pt x="1375" y="130"/>
                    <a:pt x="1453" y="165"/>
                    <a:pt x="1492" y="233"/>
                  </a:cubicBezTo>
                  <a:lnTo>
                    <a:pt x="1521" y="233"/>
                  </a:lnTo>
                  <a:lnTo>
                    <a:pt x="1382" y="0"/>
                  </a:lnTo>
                  <a:lnTo>
                    <a:pt x="32" y="0"/>
                  </a:lnTo>
                  <a:cubicBezTo>
                    <a:pt x="6" y="0"/>
                    <a:pt x="3" y="0"/>
                    <a:pt x="0" y="5"/>
                  </a:cubicBezTo>
                  <a:cubicBezTo>
                    <a:pt x="0" y="9"/>
                    <a:pt x="0" y="24"/>
                    <a:pt x="0" y="33"/>
                  </a:cubicBezTo>
                  <a:lnTo>
                    <a:pt x="603" y="634"/>
                  </a:lnTo>
                  <a:lnTo>
                    <a:pt x="13" y="1139"/>
                  </a:lnTo>
                  <a:cubicBezTo>
                    <a:pt x="0" y="1148"/>
                    <a:pt x="0" y="1153"/>
                    <a:pt x="0" y="1153"/>
                  </a:cubicBezTo>
                  <a:cubicBezTo>
                    <a:pt x="0" y="1163"/>
                    <a:pt x="10" y="1163"/>
                    <a:pt x="32" y="1163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FE847C6-45FE-CF34-F62D-9FB7754DBD8E}"/>
                </a:ext>
              </a:extLst>
            </p:cNvPr>
            <p:cNvSpPr/>
            <p:nvPr/>
          </p:nvSpPr>
          <p:spPr>
            <a:xfrm>
              <a:off x="1225800" y="1782720"/>
              <a:ext cx="88560" cy="141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47" h="394">
                  <a:moveTo>
                    <a:pt x="224" y="21"/>
                  </a:moveTo>
                  <a:cubicBezTo>
                    <a:pt x="224" y="12"/>
                    <a:pt x="214" y="0"/>
                    <a:pt x="191" y="0"/>
                  </a:cubicBezTo>
                  <a:cubicBezTo>
                    <a:pt x="169" y="0"/>
                    <a:pt x="146" y="14"/>
                    <a:pt x="146" y="33"/>
                  </a:cubicBezTo>
                  <a:cubicBezTo>
                    <a:pt x="146" y="42"/>
                    <a:pt x="156" y="54"/>
                    <a:pt x="178" y="54"/>
                  </a:cubicBezTo>
                  <a:cubicBezTo>
                    <a:pt x="201" y="54"/>
                    <a:pt x="224" y="38"/>
                    <a:pt x="224" y="21"/>
                  </a:cubicBezTo>
                  <a:close/>
                  <a:moveTo>
                    <a:pt x="58" y="318"/>
                  </a:moveTo>
                  <a:cubicBezTo>
                    <a:pt x="55" y="325"/>
                    <a:pt x="52" y="333"/>
                    <a:pt x="52" y="344"/>
                  </a:cubicBezTo>
                  <a:cubicBezTo>
                    <a:pt x="52" y="370"/>
                    <a:pt x="84" y="394"/>
                    <a:pt x="130" y="394"/>
                  </a:cubicBezTo>
                  <a:cubicBezTo>
                    <a:pt x="211" y="394"/>
                    <a:pt x="247" y="311"/>
                    <a:pt x="247" y="304"/>
                  </a:cubicBezTo>
                  <a:cubicBezTo>
                    <a:pt x="247" y="295"/>
                    <a:pt x="234" y="295"/>
                    <a:pt x="234" y="295"/>
                  </a:cubicBezTo>
                  <a:cubicBezTo>
                    <a:pt x="221" y="295"/>
                    <a:pt x="221" y="300"/>
                    <a:pt x="217" y="307"/>
                  </a:cubicBezTo>
                  <a:cubicBezTo>
                    <a:pt x="198" y="351"/>
                    <a:pt x="162" y="377"/>
                    <a:pt x="130" y="377"/>
                  </a:cubicBezTo>
                  <a:cubicBezTo>
                    <a:pt x="114" y="377"/>
                    <a:pt x="110" y="368"/>
                    <a:pt x="110" y="356"/>
                  </a:cubicBezTo>
                  <a:cubicBezTo>
                    <a:pt x="110" y="342"/>
                    <a:pt x="117" y="333"/>
                    <a:pt x="123" y="318"/>
                  </a:cubicBezTo>
                  <a:cubicBezTo>
                    <a:pt x="133" y="302"/>
                    <a:pt x="139" y="288"/>
                    <a:pt x="149" y="271"/>
                  </a:cubicBezTo>
                  <a:cubicBezTo>
                    <a:pt x="156" y="257"/>
                    <a:pt x="185" y="205"/>
                    <a:pt x="188" y="198"/>
                  </a:cubicBezTo>
                  <a:cubicBezTo>
                    <a:pt x="191" y="191"/>
                    <a:pt x="195" y="184"/>
                    <a:pt x="195" y="179"/>
                  </a:cubicBezTo>
                  <a:cubicBezTo>
                    <a:pt x="195" y="151"/>
                    <a:pt x="162" y="130"/>
                    <a:pt x="117" y="130"/>
                  </a:cubicBezTo>
                  <a:cubicBezTo>
                    <a:pt x="36" y="130"/>
                    <a:pt x="0" y="210"/>
                    <a:pt x="0" y="219"/>
                  </a:cubicBezTo>
                  <a:cubicBezTo>
                    <a:pt x="0" y="226"/>
                    <a:pt x="10" y="226"/>
                    <a:pt x="13" y="226"/>
                  </a:cubicBezTo>
                  <a:cubicBezTo>
                    <a:pt x="26" y="226"/>
                    <a:pt x="26" y="224"/>
                    <a:pt x="29" y="217"/>
                  </a:cubicBezTo>
                  <a:cubicBezTo>
                    <a:pt x="49" y="167"/>
                    <a:pt x="84" y="146"/>
                    <a:pt x="114" y="146"/>
                  </a:cubicBezTo>
                  <a:cubicBezTo>
                    <a:pt x="126" y="146"/>
                    <a:pt x="136" y="151"/>
                    <a:pt x="136" y="167"/>
                  </a:cubicBezTo>
                  <a:cubicBezTo>
                    <a:pt x="136" y="179"/>
                    <a:pt x="130" y="189"/>
                    <a:pt x="110" y="224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897E9F9-6396-6265-5626-EDC0F564058C}"/>
                </a:ext>
              </a:extLst>
            </p:cNvPr>
            <p:cNvSpPr/>
            <p:nvPr/>
          </p:nvSpPr>
          <p:spPr>
            <a:xfrm>
              <a:off x="1348200" y="1841399"/>
              <a:ext cx="212040" cy="56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90" h="158">
                  <a:moveTo>
                    <a:pt x="561" y="28"/>
                  </a:moveTo>
                  <a:cubicBezTo>
                    <a:pt x="571" y="28"/>
                    <a:pt x="590" y="28"/>
                    <a:pt x="590" y="14"/>
                  </a:cubicBezTo>
                  <a:cubicBezTo>
                    <a:pt x="590" y="0"/>
                    <a:pt x="571" y="0"/>
                    <a:pt x="561" y="0"/>
                  </a:cubicBezTo>
                  <a:lnTo>
                    <a:pt x="29" y="0"/>
                  </a:lnTo>
                  <a:cubicBezTo>
                    <a:pt x="19" y="0"/>
                    <a:pt x="0" y="0"/>
                    <a:pt x="0" y="14"/>
                  </a:cubicBezTo>
                  <a:cubicBezTo>
                    <a:pt x="0" y="28"/>
                    <a:pt x="19" y="28"/>
                    <a:pt x="29" y="28"/>
                  </a:cubicBezTo>
                  <a:close/>
                  <a:moveTo>
                    <a:pt x="561" y="158"/>
                  </a:moveTo>
                  <a:cubicBezTo>
                    <a:pt x="571" y="158"/>
                    <a:pt x="590" y="158"/>
                    <a:pt x="590" y="144"/>
                  </a:cubicBezTo>
                  <a:cubicBezTo>
                    <a:pt x="590" y="130"/>
                    <a:pt x="571" y="130"/>
                    <a:pt x="561" y="130"/>
                  </a:cubicBezTo>
                  <a:lnTo>
                    <a:pt x="29" y="130"/>
                  </a:lnTo>
                  <a:cubicBezTo>
                    <a:pt x="19" y="130"/>
                    <a:pt x="0" y="130"/>
                    <a:pt x="0" y="144"/>
                  </a:cubicBezTo>
                  <a:cubicBezTo>
                    <a:pt x="0" y="158"/>
                    <a:pt x="19" y="158"/>
                    <a:pt x="29" y="158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AB5D154-23E5-7EC5-AC4D-17FD6F5ED5DF}"/>
                </a:ext>
              </a:extLst>
            </p:cNvPr>
            <p:cNvSpPr/>
            <p:nvPr/>
          </p:nvSpPr>
          <p:spPr>
            <a:xfrm>
              <a:off x="1611000" y="1782720"/>
              <a:ext cx="105840" cy="1389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95" h="387">
                  <a:moveTo>
                    <a:pt x="182" y="17"/>
                  </a:moveTo>
                  <a:cubicBezTo>
                    <a:pt x="182" y="0"/>
                    <a:pt x="182" y="0"/>
                    <a:pt x="159" y="0"/>
                  </a:cubicBezTo>
                  <a:cubicBezTo>
                    <a:pt x="107" y="38"/>
                    <a:pt x="32" y="38"/>
                    <a:pt x="0" y="38"/>
                  </a:cubicBezTo>
                  <a:lnTo>
                    <a:pt x="0" y="59"/>
                  </a:lnTo>
                  <a:cubicBezTo>
                    <a:pt x="19" y="59"/>
                    <a:pt x="71" y="59"/>
                    <a:pt x="117" y="42"/>
                  </a:cubicBezTo>
                  <a:lnTo>
                    <a:pt x="117" y="340"/>
                  </a:lnTo>
                  <a:cubicBezTo>
                    <a:pt x="117" y="358"/>
                    <a:pt x="117" y="366"/>
                    <a:pt x="36" y="366"/>
                  </a:cubicBezTo>
                  <a:lnTo>
                    <a:pt x="6" y="366"/>
                  </a:lnTo>
                  <a:lnTo>
                    <a:pt x="6" y="387"/>
                  </a:lnTo>
                  <a:cubicBezTo>
                    <a:pt x="19" y="387"/>
                    <a:pt x="120" y="384"/>
                    <a:pt x="149" y="384"/>
                  </a:cubicBezTo>
                  <a:cubicBezTo>
                    <a:pt x="175" y="384"/>
                    <a:pt x="276" y="387"/>
                    <a:pt x="295" y="387"/>
                  </a:cubicBezTo>
                  <a:lnTo>
                    <a:pt x="295" y="366"/>
                  </a:lnTo>
                  <a:lnTo>
                    <a:pt x="263" y="366"/>
                  </a:lnTo>
                  <a:cubicBezTo>
                    <a:pt x="182" y="366"/>
                    <a:pt x="182" y="358"/>
                    <a:pt x="182" y="340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CD3188A-E2C6-28AA-A58B-2036DD26C54D}"/>
                </a:ext>
              </a:extLst>
            </p:cNvPr>
            <p:cNvSpPr/>
            <p:nvPr/>
          </p:nvSpPr>
          <p:spPr>
            <a:xfrm>
              <a:off x="1865519" y="1365840"/>
              <a:ext cx="408240" cy="2109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35" h="587">
                  <a:moveTo>
                    <a:pt x="986" y="97"/>
                  </a:moveTo>
                  <a:cubicBezTo>
                    <a:pt x="1015" y="59"/>
                    <a:pt x="1041" y="31"/>
                    <a:pt x="1113" y="26"/>
                  </a:cubicBezTo>
                  <a:cubicBezTo>
                    <a:pt x="1125" y="26"/>
                    <a:pt x="1135" y="26"/>
                    <a:pt x="1135" y="9"/>
                  </a:cubicBezTo>
                  <a:cubicBezTo>
                    <a:pt x="1135" y="5"/>
                    <a:pt x="1132" y="0"/>
                    <a:pt x="1122" y="0"/>
                  </a:cubicBezTo>
                  <a:cubicBezTo>
                    <a:pt x="1093" y="0"/>
                    <a:pt x="1061" y="2"/>
                    <a:pt x="1035" y="2"/>
                  </a:cubicBezTo>
                  <a:cubicBezTo>
                    <a:pt x="996" y="2"/>
                    <a:pt x="954" y="0"/>
                    <a:pt x="915" y="0"/>
                  </a:cubicBezTo>
                  <a:cubicBezTo>
                    <a:pt x="908" y="0"/>
                    <a:pt x="892" y="0"/>
                    <a:pt x="892" y="17"/>
                  </a:cubicBezTo>
                  <a:cubicBezTo>
                    <a:pt x="892" y="26"/>
                    <a:pt x="902" y="26"/>
                    <a:pt x="911" y="26"/>
                  </a:cubicBezTo>
                  <a:cubicBezTo>
                    <a:pt x="937" y="26"/>
                    <a:pt x="976" y="33"/>
                    <a:pt x="976" y="59"/>
                  </a:cubicBezTo>
                  <a:cubicBezTo>
                    <a:pt x="976" y="68"/>
                    <a:pt x="973" y="73"/>
                    <a:pt x="963" y="85"/>
                  </a:cubicBezTo>
                  <a:lnTo>
                    <a:pt x="655" y="479"/>
                  </a:lnTo>
                  <a:lnTo>
                    <a:pt x="613" y="66"/>
                  </a:lnTo>
                  <a:cubicBezTo>
                    <a:pt x="610" y="47"/>
                    <a:pt x="610" y="26"/>
                    <a:pt x="691" y="26"/>
                  </a:cubicBezTo>
                  <a:cubicBezTo>
                    <a:pt x="710" y="26"/>
                    <a:pt x="723" y="26"/>
                    <a:pt x="723" y="9"/>
                  </a:cubicBezTo>
                  <a:cubicBezTo>
                    <a:pt x="723" y="0"/>
                    <a:pt x="710" y="0"/>
                    <a:pt x="704" y="0"/>
                  </a:cubicBezTo>
                  <a:cubicBezTo>
                    <a:pt x="658" y="0"/>
                    <a:pt x="613" y="2"/>
                    <a:pt x="564" y="2"/>
                  </a:cubicBezTo>
                  <a:cubicBezTo>
                    <a:pt x="538" y="2"/>
                    <a:pt x="474" y="0"/>
                    <a:pt x="444" y="0"/>
                  </a:cubicBezTo>
                  <a:cubicBezTo>
                    <a:pt x="438" y="0"/>
                    <a:pt x="425" y="0"/>
                    <a:pt x="425" y="17"/>
                  </a:cubicBezTo>
                  <a:cubicBezTo>
                    <a:pt x="425" y="26"/>
                    <a:pt x="435" y="26"/>
                    <a:pt x="451" y="26"/>
                  </a:cubicBezTo>
                  <a:cubicBezTo>
                    <a:pt x="503" y="26"/>
                    <a:pt x="509" y="31"/>
                    <a:pt x="512" y="47"/>
                  </a:cubicBezTo>
                  <a:lnTo>
                    <a:pt x="519" y="111"/>
                  </a:lnTo>
                  <a:lnTo>
                    <a:pt x="230" y="479"/>
                  </a:lnTo>
                  <a:lnTo>
                    <a:pt x="185" y="57"/>
                  </a:lnTo>
                  <a:cubicBezTo>
                    <a:pt x="185" y="45"/>
                    <a:pt x="185" y="26"/>
                    <a:pt x="272" y="26"/>
                  </a:cubicBezTo>
                  <a:cubicBezTo>
                    <a:pt x="285" y="26"/>
                    <a:pt x="298" y="26"/>
                    <a:pt x="298" y="9"/>
                  </a:cubicBezTo>
                  <a:cubicBezTo>
                    <a:pt x="298" y="0"/>
                    <a:pt x="282" y="0"/>
                    <a:pt x="282" y="0"/>
                  </a:cubicBezTo>
                  <a:cubicBezTo>
                    <a:pt x="237" y="0"/>
                    <a:pt x="188" y="2"/>
                    <a:pt x="139" y="2"/>
                  </a:cubicBezTo>
                  <a:cubicBezTo>
                    <a:pt x="101" y="2"/>
                    <a:pt x="58" y="0"/>
                    <a:pt x="19" y="0"/>
                  </a:cubicBezTo>
                  <a:cubicBezTo>
                    <a:pt x="16" y="0"/>
                    <a:pt x="0" y="0"/>
                    <a:pt x="0" y="17"/>
                  </a:cubicBezTo>
                  <a:cubicBezTo>
                    <a:pt x="0" y="26"/>
                    <a:pt x="10" y="26"/>
                    <a:pt x="29" y="26"/>
                  </a:cubicBezTo>
                  <a:cubicBezTo>
                    <a:pt x="84" y="26"/>
                    <a:pt x="88" y="33"/>
                    <a:pt x="91" y="57"/>
                  </a:cubicBezTo>
                  <a:lnTo>
                    <a:pt x="139" y="566"/>
                  </a:lnTo>
                  <a:cubicBezTo>
                    <a:pt x="143" y="580"/>
                    <a:pt x="143" y="587"/>
                    <a:pt x="159" y="587"/>
                  </a:cubicBezTo>
                  <a:cubicBezTo>
                    <a:pt x="172" y="587"/>
                    <a:pt x="175" y="582"/>
                    <a:pt x="185" y="568"/>
                  </a:cubicBezTo>
                  <a:lnTo>
                    <a:pt x="522" y="144"/>
                  </a:lnTo>
                  <a:lnTo>
                    <a:pt x="564" y="566"/>
                  </a:lnTo>
                  <a:cubicBezTo>
                    <a:pt x="568" y="582"/>
                    <a:pt x="571" y="587"/>
                    <a:pt x="584" y="587"/>
                  </a:cubicBezTo>
                  <a:cubicBezTo>
                    <a:pt x="597" y="587"/>
                    <a:pt x="603" y="578"/>
                    <a:pt x="610" y="571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AE4EDAF-35B0-33CF-6637-75A9EDB9E4E0}"/>
                </a:ext>
              </a:extLst>
            </p:cNvPr>
            <p:cNvSpPr/>
            <p:nvPr/>
          </p:nvSpPr>
          <p:spPr>
            <a:xfrm>
              <a:off x="2242800" y="1475640"/>
              <a:ext cx="88560" cy="141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47" h="394">
                  <a:moveTo>
                    <a:pt x="224" y="21"/>
                  </a:moveTo>
                  <a:cubicBezTo>
                    <a:pt x="224" y="12"/>
                    <a:pt x="214" y="0"/>
                    <a:pt x="191" y="0"/>
                  </a:cubicBezTo>
                  <a:cubicBezTo>
                    <a:pt x="169" y="0"/>
                    <a:pt x="146" y="14"/>
                    <a:pt x="146" y="33"/>
                  </a:cubicBezTo>
                  <a:cubicBezTo>
                    <a:pt x="146" y="42"/>
                    <a:pt x="156" y="54"/>
                    <a:pt x="178" y="54"/>
                  </a:cubicBezTo>
                  <a:cubicBezTo>
                    <a:pt x="201" y="54"/>
                    <a:pt x="224" y="38"/>
                    <a:pt x="224" y="21"/>
                  </a:cubicBezTo>
                  <a:close/>
                  <a:moveTo>
                    <a:pt x="58" y="318"/>
                  </a:moveTo>
                  <a:cubicBezTo>
                    <a:pt x="55" y="325"/>
                    <a:pt x="52" y="333"/>
                    <a:pt x="52" y="344"/>
                  </a:cubicBezTo>
                  <a:cubicBezTo>
                    <a:pt x="52" y="370"/>
                    <a:pt x="84" y="394"/>
                    <a:pt x="130" y="394"/>
                  </a:cubicBezTo>
                  <a:cubicBezTo>
                    <a:pt x="211" y="394"/>
                    <a:pt x="247" y="311"/>
                    <a:pt x="247" y="304"/>
                  </a:cubicBezTo>
                  <a:cubicBezTo>
                    <a:pt x="247" y="295"/>
                    <a:pt x="234" y="295"/>
                    <a:pt x="234" y="295"/>
                  </a:cubicBezTo>
                  <a:cubicBezTo>
                    <a:pt x="221" y="295"/>
                    <a:pt x="221" y="300"/>
                    <a:pt x="217" y="307"/>
                  </a:cubicBezTo>
                  <a:cubicBezTo>
                    <a:pt x="198" y="351"/>
                    <a:pt x="162" y="377"/>
                    <a:pt x="130" y="377"/>
                  </a:cubicBezTo>
                  <a:cubicBezTo>
                    <a:pt x="114" y="377"/>
                    <a:pt x="110" y="368"/>
                    <a:pt x="110" y="356"/>
                  </a:cubicBezTo>
                  <a:cubicBezTo>
                    <a:pt x="110" y="342"/>
                    <a:pt x="117" y="333"/>
                    <a:pt x="123" y="318"/>
                  </a:cubicBezTo>
                  <a:cubicBezTo>
                    <a:pt x="133" y="302"/>
                    <a:pt x="139" y="288"/>
                    <a:pt x="149" y="271"/>
                  </a:cubicBezTo>
                  <a:cubicBezTo>
                    <a:pt x="156" y="257"/>
                    <a:pt x="185" y="205"/>
                    <a:pt x="188" y="198"/>
                  </a:cubicBezTo>
                  <a:cubicBezTo>
                    <a:pt x="191" y="191"/>
                    <a:pt x="195" y="184"/>
                    <a:pt x="195" y="179"/>
                  </a:cubicBezTo>
                  <a:cubicBezTo>
                    <a:pt x="195" y="151"/>
                    <a:pt x="162" y="130"/>
                    <a:pt x="117" y="130"/>
                  </a:cubicBezTo>
                  <a:cubicBezTo>
                    <a:pt x="36" y="130"/>
                    <a:pt x="0" y="210"/>
                    <a:pt x="0" y="219"/>
                  </a:cubicBezTo>
                  <a:cubicBezTo>
                    <a:pt x="0" y="226"/>
                    <a:pt x="13" y="226"/>
                    <a:pt x="13" y="226"/>
                  </a:cubicBezTo>
                  <a:cubicBezTo>
                    <a:pt x="26" y="226"/>
                    <a:pt x="26" y="224"/>
                    <a:pt x="29" y="217"/>
                  </a:cubicBezTo>
                  <a:cubicBezTo>
                    <a:pt x="49" y="167"/>
                    <a:pt x="84" y="146"/>
                    <a:pt x="114" y="146"/>
                  </a:cubicBezTo>
                  <a:cubicBezTo>
                    <a:pt x="126" y="146"/>
                    <a:pt x="136" y="151"/>
                    <a:pt x="136" y="167"/>
                  </a:cubicBezTo>
                  <a:cubicBezTo>
                    <a:pt x="136" y="179"/>
                    <a:pt x="130" y="189"/>
                    <a:pt x="110" y="224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FA8A865-31B6-C735-6BD1-0EE2077268B8}"/>
                </a:ext>
              </a:extLst>
            </p:cNvPr>
            <p:cNvSpPr/>
            <p:nvPr/>
          </p:nvSpPr>
          <p:spPr>
            <a:xfrm>
              <a:off x="167760" y="2429640"/>
              <a:ext cx="135000" cy="1371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76" h="382">
                  <a:moveTo>
                    <a:pt x="201" y="212"/>
                  </a:moveTo>
                  <a:cubicBezTo>
                    <a:pt x="227" y="215"/>
                    <a:pt x="321" y="229"/>
                    <a:pt x="321" y="288"/>
                  </a:cubicBezTo>
                  <a:cubicBezTo>
                    <a:pt x="321" y="330"/>
                    <a:pt x="282" y="366"/>
                    <a:pt x="191" y="366"/>
                  </a:cubicBezTo>
                  <a:cubicBezTo>
                    <a:pt x="94" y="366"/>
                    <a:pt x="52" y="316"/>
                    <a:pt x="32" y="245"/>
                  </a:cubicBezTo>
                  <a:cubicBezTo>
                    <a:pt x="29" y="236"/>
                    <a:pt x="26" y="231"/>
                    <a:pt x="16" y="231"/>
                  </a:cubicBezTo>
                  <a:cubicBezTo>
                    <a:pt x="0" y="231"/>
                    <a:pt x="0" y="238"/>
                    <a:pt x="0" y="252"/>
                  </a:cubicBezTo>
                  <a:lnTo>
                    <a:pt x="0" y="363"/>
                  </a:lnTo>
                  <a:cubicBezTo>
                    <a:pt x="0" y="377"/>
                    <a:pt x="0" y="382"/>
                    <a:pt x="13" y="382"/>
                  </a:cubicBezTo>
                  <a:cubicBezTo>
                    <a:pt x="19" y="382"/>
                    <a:pt x="19" y="382"/>
                    <a:pt x="42" y="366"/>
                  </a:cubicBezTo>
                  <a:cubicBezTo>
                    <a:pt x="42" y="366"/>
                    <a:pt x="42" y="363"/>
                    <a:pt x="65" y="347"/>
                  </a:cubicBezTo>
                  <a:cubicBezTo>
                    <a:pt x="114" y="382"/>
                    <a:pt x="165" y="382"/>
                    <a:pt x="191" y="382"/>
                  </a:cubicBezTo>
                  <a:cubicBezTo>
                    <a:pt x="324" y="382"/>
                    <a:pt x="376" y="328"/>
                    <a:pt x="376" y="266"/>
                  </a:cubicBezTo>
                  <a:cubicBezTo>
                    <a:pt x="376" y="222"/>
                    <a:pt x="341" y="198"/>
                    <a:pt x="328" y="189"/>
                  </a:cubicBezTo>
                  <a:cubicBezTo>
                    <a:pt x="289" y="160"/>
                    <a:pt x="247" y="153"/>
                    <a:pt x="198" y="149"/>
                  </a:cubicBezTo>
                  <a:cubicBezTo>
                    <a:pt x="133" y="139"/>
                    <a:pt x="55" y="127"/>
                    <a:pt x="55" y="80"/>
                  </a:cubicBezTo>
                  <a:cubicBezTo>
                    <a:pt x="55" y="50"/>
                    <a:pt x="84" y="17"/>
                    <a:pt x="185" y="17"/>
                  </a:cubicBezTo>
                  <a:cubicBezTo>
                    <a:pt x="311" y="17"/>
                    <a:pt x="318" y="92"/>
                    <a:pt x="318" y="116"/>
                  </a:cubicBezTo>
                  <a:cubicBezTo>
                    <a:pt x="321" y="125"/>
                    <a:pt x="331" y="125"/>
                    <a:pt x="331" y="125"/>
                  </a:cubicBezTo>
                  <a:cubicBezTo>
                    <a:pt x="347" y="125"/>
                    <a:pt x="347" y="120"/>
                    <a:pt x="347" y="104"/>
                  </a:cubicBezTo>
                  <a:lnTo>
                    <a:pt x="347" y="19"/>
                  </a:lnTo>
                  <a:cubicBezTo>
                    <a:pt x="347" y="5"/>
                    <a:pt x="347" y="0"/>
                    <a:pt x="334" y="0"/>
                  </a:cubicBezTo>
                  <a:cubicBezTo>
                    <a:pt x="328" y="0"/>
                    <a:pt x="328" y="0"/>
                    <a:pt x="311" y="9"/>
                  </a:cubicBezTo>
                  <a:cubicBezTo>
                    <a:pt x="308" y="14"/>
                    <a:pt x="295" y="21"/>
                    <a:pt x="292" y="24"/>
                  </a:cubicBezTo>
                  <a:cubicBezTo>
                    <a:pt x="250" y="0"/>
                    <a:pt x="201" y="0"/>
                    <a:pt x="185" y="0"/>
                  </a:cubicBezTo>
                  <a:cubicBezTo>
                    <a:pt x="42" y="0"/>
                    <a:pt x="0" y="57"/>
                    <a:pt x="0" y="101"/>
                  </a:cubicBezTo>
                  <a:cubicBezTo>
                    <a:pt x="0" y="132"/>
                    <a:pt x="19" y="156"/>
                    <a:pt x="49" y="175"/>
                  </a:cubicBezTo>
                  <a:cubicBezTo>
                    <a:pt x="88" y="196"/>
                    <a:pt x="120" y="200"/>
                    <a:pt x="201" y="212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D5751DB-FD46-5677-8B21-C243C091C6ED}"/>
                </a:ext>
              </a:extLst>
            </p:cNvPr>
            <p:cNvSpPr/>
            <p:nvPr/>
          </p:nvSpPr>
          <p:spPr>
            <a:xfrm>
              <a:off x="349920" y="2531520"/>
              <a:ext cx="43920" cy="320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23" h="90">
                  <a:moveTo>
                    <a:pt x="123" y="45"/>
                  </a:moveTo>
                  <a:cubicBezTo>
                    <a:pt x="123" y="21"/>
                    <a:pt x="97" y="0"/>
                    <a:pt x="62" y="0"/>
                  </a:cubicBezTo>
                  <a:cubicBezTo>
                    <a:pt x="29" y="0"/>
                    <a:pt x="0" y="21"/>
                    <a:pt x="0" y="45"/>
                  </a:cubicBezTo>
                  <a:cubicBezTo>
                    <a:pt x="0" y="71"/>
                    <a:pt x="29" y="90"/>
                    <a:pt x="62" y="90"/>
                  </a:cubicBezTo>
                  <a:cubicBezTo>
                    <a:pt x="97" y="90"/>
                    <a:pt x="123" y="71"/>
                    <a:pt x="123" y="45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DE2493C-5494-A4D1-0464-CA5D1A7B6FDF}"/>
                </a:ext>
              </a:extLst>
            </p:cNvPr>
            <p:cNvSpPr/>
            <p:nvPr/>
          </p:nvSpPr>
          <p:spPr>
            <a:xfrm>
              <a:off x="436320" y="2380680"/>
              <a:ext cx="129240" cy="1872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60" h="521">
                  <a:moveTo>
                    <a:pt x="178" y="179"/>
                  </a:moveTo>
                  <a:lnTo>
                    <a:pt x="341" y="179"/>
                  </a:lnTo>
                  <a:lnTo>
                    <a:pt x="341" y="153"/>
                  </a:lnTo>
                  <a:lnTo>
                    <a:pt x="178" y="153"/>
                  </a:lnTo>
                  <a:lnTo>
                    <a:pt x="178" y="0"/>
                  </a:lnTo>
                  <a:lnTo>
                    <a:pt x="149" y="0"/>
                  </a:lnTo>
                  <a:cubicBezTo>
                    <a:pt x="146" y="68"/>
                    <a:pt x="114" y="158"/>
                    <a:pt x="0" y="160"/>
                  </a:cubicBezTo>
                  <a:lnTo>
                    <a:pt x="0" y="179"/>
                  </a:lnTo>
                  <a:lnTo>
                    <a:pt x="97" y="179"/>
                  </a:lnTo>
                  <a:lnTo>
                    <a:pt x="97" y="408"/>
                  </a:lnTo>
                  <a:cubicBezTo>
                    <a:pt x="97" y="512"/>
                    <a:pt x="204" y="521"/>
                    <a:pt x="247" y="521"/>
                  </a:cubicBezTo>
                  <a:cubicBezTo>
                    <a:pt x="328" y="521"/>
                    <a:pt x="360" y="462"/>
                    <a:pt x="360" y="408"/>
                  </a:cubicBezTo>
                  <a:lnTo>
                    <a:pt x="360" y="361"/>
                  </a:lnTo>
                  <a:lnTo>
                    <a:pt x="331" y="361"/>
                  </a:lnTo>
                  <a:lnTo>
                    <a:pt x="331" y="408"/>
                  </a:lnTo>
                  <a:cubicBezTo>
                    <a:pt x="331" y="469"/>
                    <a:pt x="295" y="500"/>
                    <a:pt x="253" y="500"/>
                  </a:cubicBezTo>
                  <a:cubicBezTo>
                    <a:pt x="178" y="500"/>
                    <a:pt x="178" y="424"/>
                    <a:pt x="178" y="410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209835E-EFA5-C4DC-9799-33C757EB356E}"/>
                </a:ext>
              </a:extLst>
            </p:cNvPr>
            <p:cNvSpPr/>
            <p:nvPr/>
          </p:nvSpPr>
          <p:spPr>
            <a:xfrm>
              <a:off x="623160" y="2531520"/>
              <a:ext cx="43920" cy="320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23" h="90">
                  <a:moveTo>
                    <a:pt x="123" y="45"/>
                  </a:moveTo>
                  <a:cubicBezTo>
                    <a:pt x="123" y="21"/>
                    <a:pt x="97" y="0"/>
                    <a:pt x="62" y="0"/>
                  </a:cubicBezTo>
                  <a:cubicBezTo>
                    <a:pt x="29" y="0"/>
                    <a:pt x="0" y="21"/>
                    <a:pt x="0" y="45"/>
                  </a:cubicBezTo>
                  <a:cubicBezTo>
                    <a:pt x="0" y="71"/>
                    <a:pt x="29" y="90"/>
                    <a:pt x="62" y="90"/>
                  </a:cubicBezTo>
                  <a:cubicBezTo>
                    <a:pt x="97" y="90"/>
                    <a:pt x="123" y="71"/>
                    <a:pt x="123" y="45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B1D7397-0C15-C61D-BF88-E1F62CF05BFB}"/>
                </a:ext>
              </a:extLst>
            </p:cNvPr>
            <p:cNvSpPr/>
            <p:nvPr/>
          </p:nvSpPr>
          <p:spPr>
            <a:xfrm>
              <a:off x="1135800" y="2360160"/>
              <a:ext cx="408240" cy="2109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35" h="587">
                  <a:moveTo>
                    <a:pt x="986" y="97"/>
                  </a:moveTo>
                  <a:cubicBezTo>
                    <a:pt x="1015" y="59"/>
                    <a:pt x="1041" y="31"/>
                    <a:pt x="1113" y="26"/>
                  </a:cubicBezTo>
                  <a:cubicBezTo>
                    <a:pt x="1122" y="26"/>
                    <a:pt x="1135" y="26"/>
                    <a:pt x="1135" y="9"/>
                  </a:cubicBezTo>
                  <a:cubicBezTo>
                    <a:pt x="1135" y="5"/>
                    <a:pt x="1132" y="0"/>
                    <a:pt x="1122" y="0"/>
                  </a:cubicBezTo>
                  <a:cubicBezTo>
                    <a:pt x="1093" y="0"/>
                    <a:pt x="1061" y="2"/>
                    <a:pt x="1035" y="2"/>
                  </a:cubicBezTo>
                  <a:cubicBezTo>
                    <a:pt x="996" y="2"/>
                    <a:pt x="954" y="0"/>
                    <a:pt x="915" y="0"/>
                  </a:cubicBezTo>
                  <a:cubicBezTo>
                    <a:pt x="908" y="0"/>
                    <a:pt x="892" y="0"/>
                    <a:pt x="892" y="17"/>
                  </a:cubicBezTo>
                  <a:cubicBezTo>
                    <a:pt x="892" y="26"/>
                    <a:pt x="902" y="26"/>
                    <a:pt x="911" y="26"/>
                  </a:cubicBezTo>
                  <a:cubicBezTo>
                    <a:pt x="937" y="26"/>
                    <a:pt x="976" y="33"/>
                    <a:pt x="976" y="59"/>
                  </a:cubicBezTo>
                  <a:cubicBezTo>
                    <a:pt x="976" y="68"/>
                    <a:pt x="973" y="73"/>
                    <a:pt x="963" y="85"/>
                  </a:cubicBezTo>
                  <a:lnTo>
                    <a:pt x="655" y="479"/>
                  </a:lnTo>
                  <a:lnTo>
                    <a:pt x="613" y="66"/>
                  </a:lnTo>
                  <a:cubicBezTo>
                    <a:pt x="610" y="47"/>
                    <a:pt x="610" y="26"/>
                    <a:pt x="691" y="26"/>
                  </a:cubicBezTo>
                  <a:cubicBezTo>
                    <a:pt x="710" y="26"/>
                    <a:pt x="723" y="26"/>
                    <a:pt x="723" y="9"/>
                  </a:cubicBezTo>
                  <a:cubicBezTo>
                    <a:pt x="723" y="0"/>
                    <a:pt x="710" y="0"/>
                    <a:pt x="704" y="0"/>
                  </a:cubicBezTo>
                  <a:cubicBezTo>
                    <a:pt x="658" y="0"/>
                    <a:pt x="613" y="2"/>
                    <a:pt x="564" y="2"/>
                  </a:cubicBezTo>
                  <a:cubicBezTo>
                    <a:pt x="538" y="2"/>
                    <a:pt x="474" y="0"/>
                    <a:pt x="444" y="0"/>
                  </a:cubicBezTo>
                  <a:cubicBezTo>
                    <a:pt x="438" y="0"/>
                    <a:pt x="425" y="0"/>
                    <a:pt x="425" y="17"/>
                  </a:cubicBezTo>
                  <a:cubicBezTo>
                    <a:pt x="425" y="26"/>
                    <a:pt x="435" y="26"/>
                    <a:pt x="451" y="26"/>
                  </a:cubicBezTo>
                  <a:cubicBezTo>
                    <a:pt x="503" y="26"/>
                    <a:pt x="509" y="31"/>
                    <a:pt x="512" y="47"/>
                  </a:cubicBezTo>
                  <a:lnTo>
                    <a:pt x="519" y="111"/>
                  </a:lnTo>
                  <a:lnTo>
                    <a:pt x="230" y="479"/>
                  </a:lnTo>
                  <a:lnTo>
                    <a:pt x="185" y="57"/>
                  </a:lnTo>
                  <a:cubicBezTo>
                    <a:pt x="185" y="45"/>
                    <a:pt x="185" y="26"/>
                    <a:pt x="272" y="26"/>
                  </a:cubicBezTo>
                  <a:cubicBezTo>
                    <a:pt x="285" y="26"/>
                    <a:pt x="298" y="26"/>
                    <a:pt x="298" y="9"/>
                  </a:cubicBezTo>
                  <a:cubicBezTo>
                    <a:pt x="298" y="0"/>
                    <a:pt x="282" y="0"/>
                    <a:pt x="282" y="0"/>
                  </a:cubicBezTo>
                  <a:cubicBezTo>
                    <a:pt x="237" y="0"/>
                    <a:pt x="188" y="2"/>
                    <a:pt x="139" y="2"/>
                  </a:cubicBezTo>
                  <a:cubicBezTo>
                    <a:pt x="101" y="2"/>
                    <a:pt x="58" y="0"/>
                    <a:pt x="19" y="0"/>
                  </a:cubicBezTo>
                  <a:cubicBezTo>
                    <a:pt x="16" y="0"/>
                    <a:pt x="0" y="0"/>
                    <a:pt x="0" y="17"/>
                  </a:cubicBezTo>
                  <a:cubicBezTo>
                    <a:pt x="0" y="26"/>
                    <a:pt x="10" y="26"/>
                    <a:pt x="29" y="26"/>
                  </a:cubicBezTo>
                  <a:cubicBezTo>
                    <a:pt x="84" y="26"/>
                    <a:pt x="88" y="33"/>
                    <a:pt x="88" y="57"/>
                  </a:cubicBezTo>
                  <a:lnTo>
                    <a:pt x="139" y="566"/>
                  </a:lnTo>
                  <a:cubicBezTo>
                    <a:pt x="143" y="580"/>
                    <a:pt x="143" y="587"/>
                    <a:pt x="159" y="587"/>
                  </a:cubicBezTo>
                  <a:cubicBezTo>
                    <a:pt x="172" y="587"/>
                    <a:pt x="175" y="582"/>
                    <a:pt x="185" y="568"/>
                  </a:cubicBezTo>
                  <a:lnTo>
                    <a:pt x="522" y="144"/>
                  </a:lnTo>
                  <a:lnTo>
                    <a:pt x="564" y="566"/>
                  </a:lnTo>
                  <a:cubicBezTo>
                    <a:pt x="568" y="582"/>
                    <a:pt x="571" y="587"/>
                    <a:pt x="584" y="587"/>
                  </a:cubicBezTo>
                  <a:cubicBezTo>
                    <a:pt x="597" y="587"/>
                    <a:pt x="603" y="578"/>
                    <a:pt x="610" y="571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CAD034C-B7CB-1D44-6389-F344D4F62530}"/>
                </a:ext>
              </a:extLst>
            </p:cNvPr>
            <p:cNvSpPr/>
            <p:nvPr/>
          </p:nvSpPr>
          <p:spPr>
            <a:xfrm>
              <a:off x="1512720" y="2469600"/>
              <a:ext cx="88560" cy="141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47" h="394">
                  <a:moveTo>
                    <a:pt x="224" y="21"/>
                  </a:moveTo>
                  <a:cubicBezTo>
                    <a:pt x="224" y="12"/>
                    <a:pt x="214" y="0"/>
                    <a:pt x="191" y="0"/>
                  </a:cubicBezTo>
                  <a:cubicBezTo>
                    <a:pt x="169" y="0"/>
                    <a:pt x="146" y="14"/>
                    <a:pt x="146" y="33"/>
                  </a:cubicBezTo>
                  <a:cubicBezTo>
                    <a:pt x="146" y="42"/>
                    <a:pt x="156" y="54"/>
                    <a:pt x="178" y="54"/>
                  </a:cubicBezTo>
                  <a:cubicBezTo>
                    <a:pt x="201" y="54"/>
                    <a:pt x="224" y="38"/>
                    <a:pt x="224" y="21"/>
                  </a:cubicBezTo>
                  <a:close/>
                  <a:moveTo>
                    <a:pt x="58" y="318"/>
                  </a:moveTo>
                  <a:cubicBezTo>
                    <a:pt x="55" y="325"/>
                    <a:pt x="52" y="333"/>
                    <a:pt x="52" y="344"/>
                  </a:cubicBezTo>
                  <a:cubicBezTo>
                    <a:pt x="52" y="370"/>
                    <a:pt x="84" y="394"/>
                    <a:pt x="130" y="394"/>
                  </a:cubicBezTo>
                  <a:cubicBezTo>
                    <a:pt x="211" y="394"/>
                    <a:pt x="247" y="311"/>
                    <a:pt x="247" y="304"/>
                  </a:cubicBezTo>
                  <a:cubicBezTo>
                    <a:pt x="247" y="295"/>
                    <a:pt x="234" y="295"/>
                    <a:pt x="234" y="295"/>
                  </a:cubicBezTo>
                  <a:cubicBezTo>
                    <a:pt x="221" y="295"/>
                    <a:pt x="221" y="300"/>
                    <a:pt x="217" y="307"/>
                  </a:cubicBezTo>
                  <a:cubicBezTo>
                    <a:pt x="198" y="351"/>
                    <a:pt x="162" y="377"/>
                    <a:pt x="130" y="377"/>
                  </a:cubicBezTo>
                  <a:cubicBezTo>
                    <a:pt x="114" y="377"/>
                    <a:pt x="110" y="368"/>
                    <a:pt x="110" y="356"/>
                  </a:cubicBezTo>
                  <a:cubicBezTo>
                    <a:pt x="110" y="342"/>
                    <a:pt x="117" y="333"/>
                    <a:pt x="123" y="318"/>
                  </a:cubicBezTo>
                  <a:cubicBezTo>
                    <a:pt x="133" y="302"/>
                    <a:pt x="139" y="288"/>
                    <a:pt x="149" y="271"/>
                  </a:cubicBezTo>
                  <a:cubicBezTo>
                    <a:pt x="156" y="257"/>
                    <a:pt x="185" y="205"/>
                    <a:pt x="188" y="198"/>
                  </a:cubicBezTo>
                  <a:cubicBezTo>
                    <a:pt x="191" y="191"/>
                    <a:pt x="195" y="184"/>
                    <a:pt x="195" y="179"/>
                  </a:cubicBezTo>
                  <a:cubicBezTo>
                    <a:pt x="195" y="151"/>
                    <a:pt x="162" y="130"/>
                    <a:pt x="117" y="130"/>
                  </a:cubicBezTo>
                  <a:cubicBezTo>
                    <a:pt x="36" y="130"/>
                    <a:pt x="0" y="210"/>
                    <a:pt x="0" y="219"/>
                  </a:cubicBezTo>
                  <a:cubicBezTo>
                    <a:pt x="0" y="226"/>
                    <a:pt x="13" y="226"/>
                    <a:pt x="13" y="226"/>
                  </a:cubicBezTo>
                  <a:cubicBezTo>
                    <a:pt x="26" y="226"/>
                    <a:pt x="26" y="224"/>
                    <a:pt x="29" y="217"/>
                  </a:cubicBezTo>
                  <a:cubicBezTo>
                    <a:pt x="49" y="167"/>
                    <a:pt x="84" y="146"/>
                    <a:pt x="114" y="146"/>
                  </a:cubicBezTo>
                  <a:cubicBezTo>
                    <a:pt x="126" y="146"/>
                    <a:pt x="136" y="151"/>
                    <a:pt x="136" y="167"/>
                  </a:cubicBezTo>
                  <a:cubicBezTo>
                    <a:pt x="136" y="179"/>
                    <a:pt x="130" y="189"/>
                    <a:pt x="110" y="224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01CE516-DA59-E47A-3C03-4E851C7D3F64}"/>
                </a:ext>
              </a:extLst>
            </p:cNvPr>
            <p:cNvSpPr/>
            <p:nvPr/>
          </p:nvSpPr>
          <p:spPr>
            <a:xfrm>
              <a:off x="1784880" y="2373840"/>
              <a:ext cx="252000" cy="231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01" h="644">
                  <a:moveTo>
                    <a:pt x="678" y="35"/>
                  </a:moveTo>
                  <a:cubicBezTo>
                    <a:pt x="691" y="31"/>
                    <a:pt x="701" y="26"/>
                    <a:pt x="701" y="17"/>
                  </a:cubicBezTo>
                  <a:cubicBezTo>
                    <a:pt x="701" y="7"/>
                    <a:pt x="691" y="0"/>
                    <a:pt x="678" y="0"/>
                  </a:cubicBezTo>
                  <a:cubicBezTo>
                    <a:pt x="671" y="0"/>
                    <a:pt x="662" y="2"/>
                    <a:pt x="655" y="5"/>
                  </a:cubicBezTo>
                  <a:lnTo>
                    <a:pt x="23" y="222"/>
                  </a:lnTo>
                  <a:cubicBezTo>
                    <a:pt x="3" y="229"/>
                    <a:pt x="0" y="233"/>
                    <a:pt x="0" y="241"/>
                  </a:cubicBezTo>
                  <a:cubicBezTo>
                    <a:pt x="0" y="248"/>
                    <a:pt x="6" y="255"/>
                    <a:pt x="23" y="259"/>
                  </a:cubicBezTo>
                  <a:lnTo>
                    <a:pt x="655" y="476"/>
                  </a:lnTo>
                  <a:cubicBezTo>
                    <a:pt x="671" y="481"/>
                    <a:pt x="675" y="481"/>
                    <a:pt x="678" y="481"/>
                  </a:cubicBezTo>
                  <a:cubicBezTo>
                    <a:pt x="691" y="481"/>
                    <a:pt x="701" y="474"/>
                    <a:pt x="701" y="465"/>
                  </a:cubicBezTo>
                  <a:cubicBezTo>
                    <a:pt x="701" y="458"/>
                    <a:pt x="694" y="453"/>
                    <a:pt x="675" y="446"/>
                  </a:cubicBezTo>
                  <a:lnTo>
                    <a:pt x="78" y="241"/>
                  </a:lnTo>
                  <a:close/>
                  <a:moveTo>
                    <a:pt x="658" y="644"/>
                  </a:moveTo>
                  <a:cubicBezTo>
                    <a:pt x="678" y="644"/>
                    <a:pt x="701" y="644"/>
                    <a:pt x="701" y="627"/>
                  </a:cubicBezTo>
                  <a:cubicBezTo>
                    <a:pt x="701" y="611"/>
                    <a:pt x="675" y="611"/>
                    <a:pt x="658" y="611"/>
                  </a:cubicBezTo>
                  <a:lnTo>
                    <a:pt x="42" y="611"/>
                  </a:lnTo>
                  <a:cubicBezTo>
                    <a:pt x="23" y="611"/>
                    <a:pt x="0" y="611"/>
                    <a:pt x="0" y="627"/>
                  </a:cubicBezTo>
                  <a:cubicBezTo>
                    <a:pt x="0" y="644"/>
                    <a:pt x="19" y="644"/>
                    <a:pt x="39" y="644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FCE630C-6C1D-7DFD-9771-0982D7595D90}"/>
                </a:ext>
              </a:extLst>
            </p:cNvPr>
            <p:cNvSpPr/>
            <p:nvPr/>
          </p:nvSpPr>
          <p:spPr>
            <a:xfrm>
              <a:off x="2196000" y="2356560"/>
              <a:ext cx="91800" cy="2077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6" h="578">
                  <a:moveTo>
                    <a:pt x="165" y="0"/>
                  </a:moveTo>
                  <a:lnTo>
                    <a:pt x="0" y="9"/>
                  </a:lnTo>
                  <a:lnTo>
                    <a:pt x="0" y="35"/>
                  </a:lnTo>
                  <a:cubicBezTo>
                    <a:pt x="81" y="35"/>
                    <a:pt x="91" y="40"/>
                    <a:pt x="91" y="83"/>
                  </a:cubicBezTo>
                  <a:lnTo>
                    <a:pt x="91" y="514"/>
                  </a:lnTo>
                  <a:cubicBezTo>
                    <a:pt x="91" y="552"/>
                    <a:pt x="78" y="552"/>
                    <a:pt x="0" y="552"/>
                  </a:cubicBezTo>
                  <a:lnTo>
                    <a:pt x="0" y="578"/>
                  </a:lnTo>
                  <a:cubicBezTo>
                    <a:pt x="39" y="578"/>
                    <a:pt x="101" y="575"/>
                    <a:pt x="130" y="575"/>
                  </a:cubicBezTo>
                  <a:cubicBezTo>
                    <a:pt x="156" y="575"/>
                    <a:pt x="214" y="578"/>
                    <a:pt x="256" y="578"/>
                  </a:cubicBezTo>
                  <a:lnTo>
                    <a:pt x="256" y="552"/>
                  </a:lnTo>
                  <a:cubicBezTo>
                    <a:pt x="178" y="552"/>
                    <a:pt x="165" y="552"/>
                    <a:pt x="165" y="514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48C9C0A-84C2-36DE-AFB2-3330315584DE}"/>
                </a:ext>
              </a:extLst>
            </p:cNvPr>
            <p:cNvSpPr/>
            <p:nvPr/>
          </p:nvSpPr>
          <p:spPr>
            <a:xfrm>
              <a:off x="2306880" y="2429640"/>
              <a:ext cx="182880" cy="1371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09" h="382">
                  <a:moveTo>
                    <a:pt x="509" y="196"/>
                  </a:moveTo>
                  <a:cubicBezTo>
                    <a:pt x="509" y="87"/>
                    <a:pt x="392" y="0"/>
                    <a:pt x="253" y="0"/>
                  </a:cubicBezTo>
                  <a:cubicBezTo>
                    <a:pt x="110" y="0"/>
                    <a:pt x="0" y="92"/>
                    <a:pt x="0" y="196"/>
                  </a:cubicBezTo>
                  <a:cubicBezTo>
                    <a:pt x="0" y="302"/>
                    <a:pt x="120" y="382"/>
                    <a:pt x="253" y="382"/>
                  </a:cubicBezTo>
                  <a:cubicBezTo>
                    <a:pt x="392" y="382"/>
                    <a:pt x="509" y="302"/>
                    <a:pt x="509" y="196"/>
                  </a:cubicBezTo>
                  <a:close/>
                  <a:moveTo>
                    <a:pt x="253" y="361"/>
                  </a:moveTo>
                  <a:cubicBezTo>
                    <a:pt x="204" y="361"/>
                    <a:pt x="156" y="344"/>
                    <a:pt x="123" y="307"/>
                  </a:cubicBezTo>
                  <a:cubicBezTo>
                    <a:pt x="94" y="269"/>
                    <a:pt x="94" y="219"/>
                    <a:pt x="94" y="189"/>
                  </a:cubicBezTo>
                  <a:cubicBezTo>
                    <a:pt x="94" y="156"/>
                    <a:pt x="94" y="111"/>
                    <a:pt x="123" y="73"/>
                  </a:cubicBezTo>
                  <a:cubicBezTo>
                    <a:pt x="152" y="35"/>
                    <a:pt x="208" y="19"/>
                    <a:pt x="253" y="19"/>
                  </a:cubicBezTo>
                  <a:cubicBezTo>
                    <a:pt x="305" y="19"/>
                    <a:pt x="354" y="38"/>
                    <a:pt x="383" y="73"/>
                  </a:cubicBezTo>
                  <a:cubicBezTo>
                    <a:pt x="412" y="108"/>
                    <a:pt x="412" y="156"/>
                    <a:pt x="412" y="189"/>
                  </a:cubicBezTo>
                  <a:cubicBezTo>
                    <a:pt x="412" y="219"/>
                    <a:pt x="412" y="264"/>
                    <a:pt x="389" y="300"/>
                  </a:cubicBezTo>
                  <a:cubicBezTo>
                    <a:pt x="363" y="337"/>
                    <a:pt x="311" y="361"/>
                    <a:pt x="253" y="361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D049D73-90D7-660A-E737-3EBE7E7DE4C6}"/>
                </a:ext>
              </a:extLst>
            </p:cNvPr>
            <p:cNvSpPr/>
            <p:nvPr/>
          </p:nvSpPr>
          <p:spPr>
            <a:xfrm>
              <a:off x="2511360" y="2428200"/>
              <a:ext cx="188640" cy="1972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25" h="549">
                  <a:moveTo>
                    <a:pt x="224" y="233"/>
                  </a:moveTo>
                  <a:cubicBezTo>
                    <a:pt x="123" y="233"/>
                    <a:pt x="123" y="151"/>
                    <a:pt x="123" y="132"/>
                  </a:cubicBezTo>
                  <a:cubicBezTo>
                    <a:pt x="123" y="108"/>
                    <a:pt x="123" y="83"/>
                    <a:pt x="143" y="61"/>
                  </a:cubicBezTo>
                  <a:cubicBezTo>
                    <a:pt x="149" y="52"/>
                    <a:pt x="175" y="28"/>
                    <a:pt x="224" y="28"/>
                  </a:cubicBezTo>
                  <a:cubicBezTo>
                    <a:pt x="321" y="28"/>
                    <a:pt x="321" y="111"/>
                    <a:pt x="321" y="130"/>
                  </a:cubicBezTo>
                  <a:cubicBezTo>
                    <a:pt x="321" y="153"/>
                    <a:pt x="321" y="179"/>
                    <a:pt x="305" y="200"/>
                  </a:cubicBezTo>
                  <a:cubicBezTo>
                    <a:pt x="295" y="210"/>
                    <a:pt x="269" y="233"/>
                    <a:pt x="224" y="233"/>
                  </a:cubicBezTo>
                  <a:close/>
                  <a:moveTo>
                    <a:pt x="91" y="266"/>
                  </a:moveTo>
                  <a:cubicBezTo>
                    <a:pt x="91" y="264"/>
                    <a:pt x="91" y="243"/>
                    <a:pt x="110" y="226"/>
                  </a:cubicBezTo>
                  <a:cubicBezTo>
                    <a:pt x="152" y="250"/>
                    <a:pt x="201" y="252"/>
                    <a:pt x="224" y="252"/>
                  </a:cubicBezTo>
                  <a:cubicBezTo>
                    <a:pt x="331" y="252"/>
                    <a:pt x="409" y="196"/>
                    <a:pt x="409" y="132"/>
                  </a:cubicBezTo>
                  <a:cubicBezTo>
                    <a:pt x="409" y="101"/>
                    <a:pt x="389" y="71"/>
                    <a:pt x="360" y="52"/>
                  </a:cubicBezTo>
                  <a:cubicBezTo>
                    <a:pt x="402" y="24"/>
                    <a:pt x="444" y="19"/>
                    <a:pt x="464" y="19"/>
                  </a:cubicBezTo>
                  <a:cubicBezTo>
                    <a:pt x="467" y="19"/>
                    <a:pt x="474" y="19"/>
                    <a:pt x="477" y="19"/>
                  </a:cubicBezTo>
                  <a:cubicBezTo>
                    <a:pt x="464" y="24"/>
                    <a:pt x="457" y="31"/>
                    <a:pt x="457" y="42"/>
                  </a:cubicBezTo>
                  <a:cubicBezTo>
                    <a:pt x="457" y="57"/>
                    <a:pt x="474" y="66"/>
                    <a:pt x="490" y="66"/>
                  </a:cubicBezTo>
                  <a:cubicBezTo>
                    <a:pt x="503" y="66"/>
                    <a:pt x="525" y="59"/>
                    <a:pt x="525" y="40"/>
                  </a:cubicBezTo>
                  <a:cubicBezTo>
                    <a:pt x="525" y="26"/>
                    <a:pt x="509" y="0"/>
                    <a:pt x="467" y="0"/>
                  </a:cubicBezTo>
                  <a:cubicBezTo>
                    <a:pt x="444" y="0"/>
                    <a:pt x="392" y="5"/>
                    <a:pt x="344" y="40"/>
                  </a:cubicBezTo>
                  <a:cubicBezTo>
                    <a:pt x="295" y="12"/>
                    <a:pt x="247" y="9"/>
                    <a:pt x="224" y="9"/>
                  </a:cubicBezTo>
                  <a:cubicBezTo>
                    <a:pt x="117" y="9"/>
                    <a:pt x="36" y="66"/>
                    <a:pt x="36" y="130"/>
                  </a:cubicBezTo>
                  <a:cubicBezTo>
                    <a:pt x="36" y="167"/>
                    <a:pt x="62" y="198"/>
                    <a:pt x="91" y="217"/>
                  </a:cubicBezTo>
                  <a:cubicBezTo>
                    <a:pt x="75" y="229"/>
                    <a:pt x="55" y="257"/>
                    <a:pt x="55" y="285"/>
                  </a:cubicBezTo>
                  <a:cubicBezTo>
                    <a:pt x="55" y="311"/>
                    <a:pt x="71" y="342"/>
                    <a:pt x="107" y="358"/>
                  </a:cubicBezTo>
                  <a:cubicBezTo>
                    <a:pt x="36" y="373"/>
                    <a:pt x="0" y="410"/>
                    <a:pt x="0" y="443"/>
                  </a:cubicBezTo>
                  <a:cubicBezTo>
                    <a:pt x="0" y="502"/>
                    <a:pt x="114" y="549"/>
                    <a:pt x="253" y="549"/>
                  </a:cubicBezTo>
                  <a:cubicBezTo>
                    <a:pt x="389" y="549"/>
                    <a:pt x="509" y="507"/>
                    <a:pt x="509" y="441"/>
                  </a:cubicBezTo>
                  <a:cubicBezTo>
                    <a:pt x="509" y="413"/>
                    <a:pt x="493" y="370"/>
                    <a:pt x="435" y="347"/>
                  </a:cubicBezTo>
                  <a:cubicBezTo>
                    <a:pt x="373" y="323"/>
                    <a:pt x="305" y="323"/>
                    <a:pt x="237" y="323"/>
                  </a:cubicBezTo>
                  <a:cubicBezTo>
                    <a:pt x="208" y="323"/>
                    <a:pt x="159" y="323"/>
                    <a:pt x="149" y="323"/>
                  </a:cubicBezTo>
                  <a:cubicBezTo>
                    <a:pt x="114" y="318"/>
                    <a:pt x="91" y="292"/>
                    <a:pt x="91" y="266"/>
                  </a:cubicBezTo>
                  <a:close/>
                  <a:moveTo>
                    <a:pt x="256" y="528"/>
                  </a:moveTo>
                  <a:cubicBezTo>
                    <a:pt x="139" y="528"/>
                    <a:pt x="58" y="486"/>
                    <a:pt x="58" y="443"/>
                  </a:cubicBezTo>
                  <a:cubicBezTo>
                    <a:pt x="58" y="406"/>
                    <a:pt x="104" y="373"/>
                    <a:pt x="152" y="370"/>
                  </a:cubicBezTo>
                  <a:lnTo>
                    <a:pt x="221" y="370"/>
                  </a:lnTo>
                  <a:cubicBezTo>
                    <a:pt x="321" y="370"/>
                    <a:pt x="448" y="370"/>
                    <a:pt x="448" y="443"/>
                  </a:cubicBezTo>
                  <a:cubicBezTo>
                    <a:pt x="448" y="488"/>
                    <a:pt x="367" y="528"/>
                    <a:pt x="256" y="528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3B13EFC-610A-2385-C3C5-36D797686882}"/>
                </a:ext>
              </a:extLst>
            </p:cNvPr>
            <p:cNvSpPr/>
            <p:nvPr/>
          </p:nvSpPr>
          <p:spPr>
            <a:xfrm>
              <a:off x="2752920" y="2339640"/>
              <a:ext cx="96480" cy="298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9" h="830">
                  <a:moveTo>
                    <a:pt x="269" y="823"/>
                  </a:moveTo>
                  <a:cubicBezTo>
                    <a:pt x="269" y="821"/>
                    <a:pt x="269" y="818"/>
                    <a:pt x="247" y="804"/>
                  </a:cubicBezTo>
                  <a:cubicBezTo>
                    <a:pt x="104" y="700"/>
                    <a:pt x="68" y="542"/>
                    <a:pt x="68" y="415"/>
                  </a:cubicBezTo>
                  <a:cubicBezTo>
                    <a:pt x="68" y="271"/>
                    <a:pt x="110" y="127"/>
                    <a:pt x="253" y="24"/>
                  </a:cubicBezTo>
                  <a:cubicBezTo>
                    <a:pt x="269" y="12"/>
                    <a:pt x="269" y="12"/>
                    <a:pt x="269" y="9"/>
                  </a:cubicBezTo>
                  <a:cubicBezTo>
                    <a:pt x="269" y="2"/>
                    <a:pt x="263" y="0"/>
                    <a:pt x="256" y="0"/>
                  </a:cubicBezTo>
                  <a:cubicBezTo>
                    <a:pt x="243" y="0"/>
                    <a:pt x="139" y="57"/>
                    <a:pt x="71" y="163"/>
                  </a:cubicBezTo>
                  <a:cubicBezTo>
                    <a:pt x="13" y="255"/>
                    <a:pt x="0" y="347"/>
                    <a:pt x="0" y="415"/>
                  </a:cubicBezTo>
                  <a:cubicBezTo>
                    <a:pt x="0" y="481"/>
                    <a:pt x="13" y="580"/>
                    <a:pt x="75" y="674"/>
                  </a:cubicBezTo>
                  <a:cubicBezTo>
                    <a:pt x="146" y="778"/>
                    <a:pt x="243" y="830"/>
                    <a:pt x="256" y="830"/>
                  </a:cubicBezTo>
                  <a:cubicBezTo>
                    <a:pt x="263" y="830"/>
                    <a:pt x="269" y="828"/>
                    <a:pt x="269" y="823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A66E157-BDC9-C9B0-A0F9-4F0768971FD7}"/>
                </a:ext>
              </a:extLst>
            </p:cNvPr>
            <p:cNvSpPr/>
            <p:nvPr/>
          </p:nvSpPr>
          <p:spPr>
            <a:xfrm>
              <a:off x="3035520" y="2098800"/>
              <a:ext cx="264600" cy="946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36" h="264">
                  <a:moveTo>
                    <a:pt x="311" y="210"/>
                  </a:moveTo>
                  <a:cubicBezTo>
                    <a:pt x="305" y="222"/>
                    <a:pt x="298" y="243"/>
                    <a:pt x="298" y="245"/>
                  </a:cubicBezTo>
                  <a:cubicBezTo>
                    <a:pt x="298" y="257"/>
                    <a:pt x="315" y="264"/>
                    <a:pt x="328" y="264"/>
                  </a:cubicBezTo>
                  <a:cubicBezTo>
                    <a:pt x="341" y="264"/>
                    <a:pt x="354" y="257"/>
                    <a:pt x="357" y="252"/>
                  </a:cubicBezTo>
                  <a:cubicBezTo>
                    <a:pt x="360" y="245"/>
                    <a:pt x="367" y="226"/>
                    <a:pt x="373" y="215"/>
                  </a:cubicBezTo>
                  <a:cubicBezTo>
                    <a:pt x="376" y="203"/>
                    <a:pt x="386" y="177"/>
                    <a:pt x="389" y="163"/>
                  </a:cubicBezTo>
                  <a:cubicBezTo>
                    <a:pt x="396" y="149"/>
                    <a:pt x="399" y="137"/>
                    <a:pt x="402" y="123"/>
                  </a:cubicBezTo>
                  <a:cubicBezTo>
                    <a:pt x="412" y="97"/>
                    <a:pt x="412" y="97"/>
                    <a:pt x="428" y="78"/>
                  </a:cubicBezTo>
                  <a:cubicBezTo>
                    <a:pt x="454" y="50"/>
                    <a:pt x="493" y="17"/>
                    <a:pt x="555" y="17"/>
                  </a:cubicBezTo>
                  <a:cubicBezTo>
                    <a:pt x="600" y="17"/>
                    <a:pt x="603" y="42"/>
                    <a:pt x="603" y="57"/>
                  </a:cubicBezTo>
                  <a:cubicBezTo>
                    <a:pt x="603" y="92"/>
                    <a:pt x="568" y="158"/>
                    <a:pt x="555" y="182"/>
                  </a:cubicBezTo>
                  <a:cubicBezTo>
                    <a:pt x="548" y="198"/>
                    <a:pt x="545" y="203"/>
                    <a:pt x="545" y="215"/>
                  </a:cubicBezTo>
                  <a:cubicBezTo>
                    <a:pt x="545" y="245"/>
                    <a:pt x="581" y="264"/>
                    <a:pt x="620" y="264"/>
                  </a:cubicBezTo>
                  <a:cubicBezTo>
                    <a:pt x="701" y="264"/>
                    <a:pt x="736" y="184"/>
                    <a:pt x="736" y="175"/>
                  </a:cubicBezTo>
                  <a:cubicBezTo>
                    <a:pt x="736" y="167"/>
                    <a:pt x="727" y="167"/>
                    <a:pt x="723" y="167"/>
                  </a:cubicBezTo>
                  <a:cubicBezTo>
                    <a:pt x="710" y="167"/>
                    <a:pt x="710" y="170"/>
                    <a:pt x="707" y="177"/>
                  </a:cubicBezTo>
                  <a:cubicBezTo>
                    <a:pt x="691" y="224"/>
                    <a:pt x="655" y="248"/>
                    <a:pt x="623" y="248"/>
                  </a:cubicBezTo>
                  <a:cubicBezTo>
                    <a:pt x="607" y="248"/>
                    <a:pt x="603" y="241"/>
                    <a:pt x="603" y="226"/>
                  </a:cubicBezTo>
                  <a:cubicBezTo>
                    <a:pt x="603" y="215"/>
                    <a:pt x="607" y="205"/>
                    <a:pt x="623" y="179"/>
                  </a:cubicBezTo>
                  <a:cubicBezTo>
                    <a:pt x="629" y="163"/>
                    <a:pt x="665" y="99"/>
                    <a:pt x="665" y="66"/>
                  </a:cubicBezTo>
                  <a:cubicBezTo>
                    <a:pt x="665" y="57"/>
                    <a:pt x="665" y="33"/>
                    <a:pt x="632" y="17"/>
                  </a:cubicBezTo>
                  <a:cubicBezTo>
                    <a:pt x="620" y="7"/>
                    <a:pt x="597" y="0"/>
                    <a:pt x="558" y="0"/>
                  </a:cubicBezTo>
                  <a:cubicBezTo>
                    <a:pt x="487" y="0"/>
                    <a:pt x="444" y="35"/>
                    <a:pt x="418" y="59"/>
                  </a:cubicBezTo>
                  <a:cubicBezTo>
                    <a:pt x="412" y="9"/>
                    <a:pt x="354" y="0"/>
                    <a:pt x="315" y="0"/>
                  </a:cubicBezTo>
                  <a:cubicBezTo>
                    <a:pt x="247" y="0"/>
                    <a:pt x="201" y="31"/>
                    <a:pt x="178" y="54"/>
                  </a:cubicBezTo>
                  <a:cubicBezTo>
                    <a:pt x="172" y="12"/>
                    <a:pt x="126" y="0"/>
                    <a:pt x="91" y="0"/>
                  </a:cubicBezTo>
                  <a:cubicBezTo>
                    <a:pt x="58" y="0"/>
                    <a:pt x="39" y="19"/>
                    <a:pt x="29" y="31"/>
                  </a:cubicBezTo>
                  <a:cubicBezTo>
                    <a:pt x="10" y="54"/>
                    <a:pt x="0" y="87"/>
                    <a:pt x="0" y="90"/>
                  </a:cubicBezTo>
                  <a:cubicBezTo>
                    <a:pt x="0" y="97"/>
                    <a:pt x="10" y="97"/>
                    <a:pt x="13" y="97"/>
                  </a:cubicBezTo>
                  <a:cubicBezTo>
                    <a:pt x="26" y="97"/>
                    <a:pt x="26" y="94"/>
                    <a:pt x="32" y="80"/>
                  </a:cubicBezTo>
                  <a:cubicBezTo>
                    <a:pt x="42" y="45"/>
                    <a:pt x="58" y="17"/>
                    <a:pt x="91" y="17"/>
                  </a:cubicBezTo>
                  <a:cubicBezTo>
                    <a:pt x="110" y="17"/>
                    <a:pt x="117" y="28"/>
                    <a:pt x="117" y="45"/>
                  </a:cubicBezTo>
                  <a:cubicBezTo>
                    <a:pt x="117" y="57"/>
                    <a:pt x="110" y="78"/>
                    <a:pt x="104" y="94"/>
                  </a:cubicBezTo>
                  <a:cubicBezTo>
                    <a:pt x="97" y="108"/>
                    <a:pt x="91" y="134"/>
                    <a:pt x="84" y="146"/>
                  </a:cubicBezTo>
                  <a:lnTo>
                    <a:pt x="62" y="222"/>
                  </a:lnTo>
                  <a:cubicBezTo>
                    <a:pt x="58" y="229"/>
                    <a:pt x="52" y="243"/>
                    <a:pt x="52" y="245"/>
                  </a:cubicBezTo>
                  <a:cubicBezTo>
                    <a:pt x="52" y="257"/>
                    <a:pt x="68" y="264"/>
                    <a:pt x="78" y="264"/>
                  </a:cubicBezTo>
                  <a:cubicBezTo>
                    <a:pt x="94" y="264"/>
                    <a:pt x="107" y="257"/>
                    <a:pt x="110" y="252"/>
                  </a:cubicBezTo>
                  <a:cubicBezTo>
                    <a:pt x="114" y="245"/>
                    <a:pt x="120" y="226"/>
                    <a:pt x="126" y="215"/>
                  </a:cubicBezTo>
                  <a:cubicBezTo>
                    <a:pt x="130" y="203"/>
                    <a:pt x="139" y="177"/>
                    <a:pt x="143" y="163"/>
                  </a:cubicBezTo>
                  <a:cubicBezTo>
                    <a:pt x="146" y="149"/>
                    <a:pt x="152" y="137"/>
                    <a:pt x="156" y="123"/>
                  </a:cubicBezTo>
                  <a:cubicBezTo>
                    <a:pt x="165" y="99"/>
                    <a:pt x="165" y="94"/>
                    <a:pt x="191" y="71"/>
                  </a:cubicBezTo>
                  <a:cubicBezTo>
                    <a:pt x="211" y="47"/>
                    <a:pt x="250" y="17"/>
                    <a:pt x="311" y="17"/>
                  </a:cubicBezTo>
                  <a:cubicBezTo>
                    <a:pt x="357" y="17"/>
                    <a:pt x="357" y="47"/>
                    <a:pt x="357" y="57"/>
                  </a:cubicBezTo>
                  <a:cubicBezTo>
                    <a:pt x="357" y="73"/>
                    <a:pt x="354" y="80"/>
                    <a:pt x="344" y="113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5D886AE-0AFE-3454-45B3-36DF40892E0F}"/>
                </a:ext>
              </a:extLst>
            </p:cNvPr>
            <p:cNvSpPr/>
            <p:nvPr/>
          </p:nvSpPr>
          <p:spPr>
            <a:xfrm>
              <a:off x="2894040" y="2280240"/>
              <a:ext cx="547200" cy="4183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21" h="1163">
                  <a:moveTo>
                    <a:pt x="1382" y="1163"/>
                  </a:moveTo>
                  <a:lnTo>
                    <a:pt x="1521" y="896"/>
                  </a:lnTo>
                  <a:lnTo>
                    <a:pt x="1492" y="896"/>
                  </a:lnTo>
                  <a:cubicBezTo>
                    <a:pt x="1447" y="983"/>
                    <a:pt x="1327" y="1040"/>
                    <a:pt x="1194" y="1064"/>
                  </a:cubicBezTo>
                  <a:cubicBezTo>
                    <a:pt x="1171" y="1068"/>
                    <a:pt x="1057" y="1090"/>
                    <a:pt x="840" y="1090"/>
                  </a:cubicBezTo>
                  <a:lnTo>
                    <a:pt x="149" y="1090"/>
                  </a:lnTo>
                  <a:lnTo>
                    <a:pt x="733" y="594"/>
                  </a:lnTo>
                  <a:cubicBezTo>
                    <a:pt x="740" y="587"/>
                    <a:pt x="743" y="585"/>
                    <a:pt x="743" y="582"/>
                  </a:cubicBezTo>
                  <a:cubicBezTo>
                    <a:pt x="743" y="580"/>
                    <a:pt x="743" y="578"/>
                    <a:pt x="733" y="568"/>
                  </a:cubicBezTo>
                  <a:lnTo>
                    <a:pt x="201" y="40"/>
                  </a:lnTo>
                  <a:lnTo>
                    <a:pt x="827" y="40"/>
                  </a:lnTo>
                  <a:cubicBezTo>
                    <a:pt x="983" y="40"/>
                    <a:pt x="1087" y="52"/>
                    <a:pt x="1096" y="54"/>
                  </a:cubicBezTo>
                  <a:cubicBezTo>
                    <a:pt x="1158" y="59"/>
                    <a:pt x="1255" y="73"/>
                    <a:pt x="1346" y="116"/>
                  </a:cubicBezTo>
                  <a:cubicBezTo>
                    <a:pt x="1375" y="130"/>
                    <a:pt x="1453" y="165"/>
                    <a:pt x="1492" y="233"/>
                  </a:cubicBezTo>
                  <a:lnTo>
                    <a:pt x="1521" y="233"/>
                  </a:lnTo>
                  <a:lnTo>
                    <a:pt x="1382" y="0"/>
                  </a:lnTo>
                  <a:lnTo>
                    <a:pt x="32" y="0"/>
                  </a:lnTo>
                  <a:cubicBezTo>
                    <a:pt x="6" y="0"/>
                    <a:pt x="3" y="0"/>
                    <a:pt x="0" y="5"/>
                  </a:cubicBezTo>
                  <a:cubicBezTo>
                    <a:pt x="0" y="9"/>
                    <a:pt x="0" y="24"/>
                    <a:pt x="0" y="33"/>
                  </a:cubicBezTo>
                  <a:lnTo>
                    <a:pt x="603" y="634"/>
                  </a:lnTo>
                  <a:lnTo>
                    <a:pt x="13" y="1139"/>
                  </a:lnTo>
                  <a:cubicBezTo>
                    <a:pt x="0" y="1148"/>
                    <a:pt x="0" y="1153"/>
                    <a:pt x="0" y="1153"/>
                  </a:cubicBezTo>
                  <a:cubicBezTo>
                    <a:pt x="0" y="1163"/>
                    <a:pt x="10" y="1163"/>
                    <a:pt x="32" y="1163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A3E196-B22A-9994-6AFC-D163BFEAF2FB}"/>
                </a:ext>
              </a:extLst>
            </p:cNvPr>
            <p:cNvSpPr/>
            <p:nvPr/>
          </p:nvSpPr>
          <p:spPr>
            <a:xfrm>
              <a:off x="2887200" y="2820240"/>
              <a:ext cx="142200" cy="1353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96" h="377">
                  <a:moveTo>
                    <a:pt x="392" y="42"/>
                  </a:moveTo>
                  <a:cubicBezTo>
                    <a:pt x="396" y="33"/>
                    <a:pt x="396" y="31"/>
                    <a:pt x="396" y="31"/>
                  </a:cubicBezTo>
                  <a:cubicBezTo>
                    <a:pt x="396" y="17"/>
                    <a:pt x="383" y="12"/>
                    <a:pt x="370" y="12"/>
                  </a:cubicBezTo>
                  <a:cubicBezTo>
                    <a:pt x="350" y="12"/>
                    <a:pt x="334" y="21"/>
                    <a:pt x="331" y="33"/>
                  </a:cubicBezTo>
                  <a:cubicBezTo>
                    <a:pt x="318" y="17"/>
                    <a:pt x="292" y="0"/>
                    <a:pt x="250" y="0"/>
                  </a:cubicBezTo>
                  <a:cubicBezTo>
                    <a:pt x="149" y="0"/>
                    <a:pt x="42" y="78"/>
                    <a:pt x="42" y="163"/>
                  </a:cubicBezTo>
                  <a:cubicBezTo>
                    <a:pt x="42" y="222"/>
                    <a:pt x="101" y="257"/>
                    <a:pt x="165" y="257"/>
                  </a:cubicBezTo>
                  <a:cubicBezTo>
                    <a:pt x="201" y="257"/>
                    <a:pt x="237" y="243"/>
                    <a:pt x="266" y="226"/>
                  </a:cubicBezTo>
                  <a:lnTo>
                    <a:pt x="250" y="278"/>
                  </a:lnTo>
                  <a:cubicBezTo>
                    <a:pt x="240" y="302"/>
                    <a:pt x="234" y="318"/>
                    <a:pt x="204" y="340"/>
                  </a:cubicBezTo>
                  <a:cubicBezTo>
                    <a:pt x="169" y="361"/>
                    <a:pt x="133" y="361"/>
                    <a:pt x="114" y="361"/>
                  </a:cubicBezTo>
                  <a:cubicBezTo>
                    <a:pt x="78" y="361"/>
                    <a:pt x="65" y="358"/>
                    <a:pt x="52" y="356"/>
                  </a:cubicBezTo>
                  <a:cubicBezTo>
                    <a:pt x="71" y="349"/>
                    <a:pt x="78" y="335"/>
                    <a:pt x="78" y="328"/>
                  </a:cubicBezTo>
                  <a:cubicBezTo>
                    <a:pt x="78" y="314"/>
                    <a:pt x="62" y="304"/>
                    <a:pt x="45" y="304"/>
                  </a:cubicBezTo>
                  <a:cubicBezTo>
                    <a:pt x="23" y="304"/>
                    <a:pt x="0" y="318"/>
                    <a:pt x="0" y="342"/>
                  </a:cubicBezTo>
                  <a:cubicBezTo>
                    <a:pt x="0" y="375"/>
                    <a:pt x="68" y="377"/>
                    <a:pt x="114" y="377"/>
                  </a:cubicBezTo>
                  <a:cubicBezTo>
                    <a:pt x="240" y="377"/>
                    <a:pt x="295" y="330"/>
                    <a:pt x="305" y="297"/>
                  </a:cubicBezTo>
                  <a:close/>
                  <a:moveTo>
                    <a:pt x="282" y="179"/>
                  </a:moveTo>
                  <a:cubicBezTo>
                    <a:pt x="279" y="189"/>
                    <a:pt x="279" y="189"/>
                    <a:pt x="266" y="200"/>
                  </a:cubicBezTo>
                  <a:cubicBezTo>
                    <a:pt x="237" y="226"/>
                    <a:pt x="198" y="241"/>
                    <a:pt x="169" y="241"/>
                  </a:cubicBezTo>
                  <a:cubicBezTo>
                    <a:pt x="126" y="241"/>
                    <a:pt x="107" y="217"/>
                    <a:pt x="107" y="186"/>
                  </a:cubicBezTo>
                  <a:cubicBezTo>
                    <a:pt x="107" y="160"/>
                    <a:pt x="130" y="94"/>
                    <a:pt x="149" y="68"/>
                  </a:cubicBezTo>
                  <a:cubicBezTo>
                    <a:pt x="185" y="28"/>
                    <a:pt x="221" y="17"/>
                    <a:pt x="250" y="17"/>
                  </a:cubicBezTo>
                  <a:cubicBezTo>
                    <a:pt x="305" y="17"/>
                    <a:pt x="321" y="59"/>
                    <a:pt x="321" y="66"/>
                  </a:cubicBezTo>
                  <a:cubicBezTo>
                    <a:pt x="321" y="66"/>
                    <a:pt x="321" y="68"/>
                    <a:pt x="318" y="75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A3245FB-1D1C-9FF8-A4E1-3D211024B36D}"/>
                </a:ext>
              </a:extLst>
            </p:cNvPr>
            <p:cNvSpPr/>
            <p:nvPr/>
          </p:nvSpPr>
          <p:spPr>
            <a:xfrm>
              <a:off x="3064680" y="2831399"/>
              <a:ext cx="212040" cy="56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90" h="158">
                  <a:moveTo>
                    <a:pt x="561" y="28"/>
                  </a:moveTo>
                  <a:cubicBezTo>
                    <a:pt x="571" y="28"/>
                    <a:pt x="590" y="28"/>
                    <a:pt x="590" y="14"/>
                  </a:cubicBezTo>
                  <a:cubicBezTo>
                    <a:pt x="590" y="0"/>
                    <a:pt x="571" y="0"/>
                    <a:pt x="561" y="0"/>
                  </a:cubicBezTo>
                  <a:lnTo>
                    <a:pt x="29" y="0"/>
                  </a:lnTo>
                  <a:cubicBezTo>
                    <a:pt x="19" y="0"/>
                    <a:pt x="0" y="0"/>
                    <a:pt x="0" y="14"/>
                  </a:cubicBezTo>
                  <a:cubicBezTo>
                    <a:pt x="0" y="28"/>
                    <a:pt x="19" y="28"/>
                    <a:pt x="29" y="28"/>
                  </a:cubicBezTo>
                  <a:close/>
                  <a:moveTo>
                    <a:pt x="561" y="158"/>
                  </a:moveTo>
                  <a:cubicBezTo>
                    <a:pt x="571" y="158"/>
                    <a:pt x="590" y="158"/>
                    <a:pt x="590" y="144"/>
                  </a:cubicBezTo>
                  <a:cubicBezTo>
                    <a:pt x="590" y="130"/>
                    <a:pt x="571" y="130"/>
                    <a:pt x="561" y="130"/>
                  </a:cubicBezTo>
                  <a:lnTo>
                    <a:pt x="29" y="130"/>
                  </a:lnTo>
                  <a:cubicBezTo>
                    <a:pt x="19" y="130"/>
                    <a:pt x="0" y="130"/>
                    <a:pt x="0" y="144"/>
                  </a:cubicBezTo>
                  <a:cubicBezTo>
                    <a:pt x="0" y="158"/>
                    <a:pt x="19" y="158"/>
                    <a:pt x="29" y="158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0015E23-D1BA-AD3E-5A6B-9874D1243E3C}"/>
                </a:ext>
              </a:extLst>
            </p:cNvPr>
            <p:cNvSpPr/>
            <p:nvPr/>
          </p:nvSpPr>
          <p:spPr>
            <a:xfrm>
              <a:off x="3327479" y="2773440"/>
              <a:ext cx="105840" cy="1389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95" h="387">
                  <a:moveTo>
                    <a:pt x="182" y="17"/>
                  </a:moveTo>
                  <a:cubicBezTo>
                    <a:pt x="182" y="0"/>
                    <a:pt x="182" y="0"/>
                    <a:pt x="159" y="0"/>
                  </a:cubicBezTo>
                  <a:cubicBezTo>
                    <a:pt x="107" y="38"/>
                    <a:pt x="32" y="38"/>
                    <a:pt x="0" y="38"/>
                  </a:cubicBezTo>
                  <a:lnTo>
                    <a:pt x="0" y="59"/>
                  </a:lnTo>
                  <a:cubicBezTo>
                    <a:pt x="19" y="59"/>
                    <a:pt x="71" y="59"/>
                    <a:pt x="117" y="42"/>
                  </a:cubicBezTo>
                  <a:lnTo>
                    <a:pt x="117" y="340"/>
                  </a:lnTo>
                  <a:cubicBezTo>
                    <a:pt x="117" y="358"/>
                    <a:pt x="117" y="366"/>
                    <a:pt x="36" y="366"/>
                  </a:cubicBezTo>
                  <a:lnTo>
                    <a:pt x="6" y="366"/>
                  </a:lnTo>
                  <a:lnTo>
                    <a:pt x="6" y="387"/>
                  </a:lnTo>
                  <a:cubicBezTo>
                    <a:pt x="19" y="387"/>
                    <a:pt x="120" y="384"/>
                    <a:pt x="149" y="384"/>
                  </a:cubicBezTo>
                  <a:cubicBezTo>
                    <a:pt x="175" y="384"/>
                    <a:pt x="276" y="387"/>
                    <a:pt x="295" y="387"/>
                  </a:cubicBezTo>
                  <a:lnTo>
                    <a:pt x="295" y="366"/>
                  </a:lnTo>
                  <a:lnTo>
                    <a:pt x="263" y="366"/>
                  </a:lnTo>
                  <a:cubicBezTo>
                    <a:pt x="182" y="366"/>
                    <a:pt x="182" y="358"/>
                    <a:pt x="182" y="340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8553395-2BE6-D19B-8CE0-97BAEF0C4BD4}"/>
                </a:ext>
              </a:extLst>
            </p:cNvPr>
            <p:cNvSpPr/>
            <p:nvPr/>
          </p:nvSpPr>
          <p:spPr>
            <a:xfrm>
              <a:off x="3544560" y="2431440"/>
              <a:ext cx="205200" cy="1353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71" h="377">
                  <a:moveTo>
                    <a:pt x="350" y="118"/>
                  </a:moveTo>
                  <a:cubicBezTo>
                    <a:pt x="357" y="94"/>
                    <a:pt x="383" y="19"/>
                    <a:pt x="464" y="19"/>
                  </a:cubicBezTo>
                  <a:cubicBezTo>
                    <a:pt x="470" y="19"/>
                    <a:pt x="496" y="19"/>
                    <a:pt x="519" y="28"/>
                  </a:cubicBezTo>
                  <a:cubicBezTo>
                    <a:pt x="490" y="33"/>
                    <a:pt x="467" y="54"/>
                    <a:pt x="467" y="73"/>
                  </a:cubicBezTo>
                  <a:cubicBezTo>
                    <a:pt x="467" y="87"/>
                    <a:pt x="477" y="104"/>
                    <a:pt x="509" y="104"/>
                  </a:cubicBezTo>
                  <a:cubicBezTo>
                    <a:pt x="535" y="104"/>
                    <a:pt x="571" y="87"/>
                    <a:pt x="571" y="54"/>
                  </a:cubicBezTo>
                  <a:cubicBezTo>
                    <a:pt x="571" y="12"/>
                    <a:pt x="503" y="0"/>
                    <a:pt x="464" y="0"/>
                  </a:cubicBezTo>
                  <a:cubicBezTo>
                    <a:pt x="399" y="0"/>
                    <a:pt x="357" y="45"/>
                    <a:pt x="344" y="64"/>
                  </a:cubicBezTo>
                  <a:cubicBezTo>
                    <a:pt x="315" y="9"/>
                    <a:pt x="253" y="0"/>
                    <a:pt x="221" y="0"/>
                  </a:cubicBezTo>
                  <a:cubicBezTo>
                    <a:pt x="101" y="0"/>
                    <a:pt x="36" y="108"/>
                    <a:pt x="36" y="127"/>
                  </a:cubicBezTo>
                  <a:cubicBezTo>
                    <a:pt x="36" y="137"/>
                    <a:pt x="45" y="137"/>
                    <a:pt x="49" y="137"/>
                  </a:cubicBezTo>
                  <a:cubicBezTo>
                    <a:pt x="58" y="137"/>
                    <a:pt x="62" y="134"/>
                    <a:pt x="65" y="127"/>
                  </a:cubicBezTo>
                  <a:cubicBezTo>
                    <a:pt x="104" y="40"/>
                    <a:pt x="178" y="19"/>
                    <a:pt x="217" y="19"/>
                  </a:cubicBezTo>
                  <a:cubicBezTo>
                    <a:pt x="240" y="19"/>
                    <a:pt x="279" y="26"/>
                    <a:pt x="279" y="73"/>
                  </a:cubicBezTo>
                  <a:cubicBezTo>
                    <a:pt x="279" y="99"/>
                    <a:pt x="259" y="156"/>
                    <a:pt x="217" y="274"/>
                  </a:cubicBezTo>
                  <a:cubicBezTo>
                    <a:pt x="198" y="325"/>
                    <a:pt x="159" y="358"/>
                    <a:pt x="110" y="358"/>
                  </a:cubicBezTo>
                  <a:cubicBezTo>
                    <a:pt x="101" y="358"/>
                    <a:pt x="75" y="358"/>
                    <a:pt x="52" y="349"/>
                  </a:cubicBezTo>
                  <a:cubicBezTo>
                    <a:pt x="81" y="344"/>
                    <a:pt x="104" y="328"/>
                    <a:pt x="104" y="304"/>
                  </a:cubicBezTo>
                  <a:cubicBezTo>
                    <a:pt x="104" y="281"/>
                    <a:pt x="81" y="274"/>
                    <a:pt x="62" y="274"/>
                  </a:cubicBezTo>
                  <a:cubicBezTo>
                    <a:pt x="29" y="274"/>
                    <a:pt x="0" y="297"/>
                    <a:pt x="0" y="323"/>
                  </a:cubicBezTo>
                  <a:cubicBezTo>
                    <a:pt x="0" y="361"/>
                    <a:pt x="58" y="377"/>
                    <a:pt x="107" y="377"/>
                  </a:cubicBezTo>
                  <a:cubicBezTo>
                    <a:pt x="185" y="377"/>
                    <a:pt x="224" y="318"/>
                    <a:pt x="227" y="314"/>
                  </a:cubicBezTo>
                  <a:cubicBezTo>
                    <a:pt x="243" y="344"/>
                    <a:pt x="282" y="377"/>
                    <a:pt x="350" y="377"/>
                  </a:cubicBezTo>
                  <a:cubicBezTo>
                    <a:pt x="470" y="377"/>
                    <a:pt x="535" y="271"/>
                    <a:pt x="535" y="250"/>
                  </a:cubicBezTo>
                  <a:cubicBezTo>
                    <a:pt x="535" y="241"/>
                    <a:pt x="525" y="241"/>
                    <a:pt x="522" y="241"/>
                  </a:cubicBezTo>
                  <a:cubicBezTo>
                    <a:pt x="512" y="241"/>
                    <a:pt x="509" y="245"/>
                    <a:pt x="506" y="250"/>
                  </a:cubicBezTo>
                  <a:cubicBezTo>
                    <a:pt x="470" y="340"/>
                    <a:pt x="392" y="358"/>
                    <a:pt x="354" y="358"/>
                  </a:cubicBezTo>
                  <a:cubicBezTo>
                    <a:pt x="308" y="358"/>
                    <a:pt x="292" y="333"/>
                    <a:pt x="292" y="304"/>
                  </a:cubicBezTo>
                  <a:cubicBezTo>
                    <a:pt x="292" y="285"/>
                    <a:pt x="298" y="269"/>
                    <a:pt x="311" y="231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B285925-3C7B-0F40-C356-080E52278BE4}"/>
                </a:ext>
              </a:extLst>
            </p:cNvPr>
            <p:cNvSpPr/>
            <p:nvPr/>
          </p:nvSpPr>
          <p:spPr>
            <a:xfrm>
              <a:off x="3779279" y="2469600"/>
              <a:ext cx="88560" cy="141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47" h="394">
                  <a:moveTo>
                    <a:pt x="224" y="21"/>
                  </a:moveTo>
                  <a:cubicBezTo>
                    <a:pt x="224" y="12"/>
                    <a:pt x="214" y="0"/>
                    <a:pt x="191" y="0"/>
                  </a:cubicBezTo>
                  <a:cubicBezTo>
                    <a:pt x="169" y="0"/>
                    <a:pt x="146" y="14"/>
                    <a:pt x="146" y="33"/>
                  </a:cubicBezTo>
                  <a:cubicBezTo>
                    <a:pt x="146" y="42"/>
                    <a:pt x="156" y="54"/>
                    <a:pt x="178" y="54"/>
                  </a:cubicBezTo>
                  <a:cubicBezTo>
                    <a:pt x="201" y="54"/>
                    <a:pt x="224" y="38"/>
                    <a:pt x="224" y="21"/>
                  </a:cubicBezTo>
                  <a:close/>
                  <a:moveTo>
                    <a:pt x="58" y="318"/>
                  </a:moveTo>
                  <a:cubicBezTo>
                    <a:pt x="55" y="325"/>
                    <a:pt x="52" y="333"/>
                    <a:pt x="52" y="344"/>
                  </a:cubicBezTo>
                  <a:cubicBezTo>
                    <a:pt x="52" y="370"/>
                    <a:pt x="84" y="394"/>
                    <a:pt x="130" y="394"/>
                  </a:cubicBezTo>
                  <a:cubicBezTo>
                    <a:pt x="211" y="394"/>
                    <a:pt x="247" y="311"/>
                    <a:pt x="247" y="304"/>
                  </a:cubicBezTo>
                  <a:cubicBezTo>
                    <a:pt x="247" y="295"/>
                    <a:pt x="234" y="295"/>
                    <a:pt x="234" y="295"/>
                  </a:cubicBezTo>
                  <a:cubicBezTo>
                    <a:pt x="221" y="295"/>
                    <a:pt x="221" y="300"/>
                    <a:pt x="217" y="307"/>
                  </a:cubicBezTo>
                  <a:cubicBezTo>
                    <a:pt x="198" y="351"/>
                    <a:pt x="162" y="377"/>
                    <a:pt x="130" y="377"/>
                  </a:cubicBezTo>
                  <a:cubicBezTo>
                    <a:pt x="114" y="377"/>
                    <a:pt x="110" y="368"/>
                    <a:pt x="110" y="356"/>
                  </a:cubicBezTo>
                  <a:cubicBezTo>
                    <a:pt x="110" y="342"/>
                    <a:pt x="117" y="333"/>
                    <a:pt x="123" y="318"/>
                  </a:cubicBezTo>
                  <a:cubicBezTo>
                    <a:pt x="133" y="302"/>
                    <a:pt x="139" y="288"/>
                    <a:pt x="149" y="271"/>
                  </a:cubicBezTo>
                  <a:cubicBezTo>
                    <a:pt x="156" y="257"/>
                    <a:pt x="185" y="205"/>
                    <a:pt x="188" y="198"/>
                  </a:cubicBezTo>
                  <a:cubicBezTo>
                    <a:pt x="191" y="191"/>
                    <a:pt x="195" y="184"/>
                    <a:pt x="195" y="179"/>
                  </a:cubicBezTo>
                  <a:cubicBezTo>
                    <a:pt x="195" y="151"/>
                    <a:pt x="162" y="130"/>
                    <a:pt x="117" y="130"/>
                  </a:cubicBezTo>
                  <a:cubicBezTo>
                    <a:pt x="36" y="130"/>
                    <a:pt x="0" y="210"/>
                    <a:pt x="0" y="219"/>
                  </a:cubicBezTo>
                  <a:cubicBezTo>
                    <a:pt x="0" y="226"/>
                    <a:pt x="13" y="226"/>
                    <a:pt x="13" y="226"/>
                  </a:cubicBezTo>
                  <a:cubicBezTo>
                    <a:pt x="26" y="226"/>
                    <a:pt x="26" y="224"/>
                    <a:pt x="29" y="217"/>
                  </a:cubicBezTo>
                  <a:cubicBezTo>
                    <a:pt x="49" y="167"/>
                    <a:pt x="84" y="146"/>
                    <a:pt x="114" y="146"/>
                  </a:cubicBezTo>
                  <a:cubicBezTo>
                    <a:pt x="126" y="146"/>
                    <a:pt x="136" y="151"/>
                    <a:pt x="136" y="167"/>
                  </a:cubicBezTo>
                  <a:cubicBezTo>
                    <a:pt x="136" y="179"/>
                    <a:pt x="130" y="189"/>
                    <a:pt x="110" y="224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AAEAF3C-D41A-3CDF-0D26-D9589CC40DAB}"/>
                </a:ext>
              </a:extLst>
            </p:cNvPr>
            <p:cNvSpPr/>
            <p:nvPr/>
          </p:nvSpPr>
          <p:spPr>
            <a:xfrm>
              <a:off x="3913560" y="2584440"/>
              <a:ext cx="37080" cy="651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04" h="182">
                  <a:moveTo>
                    <a:pt x="81" y="59"/>
                  </a:moveTo>
                  <a:cubicBezTo>
                    <a:pt x="81" y="90"/>
                    <a:pt x="75" y="127"/>
                    <a:pt x="16" y="165"/>
                  </a:cubicBezTo>
                  <a:cubicBezTo>
                    <a:pt x="13" y="167"/>
                    <a:pt x="13" y="170"/>
                    <a:pt x="13" y="172"/>
                  </a:cubicBezTo>
                  <a:cubicBezTo>
                    <a:pt x="13" y="177"/>
                    <a:pt x="19" y="182"/>
                    <a:pt x="23" y="182"/>
                  </a:cubicBezTo>
                  <a:cubicBezTo>
                    <a:pt x="36" y="182"/>
                    <a:pt x="104" y="134"/>
                    <a:pt x="104" y="64"/>
                  </a:cubicBezTo>
                  <a:cubicBezTo>
                    <a:pt x="104" y="28"/>
                    <a:pt x="84" y="0"/>
                    <a:pt x="45" y="0"/>
                  </a:cubicBezTo>
                  <a:cubicBezTo>
                    <a:pt x="19" y="0"/>
                    <a:pt x="0" y="17"/>
                    <a:pt x="0" y="33"/>
                  </a:cubicBezTo>
                  <a:cubicBezTo>
                    <a:pt x="0" y="52"/>
                    <a:pt x="19" y="68"/>
                    <a:pt x="49" y="68"/>
                  </a:cubicBezTo>
                  <a:cubicBezTo>
                    <a:pt x="68" y="68"/>
                    <a:pt x="81" y="59"/>
                    <a:pt x="81" y="59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5D002CD-3DD9-2613-B91C-641273704748}"/>
                </a:ext>
              </a:extLst>
            </p:cNvPr>
            <p:cNvSpPr/>
            <p:nvPr/>
          </p:nvSpPr>
          <p:spPr>
            <a:xfrm>
              <a:off x="3991679" y="2516400"/>
              <a:ext cx="142200" cy="1353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96" h="377">
                  <a:moveTo>
                    <a:pt x="392" y="42"/>
                  </a:moveTo>
                  <a:cubicBezTo>
                    <a:pt x="396" y="33"/>
                    <a:pt x="396" y="31"/>
                    <a:pt x="396" y="31"/>
                  </a:cubicBezTo>
                  <a:cubicBezTo>
                    <a:pt x="396" y="17"/>
                    <a:pt x="383" y="12"/>
                    <a:pt x="370" y="12"/>
                  </a:cubicBezTo>
                  <a:cubicBezTo>
                    <a:pt x="350" y="12"/>
                    <a:pt x="334" y="21"/>
                    <a:pt x="331" y="33"/>
                  </a:cubicBezTo>
                  <a:cubicBezTo>
                    <a:pt x="318" y="17"/>
                    <a:pt x="292" y="0"/>
                    <a:pt x="250" y="0"/>
                  </a:cubicBezTo>
                  <a:cubicBezTo>
                    <a:pt x="149" y="0"/>
                    <a:pt x="42" y="78"/>
                    <a:pt x="42" y="163"/>
                  </a:cubicBezTo>
                  <a:cubicBezTo>
                    <a:pt x="42" y="222"/>
                    <a:pt x="101" y="257"/>
                    <a:pt x="165" y="257"/>
                  </a:cubicBezTo>
                  <a:cubicBezTo>
                    <a:pt x="201" y="257"/>
                    <a:pt x="237" y="243"/>
                    <a:pt x="266" y="226"/>
                  </a:cubicBezTo>
                  <a:lnTo>
                    <a:pt x="250" y="278"/>
                  </a:lnTo>
                  <a:cubicBezTo>
                    <a:pt x="240" y="302"/>
                    <a:pt x="234" y="318"/>
                    <a:pt x="204" y="340"/>
                  </a:cubicBezTo>
                  <a:cubicBezTo>
                    <a:pt x="169" y="361"/>
                    <a:pt x="133" y="361"/>
                    <a:pt x="114" y="361"/>
                  </a:cubicBezTo>
                  <a:cubicBezTo>
                    <a:pt x="78" y="361"/>
                    <a:pt x="65" y="358"/>
                    <a:pt x="52" y="356"/>
                  </a:cubicBezTo>
                  <a:cubicBezTo>
                    <a:pt x="71" y="349"/>
                    <a:pt x="78" y="335"/>
                    <a:pt x="78" y="328"/>
                  </a:cubicBezTo>
                  <a:cubicBezTo>
                    <a:pt x="78" y="314"/>
                    <a:pt x="62" y="304"/>
                    <a:pt x="45" y="304"/>
                  </a:cubicBezTo>
                  <a:cubicBezTo>
                    <a:pt x="23" y="304"/>
                    <a:pt x="0" y="318"/>
                    <a:pt x="0" y="342"/>
                  </a:cubicBezTo>
                  <a:cubicBezTo>
                    <a:pt x="0" y="375"/>
                    <a:pt x="68" y="377"/>
                    <a:pt x="114" y="377"/>
                  </a:cubicBezTo>
                  <a:cubicBezTo>
                    <a:pt x="240" y="377"/>
                    <a:pt x="295" y="330"/>
                    <a:pt x="305" y="297"/>
                  </a:cubicBezTo>
                  <a:close/>
                  <a:moveTo>
                    <a:pt x="282" y="179"/>
                  </a:moveTo>
                  <a:cubicBezTo>
                    <a:pt x="279" y="189"/>
                    <a:pt x="279" y="189"/>
                    <a:pt x="266" y="200"/>
                  </a:cubicBezTo>
                  <a:cubicBezTo>
                    <a:pt x="237" y="226"/>
                    <a:pt x="198" y="241"/>
                    <a:pt x="169" y="241"/>
                  </a:cubicBezTo>
                  <a:cubicBezTo>
                    <a:pt x="126" y="241"/>
                    <a:pt x="107" y="217"/>
                    <a:pt x="107" y="186"/>
                  </a:cubicBezTo>
                  <a:cubicBezTo>
                    <a:pt x="107" y="160"/>
                    <a:pt x="130" y="94"/>
                    <a:pt x="149" y="68"/>
                  </a:cubicBezTo>
                  <a:cubicBezTo>
                    <a:pt x="185" y="28"/>
                    <a:pt x="221" y="17"/>
                    <a:pt x="250" y="17"/>
                  </a:cubicBezTo>
                  <a:cubicBezTo>
                    <a:pt x="305" y="17"/>
                    <a:pt x="321" y="59"/>
                    <a:pt x="321" y="66"/>
                  </a:cubicBezTo>
                  <a:cubicBezTo>
                    <a:pt x="321" y="66"/>
                    <a:pt x="321" y="68"/>
                    <a:pt x="318" y="75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0BF7405-0695-2AC2-7F6E-E454AEBF6BC2}"/>
                </a:ext>
              </a:extLst>
            </p:cNvPr>
            <p:cNvSpPr/>
            <p:nvPr/>
          </p:nvSpPr>
          <p:spPr>
            <a:xfrm>
              <a:off x="4297680" y="2473200"/>
              <a:ext cx="43920" cy="320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23" h="90">
                  <a:moveTo>
                    <a:pt x="123" y="45"/>
                  </a:moveTo>
                  <a:cubicBezTo>
                    <a:pt x="123" y="21"/>
                    <a:pt x="97" y="0"/>
                    <a:pt x="62" y="0"/>
                  </a:cubicBezTo>
                  <a:cubicBezTo>
                    <a:pt x="29" y="0"/>
                    <a:pt x="0" y="21"/>
                    <a:pt x="0" y="45"/>
                  </a:cubicBezTo>
                  <a:cubicBezTo>
                    <a:pt x="0" y="71"/>
                    <a:pt x="29" y="90"/>
                    <a:pt x="62" y="90"/>
                  </a:cubicBezTo>
                  <a:cubicBezTo>
                    <a:pt x="97" y="90"/>
                    <a:pt x="123" y="71"/>
                    <a:pt x="123" y="45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C4494AD-68CE-D3B1-D3BC-B98974C473C1}"/>
                </a:ext>
              </a:extLst>
            </p:cNvPr>
            <p:cNvSpPr/>
            <p:nvPr/>
          </p:nvSpPr>
          <p:spPr>
            <a:xfrm>
              <a:off x="4489200" y="2360160"/>
              <a:ext cx="293760" cy="2109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17" h="587">
                  <a:moveTo>
                    <a:pt x="655" y="94"/>
                  </a:moveTo>
                  <a:cubicBezTo>
                    <a:pt x="710" y="31"/>
                    <a:pt x="759" y="28"/>
                    <a:pt x="801" y="26"/>
                  </a:cubicBezTo>
                  <a:cubicBezTo>
                    <a:pt x="814" y="26"/>
                    <a:pt x="817" y="12"/>
                    <a:pt x="817" y="9"/>
                  </a:cubicBezTo>
                  <a:cubicBezTo>
                    <a:pt x="817" y="2"/>
                    <a:pt x="811" y="0"/>
                    <a:pt x="801" y="0"/>
                  </a:cubicBezTo>
                  <a:cubicBezTo>
                    <a:pt x="772" y="0"/>
                    <a:pt x="740" y="2"/>
                    <a:pt x="707" y="2"/>
                  </a:cubicBezTo>
                  <a:cubicBezTo>
                    <a:pt x="668" y="2"/>
                    <a:pt x="629" y="0"/>
                    <a:pt x="594" y="0"/>
                  </a:cubicBezTo>
                  <a:cubicBezTo>
                    <a:pt x="587" y="0"/>
                    <a:pt x="571" y="0"/>
                    <a:pt x="571" y="17"/>
                  </a:cubicBezTo>
                  <a:cubicBezTo>
                    <a:pt x="571" y="26"/>
                    <a:pt x="584" y="26"/>
                    <a:pt x="590" y="26"/>
                  </a:cubicBezTo>
                  <a:cubicBezTo>
                    <a:pt x="623" y="28"/>
                    <a:pt x="642" y="35"/>
                    <a:pt x="642" y="54"/>
                  </a:cubicBezTo>
                  <a:cubicBezTo>
                    <a:pt x="642" y="66"/>
                    <a:pt x="626" y="85"/>
                    <a:pt x="626" y="85"/>
                  </a:cubicBezTo>
                  <a:lnTo>
                    <a:pt x="276" y="491"/>
                  </a:lnTo>
                  <a:lnTo>
                    <a:pt x="198" y="52"/>
                  </a:lnTo>
                  <a:cubicBezTo>
                    <a:pt x="198" y="38"/>
                    <a:pt x="224" y="26"/>
                    <a:pt x="276" y="26"/>
                  </a:cubicBezTo>
                  <a:cubicBezTo>
                    <a:pt x="292" y="26"/>
                    <a:pt x="305" y="26"/>
                    <a:pt x="305" y="9"/>
                  </a:cubicBezTo>
                  <a:cubicBezTo>
                    <a:pt x="305" y="2"/>
                    <a:pt x="295" y="0"/>
                    <a:pt x="289" y="0"/>
                  </a:cubicBezTo>
                  <a:cubicBezTo>
                    <a:pt x="243" y="0"/>
                    <a:pt x="195" y="2"/>
                    <a:pt x="146" y="2"/>
                  </a:cubicBezTo>
                  <a:cubicBezTo>
                    <a:pt x="126" y="2"/>
                    <a:pt x="104" y="2"/>
                    <a:pt x="84" y="2"/>
                  </a:cubicBezTo>
                  <a:cubicBezTo>
                    <a:pt x="62" y="2"/>
                    <a:pt x="42" y="0"/>
                    <a:pt x="23" y="0"/>
                  </a:cubicBezTo>
                  <a:cubicBezTo>
                    <a:pt x="13" y="0"/>
                    <a:pt x="0" y="0"/>
                    <a:pt x="0" y="17"/>
                  </a:cubicBezTo>
                  <a:cubicBezTo>
                    <a:pt x="0" y="26"/>
                    <a:pt x="10" y="26"/>
                    <a:pt x="29" y="26"/>
                  </a:cubicBezTo>
                  <a:cubicBezTo>
                    <a:pt x="94" y="26"/>
                    <a:pt x="94" y="33"/>
                    <a:pt x="97" y="54"/>
                  </a:cubicBezTo>
                  <a:lnTo>
                    <a:pt x="188" y="568"/>
                  </a:lnTo>
                  <a:cubicBezTo>
                    <a:pt x="191" y="585"/>
                    <a:pt x="195" y="587"/>
                    <a:pt x="211" y="587"/>
                  </a:cubicBezTo>
                  <a:cubicBezTo>
                    <a:pt x="230" y="587"/>
                    <a:pt x="234" y="582"/>
                    <a:pt x="243" y="571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82EA9B8-33CC-B067-7EEE-5F33BF3D5A27}"/>
                </a:ext>
              </a:extLst>
            </p:cNvPr>
            <p:cNvSpPr/>
            <p:nvPr/>
          </p:nvSpPr>
          <p:spPr>
            <a:xfrm>
              <a:off x="4719240" y="2469600"/>
              <a:ext cx="88560" cy="141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47" h="394">
                  <a:moveTo>
                    <a:pt x="224" y="21"/>
                  </a:moveTo>
                  <a:cubicBezTo>
                    <a:pt x="224" y="12"/>
                    <a:pt x="214" y="0"/>
                    <a:pt x="191" y="0"/>
                  </a:cubicBezTo>
                  <a:cubicBezTo>
                    <a:pt x="169" y="0"/>
                    <a:pt x="146" y="14"/>
                    <a:pt x="146" y="33"/>
                  </a:cubicBezTo>
                  <a:cubicBezTo>
                    <a:pt x="146" y="42"/>
                    <a:pt x="156" y="54"/>
                    <a:pt x="178" y="54"/>
                  </a:cubicBezTo>
                  <a:cubicBezTo>
                    <a:pt x="201" y="54"/>
                    <a:pt x="224" y="38"/>
                    <a:pt x="224" y="21"/>
                  </a:cubicBezTo>
                  <a:close/>
                  <a:moveTo>
                    <a:pt x="58" y="318"/>
                  </a:moveTo>
                  <a:cubicBezTo>
                    <a:pt x="55" y="325"/>
                    <a:pt x="52" y="333"/>
                    <a:pt x="52" y="344"/>
                  </a:cubicBezTo>
                  <a:cubicBezTo>
                    <a:pt x="52" y="370"/>
                    <a:pt x="84" y="394"/>
                    <a:pt x="130" y="394"/>
                  </a:cubicBezTo>
                  <a:cubicBezTo>
                    <a:pt x="211" y="394"/>
                    <a:pt x="247" y="311"/>
                    <a:pt x="247" y="304"/>
                  </a:cubicBezTo>
                  <a:cubicBezTo>
                    <a:pt x="247" y="295"/>
                    <a:pt x="234" y="295"/>
                    <a:pt x="234" y="295"/>
                  </a:cubicBezTo>
                  <a:cubicBezTo>
                    <a:pt x="221" y="295"/>
                    <a:pt x="221" y="300"/>
                    <a:pt x="217" y="307"/>
                  </a:cubicBezTo>
                  <a:cubicBezTo>
                    <a:pt x="198" y="351"/>
                    <a:pt x="162" y="377"/>
                    <a:pt x="130" y="377"/>
                  </a:cubicBezTo>
                  <a:cubicBezTo>
                    <a:pt x="114" y="377"/>
                    <a:pt x="110" y="368"/>
                    <a:pt x="110" y="356"/>
                  </a:cubicBezTo>
                  <a:cubicBezTo>
                    <a:pt x="110" y="342"/>
                    <a:pt x="117" y="333"/>
                    <a:pt x="123" y="318"/>
                  </a:cubicBezTo>
                  <a:cubicBezTo>
                    <a:pt x="133" y="302"/>
                    <a:pt x="139" y="288"/>
                    <a:pt x="149" y="271"/>
                  </a:cubicBezTo>
                  <a:cubicBezTo>
                    <a:pt x="156" y="257"/>
                    <a:pt x="185" y="205"/>
                    <a:pt x="188" y="198"/>
                  </a:cubicBezTo>
                  <a:cubicBezTo>
                    <a:pt x="191" y="191"/>
                    <a:pt x="195" y="184"/>
                    <a:pt x="195" y="179"/>
                  </a:cubicBezTo>
                  <a:cubicBezTo>
                    <a:pt x="195" y="151"/>
                    <a:pt x="162" y="130"/>
                    <a:pt x="117" y="130"/>
                  </a:cubicBezTo>
                  <a:cubicBezTo>
                    <a:pt x="36" y="130"/>
                    <a:pt x="0" y="210"/>
                    <a:pt x="0" y="219"/>
                  </a:cubicBezTo>
                  <a:cubicBezTo>
                    <a:pt x="0" y="226"/>
                    <a:pt x="10" y="226"/>
                    <a:pt x="13" y="226"/>
                  </a:cubicBezTo>
                  <a:cubicBezTo>
                    <a:pt x="26" y="226"/>
                    <a:pt x="26" y="224"/>
                    <a:pt x="29" y="217"/>
                  </a:cubicBezTo>
                  <a:cubicBezTo>
                    <a:pt x="49" y="167"/>
                    <a:pt x="84" y="146"/>
                    <a:pt x="114" y="146"/>
                  </a:cubicBezTo>
                  <a:cubicBezTo>
                    <a:pt x="126" y="146"/>
                    <a:pt x="136" y="151"/>
                    <a:pt x="136" y="167"/>
                  </a:cubicBezTo>
                  <a:cubicBezTo>
                    <a:pt x="136" y="179"/>
                    <a:pt x="130" y="189"/>
                    <a:pt x="110" y="224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2C0A454-2CDF-4C57-A96A-F3BB2B095561}"/>
                </a:ext>
              </a:extLst>
            </p:cNvPr>
            <p:cNvSpPr/>
            <p:nvPr/>
          </p:nvSpPr>
          <p:spPr>
            <a:xfrm>
              <a:off x="4882680" y="2339640"/>
              <a:ext cx="96480" cy="298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9" h="830">
                  <a:moveTo>
                    <a:pt x="269" y="823"/>
                  </a:moveTo>
                  <a:cubicBezTo>
                    <a:pt x="269" y="821"/>
                    <a:pt x="269" y="818"/>
                    <a:pt x="247" y="804"/>
                  </a:cubicBezTo>
                  <a:cubicBezTo>
                    <a:pt x="104" y="700"/>
                    <a:pt x="68" y="542"/>
                    <a:pt x="68" y="415"/>
                  </a:cubicBezTo>
                  <a:cubicBezTo>
                    <a:pt x="68" y="271"/>
                    <a:pt x="110" y="127"/>
                    <a:pt x="253" y="24"/>
                  </a:cubicBezTo>
                  <a:cubicBezTo>
                    <a:pt x="269" y="12"/>
                    <a:pt x="269" y="12"/>
                    <a:pt x="269" y="9"/>
                  </a:cubicBezTo>
                  <a:cubicBezTo>
                    <a:pt x="269" y="2"/>
                    <a:pt x="263" y="0"/>
                    <a:pt x="256" y="0"/>
                  </a:cubicBezTo>
                  <a:cubicBezTo>
                    <a:pt x="243" y="0"/>
                    <a:pt x="139" y="57"/>
                    <a:pt x="71" y="163"/>
                  </a:cubicBezTo>
                  <a:cubicBezTo>
                    <a:pt x="13" y="255"/>
                    <a:pt x="0" y="347"/>
                    <a:pt x="0" y="415"/>
                  </a:cubicBezTo>
                  <a:cubicBezTo>
                    <a:pt x="0" y="481"/>
                    <a:pt x="13" y="580"/>
                    <a:pt x="75" y="674"/>
                  </a:cubicBezTo>
                  <a:cubicBezTo>
                    <a:pt x="146" y="778"/>
                    <a:pt x="243" y="830"/>
                    <a:pt x="256" y="830"/>
                  </a:cubicBezTo>
                  <a:cubicBezTo>
                    <a:pt x="263" y="830"/>
                    <a:pt x="269" y="828"/>
                    <a:pt x="269" y="823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C9F9358-0CD3-204B-DE3D-C2D675360067}"/>
                </a:ext>
              </a:extLst>
            </p:cNvPr>
            <p:cNvSpPr/>
            <p:nvPr/>
          </p:nvSpPr>
          <p:spPr>
            <a:xfrm>
              <a:off x="5006520" y="2431440"/>
              <a:ext cx="188640" cy="1933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25" h="538">
                  <a:moveTo>
                    <a:pt x="522" y="54"/>
                  </a:moveTo>
                  <a:cubicBezTo>
                    <a:pt x="525" y="50"/>
                    <a:pt x="525" y="45"/>
                    <a:pt x="525" y="40"/>
                  </a:cubicBezTo>
                  <a:cubicBezTo>
                    <a:pt x="525" y="26"/>
                    <a:pt x="512" y="17"/>
                    <a:pt x="493" y="17"/>
                  </a:cubicBezTo>
                  <a:cubicBezTo>
                    <a:pt x="483" y="17"/>
                    <a:pt x="451" y="24"/>
                    <a:pt x="448" y="52"/>
                  </a:cubicBezTo>
                  <a:cubicBezTo>
                    <a:pt x="425" y="21"/>
                    <a:pt x="386" y="0"/>
                    <a:pt x="341" y="0"/>
                  </a:cubicBezTo>
                  <a:cubicBezTo>
                    <a:pt x="208" y="0"/>
                    <a:pt x="68" y="116"/>
                    <a:pt x="68" y="236"/>
                  </a:cubicBezTo>
                  <a:cubicBezTo>
                    <a:pt x="68" y="318"/>
                    <a:pt x="136" y="368"/>
                    <a:pt x="221" y="368"/>
                  </a:cubicBezTo>
                  <a:cubicBezTo>
                    <a:pt x="285" y="368"/>
                    <a:pt x="341" y="328"/>
                    <a:pt x="354" y="321"/>
                  </a:cubicBezTo>
                  <a:cubicBezTo>
                    <a:pt x="328" y="394"/>
                    <a:pt x="315" y="429"/>
                    <a:pt x="315" y="432"/>
                  </a:cubicBezTo>
                  <a:cubicBezTo>
                    <a:pt x="311" y="439"/>
                    <a:pt x="272" y="521"/>
                    <a:pt x="149" y="521"/>
                  </a:cubicBezTo>
                  <a:cubicBezTo>
                    <a:pt x="130" y="521"/>
                    <a:pt x="91" y="519"/>
                    <a:pt x="58" y="512"/>
                  </a:cubicBezTo>
                  <a:cubicBezTo>
                    <a:pt x="94" y="505"/>
                    <a:pt x="107" y="483"/>
                    <a:pt x="107" y="469"/>
                  </a:cubicBezTo>
                  <a:cubicBezTo>
                    <a:pt x="107" y="455"/>
                    <a:pt x="94" y="439"/>
                    <a:pt x="62" y="439"/>
                  </a:cubicBezTo>
                  <a:cubicBezTo>
                    <a:pt x="36" y="439"/>
                    <a:pt x="0" y="455"/>
                    <a:pt x="0" y="488"/>
                  </a:cubicBezTo>
                  <a:cubicBezTo>
                    <a:pt x="0" y="521"/>
                    <a:pt x="42" y="538"/>
                    <a:pt x="152" y="538"/>
                  </a:cubicBezTo>
                  <a:cubicBezTo>
                    <a:pt x="295" y="538"/>
                    <a:pt x="379" y="474"/>
                    <a:pt x="396" y="424"/>
                  </a:cubicBezTo>
                  <a:close/>
                  <a:moveTo>
                    <a:pt x="373" y="262"/>
                  </a:moveTo>
                  <a:cubicBezTo>
                    <a:pt x="367" y="283"/>
                    <a:pt x="341" y="304"/>
                    <a:pt x="315" y="321"/>
                  </a:cubicBezTo>
                  <a:cubicBezTo>
                    <a:pt x="292" y="335"/>
                    <a:pt x="256" y="349"/>
                    <a:pt x="224" y="349"/>
                  </a:cubicBezTo>
                  <a:cubicBezTo>
                    <a:pt x="165" y="349"/>
                    <a:pt x="149" y="307"/>
                    <a:pt x="149" y="274"/>
                  </a:cubicBezTo>
                  <a:cubicBezTo>
                    <a:pt x="149" y="233"/>
                    <a:pt x="182" y="134"/>
                    <a:pt x="211" y="92"/>
                  </a:cubicBezTo>
                  <a:cubicBezTo>
                    <a:pt x="243" y="52"/>
                    <a:pt x="292" y="19"/>
                    <a:pt x="341" y="19"/>
                  </a:cubicBezTo>
                  <a:cubicBezTo>
                    <a:pt x="415" y="19"/>
                    <a:pt x="431" y="85"/>
                    <a:pt x="431" y="90"/>
                  </a:cubicBezTo>
                  <a:cubicBezTo>
                    <a:pt x="431" y="94"/>
                    <a:pt x="431" y="99"/>
                    <a:pt x="428" y="101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07B618F-BA95-DC4D-5547-D6CB99B5BD46}"/>
                </a:ext>
              </a:extLst>
            </p:cNvPr>
            <p:cNvSpPr/>
            <p:nvPr/>
          </p:nvSpPr>
          <p:spPr>
            <a:xfrm>
              <a:off x="5234040" y="2339640"/>
              <a:ext cx="96480" cy="298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9" h="830">
                  <a:moveTo>
                    <a:pt x="269" y="415"/>
                  </a:moveTo>
                  <a:cubicBezTo>
                    <a:pt x="269" y="351"/>
                    <a:pt x="256" y="250"/>
                    <a:pt x="191" y="156"/>
                  </a:cubicBezTo>
                  <a:cubicBezTo>
                    <a:pt x="123" y="54"/>
                    <a:pt x="23" y="0"/>
                    <a:pt x="13" y="0"/>
                  </a:cubicBezTo>
                  <a:cubicBezTo>
                    <a:pt x="3" y="0"/>
                    <a:pt x="0" y="2"/>
                    <a:pt x="0" y="9"/>
                  </a:cubicBezTo>
                  <a:cubicBezTo>
                    <a:pt x="0" y="12"/>
                    <a:pt x="0" y="12"/>
                    <a:pt x="23" y="28"/>
                  </a:cubicBezTo>
                  <a:cubicBezTo>
                    <a:pt x="136" y="111"/>
                    <a:pt x="201" y="243"/>
                    <a:pt x="201" y="415"/>
                  </a:cubicBezTo>
                  <a:cubicBezTo>
                    <a:pt x="201" y="559"/>
                    <a:pt x="159" y="705"/>
                    <a:pt x="16" y="809"/>
                  </a:cubicBezTo>
                  <a:cubicBezTo>
                    <a:pt x="0" y="818"/>
                    <a:pt x="0" y="821"/>
                    <a:pt x="0" y="823"/>
                  </a:cubicBezTo>
                  <a:cubicBezTo>
                    <a:pt x="0" y="828"/>
                    <a:pt x="3" y="830"/>
                    <a:pt x="13" y="830"/>
                  </a:cubicBezTo>
                  <a:cubicBezTo>
                    <a:pt x="23" y="830"/>
                    <a:pt x="126" y="774"/>
                    <a:pt x="195" y="670"/>
                  </a:cubicBezTo>
                  <a:cubicBezTo>
                    <a:pt x="253" y="578"/>
                    <a:pt x="269" y="486"/>
                    <a:pt x="269" y="415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3252AB6-1737-8E73-4657-A0EF356BAFA4}"/>
                </a:ext>
              </a:extLst>
            </p:cNvPr>
            <p:cNvSpPr/>
            <p:nvPr/>
          </p:nvSpPr>
          <p:spPr>
            <a:xfrm>
              <a:off x="5396400" y="2339640"/>
              <a:ext cx="96480" cy="298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9" h="830">
                  <a:moveTo>
                    <a:pt x="269" y="415"/>
                  </a:moveTo>
                  <a:cubicBezTo>
                    <a:pt x="269" y="351"/>
                    <a:pt x="256" y="250"/>
                    <a:pt x="191" y="156"/>
                  </a:cubicBezTo>
                  <a:cubicBezTo>
                    <a:pt x="123" y="54"/>
                    <a:pt x="23" y="0"/>
                    <a:pt x="13" y="0"/>
                  </a:cubicBezTo>
                  <a:cubicBezTo>
                    <a:pt x="3" y="0"/>
                    <a:pt x="0" y="2"/>
                    <a:pt x="0" y="9"/>
                  </a:cubicBezTo>
                  <a:cubicBezTo>
                    <a:pt x="0" y="12"/>
                    <a:pt x="0" y="12"/>
                    <a:pt x="23" y="28"/>
                  </a:cubicBezTo>
                  <a:cubicBezTo>
                    <a:pt x="136" y="111"/>
                    <a:pt x="201" y="243"/>
                    <a:pt x="201" y="415"/>
                  </a:cubicBezTo>
                  <a:cubicBezTo>
                    <a:pt x="201" y="559"/>
                    <a:pt x="159" y="705"/>
                    <a:pt x="16" y="809"/>
                  </a:cubicBezTo>
                  <a:cubicBezTo>
                    <a:pt x="0" y="818"/>
                    <a:pt x="0" y="821"/>
                    <a:pt x="0" y="823"/>
                  </a:cubicBezTo>
                  <a:cubicBezTo>
                    <a:pt x="0" y="828"/>
                    <a:pt x="3" y="830"/>
                    <a:pt x="13" y="830"/>
                  </a:cubicBezTo>
                  <a:cubicBezTo>
                    <a:pt x="23" y="830"/>
                    <a:pt x="126" y="774"/>
                    <a:pt x="195" y="670"/>
                  </a:cubicBezTo>
                  <a:cubicBezTo>
                    <a:pt x="253" y="578"/>
                    <a:pt x="269" y="486"/>
                    <a:pt x="269" y="415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BC055D1-32C9-40D3-6871-78DFE70FF134}"/>
                </a:ext>
              </a:extLst>
            </p:cNvPr>
            <p:cNvSpPr/>
            <p:nvPr/>
          </p:nvSpPr>
          <p:spPr>
            <a:xfrm>
              <a:off x="1113480" y="3387240"/>
              <a:ext cx="228600" cy="2145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36" h="597">
                  <a:moveTo>
                    <a:pt x="632" y="31"/>
                  </a:moveTo>
                  <a:cubicBezTo>
                    <a:pt x="636" y="24"/>
                    <a:pt x="636" y="21"/>
                    <a:pt x="636" y="17"/>
                  </a:cubicBezTo>
                  <a:cubicBezTo>
                    <a:pt x="636" y="9"/>
                    <a:pt x="629" y="0"/>
                    <a:pt x="613" y="0"/>
                  </a:cubicBezTo>
                  <a:cubicBezTo>
                    <a:pt x="600" y="0"/>
                    <a:pt x="594" y="9"/>
                    <a:pt x="587" y="19"/>
                  </a:cubicBezTo>
                  <a:lnTo>
                    <a:pt x="493" y="203"/>
                  </a:lnTo>
                  <a:lnTo>
                    <a:pt x="146" y="203"/>
                  </a:lnTo>
                  <a:lnTo>
                    <a:pt x="49" y="19"/>
                  </a:lnTo>
                  <a:cubicBezTo>
                    <a:pt x="42" y="7"/>
                    <a:pt x="39" y="0"/>
                    <a:pt x="23" y="0"/>
                  </a:cubicBezTo>
                  <a:cubicBezTo>
                    <a:pt x="13" y="0"/>
                    <a:pt x="0" y="9"/>
                    <a:pt x="0" y="17"/>
                  </a:cubicBezTo>
                  <a:cubicBezTo>
                    <a:pt x="0" y="19"/>
                    <a:pt x="0" y="19"/>
                    <a:pt x="6" y="31"/>
                  </a:cubicBezTo>
                  <a:lnTo>
                    <a:pt x="292" y="578"/>
                  </a:lnTo>
                  <a:cubicBezTo>
                    <a:pt x="298" y="587"/>
                    <a:pt x="305" y="597"/>
                    <a:pt x="318" y="597"/>
                  </a:cubicBezTo>
                  <a:cubicBezTo>
                    <a:pt x="334" y="597"/>
                    <a:pt x="341" y="587"/>
                    <a:pt x="344" y="578"/>
                  </a:cubicBezTo>
                  <a:close/>
                  <a:moveTo>
                    <a:pt x="162" y="236"/>
                  </a:moveTo>
                  <a:lnTo>
                    <a:pt x="474" y="236"/>
                  </a:lnTo>
                  <a:lnTo>
                    <a:pt x="318" y="531"/>
                  </a:ln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6A12218-BF4F-F48B-6189-3D3CC85A3CD2}"/>
                </a:ext>
              </a:extLst>
            </p:cNvPr>
            <p:cNvSpPr/>
            <p:nvPr/>
          </p:nvSpPr>
          <p:spPr>
            <a:xfrm>
              <a:off x="1347120" y="3462840"/>
              <a:ext cx="188640" cy="1933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25" h="538">
                  <a:moveTo>
                    <a:pt x="522" y="54"/>
                  </a:moveTo>
                  <a:cubicBezTo>
                    <a:pt x="525" y="50"/>
                    <a:pt x="525" y="45"/>
                    <a:pt x="525" y="40"/>
                  </a:cubicBezTo>
                  <a:cubicBezTo>
                    <a:pt x="525" y="26"/>
                    <a:pt x="512" y="17"/>
                    <a:pt x="493" y="17"/>
                  </a:cubicBezTo>
                  <a:cubicBezTo>
                    <a:pt x="483" y="17"/>
                    <a:pt x="451" y="24"/>
                    <a:pt x="448" y="52"/>
                  </a:cubicBezTo>
                  <a:cubicBezTo>
                    <a:pt x="425" y="21"/>
                    <a:pt x="386" y="0"/>
                    <a:pt x="341" y="0"/>
                  </a:cubicBezTo>
                  <a:cubicBezTo>
                    <a:pt x="208" y="0"/>
                    <a:pt x="68" y="116"/>
                    <a:pt x="68" y="236"/>
                  </a:cubicBezTo>
                  <a:cubicBezTo>
                    <a:pt x="68" y="318"/>
                    <a:pt x="136" y="368"/>
                    <a:pt x="221" y="368"/>
                  </a:cubicBezTo>
                  <a:cubicBezTo>
                    <a:pt x="285" y="368"/>
                    <a:pt x="341" y="328"/>
                    <a:pt x="354" y="321"/>
                  </a:cubicBezTo>
                  <a:cubicBezTo>
                    <a:pt x="328" y="394"/>
                    <a:pt x="315" y="429"/>
                    <a:pt x="315" y="432"/>
                  </a:cubicBezTo>
                  <a:cubicBezTo>
                    <a:pt x="311" y="439"/>
                    <a:pt x="272" y="521"/>
                    <a:pt x="149" y="521"/>
                  </a:cubicBezTo>
                  <a:cubicBezTo>
                    <a:pt x="130" y="521"/>
                    <a:pt x="91" y="519"/>
                    <a:pt x="58" y="512"/>
                  </a:cubicBezTo>
                  <a:cubicBezTo>
                    <a:pt x="94" y="505"/>
                    <a:pt x="107" y="483"/>
                    <a:pt x="107" y="469"/>
                  </a:cubicBezTo>
                  <a:cubicBezTo>
                    <a:pt x="107" y="455"/>
                    <a:pt x="94" y="439"/>
                    <a:pt x="62" y="439"/>
                  </a:cubicBezTo>
                  <a:cubicBezTo>
                    <a:pt x="36" y="439"/>
                    <a:pt x="0" y="455"/>
                    <a:pt x="0" y="488"/>
                  </a:cubicBezTo>
                  <a:cubicBezTo>
                    <a:pt x="0" y="521"/>
                    <a:pt x="42" y="538"/>
                    <a:pt x="152" y="538"/>
                  </a:cubicBezTo>
                  <a:cubicBezTo>
                    <a:pt x="295" y="538"/>
                    <a:pt x="379" y="474"/>
                    <a:pt x="396" y="424"/>
                  </a:cubicBezTo>
                  <a:close/>
                  <a:moveTo>
                    <a:pt x="373" y="262"/>
                  </a:moveTo>
                  <a:cubicBezTo>
                    <a:pt x="367" y="283"/>
                    <a:pt x="341" y="304"/>
                    <a:pt x="315" y="321"/>
                  </a:cubicBezTo>
                  <a:cubicBezTo>
                    <a:pt x="292" y="335"/>
                    <a:pt x="256" y="349"/>
                    <a:pt x="224" y="349"/>
                  </a:cubicBezTo>
                  <a:cubicBezTo>
                    <a:pt x="165" y="349"/>
                    <a:pt x="149" y="307"/>
                    <a:pt x="149" y="274"/>
                  </a:cubicBezTo>
                  <a:cubicBezTo>
                    <a:pt x="149" y="233"/>
                    <a:pt x="182" y="134"/>
                    <a:pt x="211" y="92"/>
                  </a:cubicBezTo>
                  <a:cubicBezTo>
                    <a:pt x="243" y="52"/>
                    <a:pt x="292" y="19"/>
                    <a:pt x="341" y="19"/>
                  </a:cubicBezTo>
                  <a:cubicBezTo>
                    <a:pt x="415" y="19"/>
                    <a:pt x="431" y="85"/>
                    <a:pt x="431" y="90"/>
                  </a:cubicBezTo>
                  <a:cubicBezTo>
                    <a:pt x="431" y="94"/>
                    <a:pt x="431" y="99"/>
                    <a:pt x="428" y="101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352299-7814-1C42-E0D4-F4B127D25036}"/>
                </a:ext>
              </a:extLst>
            </p:cNvPr>
            <p:cNvSpPr/>
            <p:nvPr/>
          </p:nvSpPr>
          <p:spPr>
            <a:xfrm>
              <a:off x="1699560" y="3466440"/>
              <a:ext cx="43920" cy="128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23" h="358">
                  <a:moveTo>
                    <a:pt x="123" y="45"/>
                  </a:moveTo>
                  <a:cubicBezTo>
                    <a:pt x="123" y="19"/>
                    <a:pt x="97" y="0"/>
                    <a:pt x="62" y="0"/>
                  </a:cubicBezTo>
                  <a:cubicBezTo>
                    <a:pt x="29" y="0"/>
                    <a:pt x="0" y="19"/>
                    <a:pt x="0" y="45"/>
                  </a:cubicBezTo>
                  <a:cubicBezTo>
                    <a:pt x="0" y="68"/>
                    <a:pt x="29" y="90"/>
                    <a:pt x="62" y="90"/>
                  </a:cubicBezTo>
                  <a:cubicBezTo>
                    <a:pt x="97" y="90"/>
                    <a:pt x="123" y="68"/>
                    <a:pt x="123" y="45"/>
                  </a:cubicBezTo>
                  <a:close/>
                  <a:moveTo>
                    <a:pt x="123" y="316"/>
                  </a:moveTo>
                  <a:cubicBezTo>
                    <a:pt x="123" y="290"/>
                    <a:pt x="97" y="271"/>
                    <a:pt x="62" y="271"/>
                  </a:cubicBezTo>
                  <a:cubicBezTo>
                    <a:pt x="29" y="271"/>
                    <a:pt x="0" y="290"/>
                    <a:pt x="0" y="316"/>
                  </a:cubicBezTo>
                  <a:cubicBezTo>
                    <a:pt x="0" y="340"/>
                    <a:pt x="29" y="358"/>
                    <a:pt x="62" y="358"/>
                  </a:cubicBezTo>
                  <a:cubicBezTo>
                    <a:pt x="97" y="358"/>
                    <a:pt x="123" y="340"/>
                    <a:pt x="123" y="316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073F999-A545-9CAA-95FC-A27DE18A8FA7}"/>
                </a:ext>
              </a:extLst>
            </p:cNvPr>
            <p:cNvSpPr/>
            <p:nvPr/>
          </p:nvSpPr>
          <p:spPr>
            <a:xfrm>
              <a:off x="2100240" y="3129480"/>
              <a:ext cx="176040" cy="946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90" h="264">
                  <a:moveTo>
                    <a:pt x="62" y="222"/>
                  </a:moveTo>
                  <a:cubicBezTo>
                    <a:pt x="58" y="229"/>
                    <a:pt x="52" y="243"/>
                    <a:pt x="52" y="245"/>
                  </a:cubicBezTo>
                  <a:cubicBezTo>
                    <a:pt x="52" y="257"/>
                    <a:pt x="68" y="264"/>
                    <a:pt x="81" y="264"/>
                  </a:cubicBezTo>
                  <a:cubicBezTo>
                    <a:pt x="94" y="264"/>
                    <a:pt x="107" y="257"/>
                    <a:pt x="110" y="252"/>
                  </a:cubicBezTo>
                  <a:cubicBezTo>
                    <a:pt x="114" y="245"/>
                    <a:pt x="120" y="226"/>
                    <a:pt x="126" y="215"/>
                  </a:cubicBezTo>
                  <a:cubicBezTo>
                    <a:pt x="130" y="203"/>
                    <a:pt x="139" y="177"/>
                    <a:pt x="143" y="163"/>
                  </a:cubicBezTo>
                  <a:cubicBezTo>
                    <a:pt x="149" y="149"/>
                    <a:pt x="152" y="137"/>
                    <a:pt x="156" y="123"/>
                  </a:cubicBezTo>
                  <a:cubicBezTo>
                    <a:pt x="165" y="99"/>
                    <a:pt x="169" y="94"/>
                    <a:pt x="191" y="71"/>
                  </a:cubicBezTo>
                  <a:cubicBezTo>
                    <a:pt x="214" y="47"/>
                    <a:pt x="250" y="17"/>
                    <a:pt x="311" y="17"/>
                  </a:cubicBezTo>
                  <a:cubicBezTo>
                    <a:pt x="357" y="17"/>
                    <a:pt x="357" y="47"/>
                    <a:pt x="357" y="57"/>
                  </a:cubicBezTo>
                  <a:cubicBezTo>
                    <a:pt x="357" y="92"/>
                    <a:pt x="324" y="158"/>
                    <a:pt x="311" y="182"/>
                  </a:cubicBezTo>
                  <a:cubicBezTo>
                    <a:pt x="302" y="198"/>
                    <a:pt x="298" y="203"/>
                    <a:pt x="298" y="215"/>
                  </a:cubicBezTo>
                  <a:cubicBezTo>
                    <a:pt x="298" y="245"/>
                    <a:pt x="334" y="264"/>
                    <a:pt x="376" y="264"/>
                  </a:cubicBezTo>
                  <a:cubicBezTo>
                    <a:pt x="454" y="264"/>
                    <a:pt x="490" y="184"/>
                    <a:pt x="490" y="175"/>
                  </a:cubicBezTo>
                  <a:cubicBezTo>
                    <a:pt x="490" y="167"/>
                    <a:pt x="480" y="167"/>
                    <a:pt x="477" y="167"/>
                  </a:cubicBezTo>
                  <a:cubicBezTo>
                    <a:pt x="467" y="167"/>
                    <a:pt x="467" y="170"/>
                    <a:pt x="464" y="177"/>
                  </a:cubicBezTo>
                  <a:cubicBezTo>
                    <a:pt x="444" y="224"/>
                    <a:pt x="409" y="248"/>
                    <a:pt x="376" y="248"/>
                  </a:cubicBezTo>
                  <a:cubicBezTo>
                    <a:pt x="360" y="248"/>
                    <a:pt x="357" y="241"/>
                    <a:pt x="357" y="226"/>
                  </a:cubicBezTo>
                  <a:cubicBezTo>
                    <a:pt x="357" y="215"/>
                    <a:pt x="360" y="205"/>
                    <a:pt x="376" y="179"/>
                  </a:cubicBezTo>
                  <a:cubicBezTo>
                    <a:pt x="386" y="163"/>
                    <a:pt x="418" y="99"/>
                    <a:pt x="418" y="66"/>
                  </a:cubicBezTo>
                  <a:cubicBezTo>
                    <a:pt x="418" y="9"/>
                    <a:pt x="357" y="0"/>
                    <a:pt x="315" y="0"/>
                  </a:cubicBezTo>
                  <a:cubicBezTo>
                    <a:pt x="247" y="0"/>
                    <a:pt x="201" y="31"/>
                    <a:pt x="178" y="54"/>
                  </a:cubicBezTo>
                  <a:cubicBezTo>
                    <a:pt x="172" y="12"/>
                    <a:pt x="126" y="0"/>
                    <a:pt x="91" y="0"/>
                  </a:cubicBezTo>
                  <a:cubicBezTo>
                    <a:pt x="58" y="0"/>
                    <a:pt x="39" y="19"/>
                    <a:pt x="29" y="31"/>
                  </a:cubicBezTo>
                  <a:cubicBezTo>
                    <a:pt x="10" y="54"/>
                    <a:pt x="0" y="87"/>
                    <a:pt x="0" y="90"/>
                  </a:cubicBezTo>
                  <a:cubicBezTo>
                    <a:pt x="0" y="97"/>
                    <a:pt x="10" y="97"/>
                    <a:pt x="13" y="97"/>
                  </a:cubicBezTo>
                  <a:cubicBezTo>
                    <a:pt x="26" y="97"/>
                    <a:pt x="26" y="94"/>
                    <a:pt x="32" y="80"/>
                  </a:cubicBezTo>
                  <a:cubicBezTo>
                    <a:pt x="42" y="45"/>
                    <a:pt x="58" y="17"/>
                    <a:pt x="91" y="17"/>
                  </a:cubicBezTo>
                  <a:cubicBezTo>
                    <a:pt x="110" y="17"/>
                    <a:pt x="117" y="28"/>
                    <a:pt x="117" y="45"/>
                  </a:cubicBezTo>
                  <a:cubicBezTo>
                    <a:pt x="117" y="57"/>
                    <a:pt x="110" y="78"/>
                    <a:pt x="104" y="94"/>
                  </a:cubicBezTo>
                  <a:cubicBezTo>
                    <a:pt x="97" y="108"/>
                    <a:pt x="91" y="134"/>
                    <a:pt x="84" y="146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90C84FE-22C4-3F65-DC42-BB6BADE3A66E}"/>
                </a:ext>
              </a:extLst>
            </p:cNvPr>
            <p:cNvSpPr/>
            <p:nvPr/>
          </p:nvSpPr>
          <p:spPr>
            <a:xfrm>
              <a:off x="1914479" y="3310919"/>
              <a:ext cx="547200" cy="4183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21" h="1163">
                  <a:moveTo>
                    <a:pt x="1382" y="1163"/>
                  </a:moveTo>
                  <a:lnTo>
                    <a:pt x="1521" y="896"/>
                  </a:lnTo>
                  <a:lnTo>
                    <a:pt x="1492" y="896"/>
                  </a:lnTo>
                  <a:cubicBezTo>
                    <a:pt x="1447" y="983"/>
                    <a:pt x="1327" y="1040"/>
                    <a:pt x="1194" y="1064"/>
                  </a:cubicBezTo>
                  <a:cubicBezTo>
                    <a:pt x="1171" y="1068"/>
                    <a:pt x="1057" y="1090"/>
                    <a:pt x="840" y="1090"/>
                  </a:cubicBezTo>
                  <a:lnTo>
                    <a:pt x="149" y="1090"/>
                  </a:lnTo>
                  <a:lnTo>
                    <a:pt x="733" y="594"/>
                  </a:lnTo>
                  <a:cubicBezTo>
                    <a:pt x="740" y="587"/>
                    <a:pt x="743" y="585"/>
                    <a:pt x="743" y="582"/>
                  </a:cubicBezTo>
                  <a:cubicBezTo>
                    <a:pt x="743" y="580"/>
                    <a:pt x="743" y="578"/>
                    <a:pt x="733" y="568"/>
                  </a:cubicBezTo>
                  <a:lnTo>
                    <a:pt x="201" y="40"/>
                  </a:lnTo>
                  <a:lnTo>
                    <a:pt x="827" y="40"/>
                  </a:lnTo>
                  <a:cubicBezTo>
                    <a:pt x="983" y="40"/>
                    <a:pt x="1087" y="52"/>
                    <a:pt x="1096" y="54"/>
                  </a:cubicBezTo>
                  <a:cubicBezTo>
                    <a:pt x="1158" y="59"/>
                    <a:pt x="1255" y="73"/>
                    <a:pt x="1346" y="116"/>
                  </a:cubicBezTo>
                  <a:cubicBezTo>
                    <a:pt x="1375" y="130"/>
                    <a:pt x="1453" y="165"/>
                    <a:pt x="1492" y="233"/>
                  </a:cubicBezTo>
                  <a:lnTo>
                    <a:pt x="1521" y="233"/>
                  </a:lnTo>
                  <a:lnTo>
                    <a:pt x="1382" y="0"/>
                  </a:lnTo>
                  <a:lnTo>
                    <a:pt x="32" y="0"/>
                  </a:lnTo>
                  <a:cubicBezTo>
                    <a:pt x="6" y="0"/>
                    <a:pt x="3" y="0"/>
                    <a:pt x="0" y="5"/>
                  </a:cubicBezTo>
                  <a:cubicBezTo>
                    <a:pt x="0" y="9"/>
                    <a:pt x="0" y="24"/>
                    <a:pt x="0" y="33"/>
                  </a:cubicBezTo>
                  <a:lnTo>
                    <a:pt x="603" y="634"/>
                  </a:lnTo>
                  <a:lnTo>
                    <a:pt x="13" y="1139"/>
                  </a:lnTo>
                  <a:cubicBezTo>
                    <a:pt x="0" y="1148"/>
                    <a:pt x="0" y="1153"/>
                    <a:pt x="0" y="1153"/>
                  </a:cubicBezTo>
                  <a:cubicBezTo>
                    <a:pt x="0" y="1163"/>
                    <a:pt x="10" y="1163"/>
                    <a:pt x="32" y="1163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2DFA1C3-BA02-2984-5C21-CAB1D4FE3EFD}"/>
                </a:ext>
              </a:extLst>
            </p:cNvPr>
            <p:cNvSpPr/>
            <p:nvPr/>
          </p:nvSpPr>
          <p:spPr>
            <a:xfrm>
              <a:off x="1935720" y="3808440"/>
              <a:ext cx="88560" cy="141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47" h="394">
                  <a:moveTo>
                    <a:pt x="224" y="21"/>
                  </a:moveTo>
                  <a:cubicBezTo>
                    <a:pt x="224" y="12"/>
                    <a:pt x="214" y="0"/>
                    <a:pt x="191" y="0"/>
                  </a:cubicBezTo>
                  <a:cubicBezTo>
                    <a:pt x="169" y="0"/>
                    <a:pt x="146" y="14"/>
                    <a:pt x="146" y="33"/>
                  </a:cubicBezTo>
                  <a:cubicBezTo>
                    <a:pt x="146" y="42"/>
                    <a:pt x="156" y="54"/>
                    <a:pt x="178" y="54"/>
                  </a:cubicBezTo>
                  <a:cubicBezTo>
                    <a:pt x="201" y="54"/>
                    <a:pt x="224" y="38"/>
                    <a:pt x="224" y="21"/>
                  </a:cubicBezTo>
                  <a:close/>
                  <a:moveTo>
                    <a:pt x="58" y="318"/>
                  </a:moveTo>
                  <a:cubicBezTo>
                    <a:pt x="55" y="325"/>
                    <a:pt x="52" y="333"/>
                    <a:pt x="52" y="344"/>
                  </a:cubicBezTo>
                  <a:cubicBezTo>
                    <a:pt x="52" y="370"/>
                    <a:pt x="84" y="394"/>
                    <a:pt x="130" y="394"/>
                  </a:cubicBezTo>
                  <a:cubicBezTo>
                    <a:pt x="211" y="394"/>
                    <a:pt x="247" y="311"/>
                    <a:pt x="247" y="304"/>
                  </a:cubicBezTo>
                  <a:cubicBezTo>
                    <a:pt x="247" y="295"/>
                    <a:pt x="234" y="295"/>
                    <a:pt x="234" y="295"/>
                  </a:cubicBezTo>
                  <a:cubicBezTo>
                    <a:pt x="221" y="295"/>
                    <a:pt x="221" y="300"/>
                    <a:pt x="217" y="307"/>
                  </a:cubicBezTo>
                  <a:cubicBezTo>
                    <a:pt x="198" y="351"/>
                    <a:pt x="162" y="377"/>
                    <a:pt x="130" y="377"/>
                  </a:cubicBezTo>
                  <a:cubicBezTo>
                    <a:pt x="114" y="377"/>
                    <a:pt x="110" y="368"/>
                    <a:pt x="110" y="356"/>
                  </a:cubicBezTo>
                  <a:cubicBezTo>
                    <a:pt x="110" y="342"/>
                    <a:pt x="117" y="333"/>
                    <a:pt x="123" y="318"/>
                  </a:cubicBezTo>
                  <a:cubicBezTo>
                    <a:pt x="133" y="302"/>
                    <a:pt x="139" y="288"/>
                    <a:pt x="149" y="271"/>
                  </a:cubicBezTo>
                  <a:cubicBezTo>
                    <a:pt x="156" y="257"/>
                    <a:pt x="185" y="205"/>
                    <a:pt x="188" y="198"/>
                  </a:cubicBezTo>
                  <a:cubicBezTo>
                    <a:pt x="191" y="191"/>
                    <a:pt x="195" y="184"/>
                    <a:pt x="195" y="179"/>
                  </a:cubicBezTo>
                  <a:cubicBezTo>
                    <a:pt x="195" y="151"/>
                    <a:pt x="162" y="130"/>
                    <a:pt x="117" y="130"/>
                  </a:cubicBezTo>
                  <a:cubicBezTo>
                    <a:pt x="36" y="130"/>
                    <a:pt x="0" y="210"/>
                    <a:pt x="0" y="219"/>
                  </a:cubicBezTo>
                  <a:cubicBezTo>
                    <a:pt x="0" y="226"/>
                    <a:pt x="10" y="226"/>
                    <a:pt x="13" y="226"/>
                  </a:cubicBezTo>
                  <a:cubicBezTo>
                    <a:pt x="26" y="226"/>
                    <a:pt x="26" y="224"/>
                    <a:pt x="29" y="217"/>
                  </a:cubicBezTo>
                  <a:cubicBezTo>
                    <a:pt x="49" y="167"/>
                    <a:pt x="84" y="146"/>
                    <a:pt x="114" y="146"/>
                  </a:cubicBezTo>
                  <a:cubicBezTo>
                    <a:pt x="126" y="146"/>
                    <a:pt x="136" y="151"/>
                    <a:pt x="136" y="167"/>
                  </a:cubicBezTo>
                  <a:cubicBezTo>
                    <a:pt x="136" y="179"/>
                    <a:pt x="130" y="189"/>
                    <a:pt x="110" y="224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1B0D9E4-D413-8013-122B-3C739CC30347}"/>
                </a:ext>
              </a:extLst>
            </p:cNvPr>
            <p:cNvSpPr/>
            <p:nvPr/>
          </p:nvSpPr>
          <p:spPr>
            <a:xfrm>
              <a:off x="2058119" y="3866399"/>
              <a:ext cx="212040" cy="56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90" h="158">
                  <a:moveTo>
                    <a:pt x="561" y="28"/>
                  </a:moveTo>
                  <a:cubicBezTo>
                    <a:pt x="571" y="28"/>
                    <a:pt x="590" y="28"/>
                    <a:pt x="590" y="14"/>
                  </a:cubicBezTo>
                  <a:cubicBezTo>
                    <a:pt x="590" y="0"/>
                    <a:pt x="571" y="0"/>
                    <a:pt x="561" y="0"/>
                  </a:cubicBezTo>
                  <a:lnTo>
                    <a:pt x="29" y="0"/>
                  </a:lnTo>
                  <a:cubicBezTo>
                    <a:pt x="19" y="0"/>
                    <a:pt x="0" y="0"/>
                    <a:pt x="0" y="14"/>
                  </a:cubicBezTo>
                  <a:cubicBezTo>
                    <a:pt x="0" y="28"/>
                    <a:pt x="19" y="28"/>
                    <a:pt x="29" y="28"/>
                  </a:cubicBezTo>
                  <a:close/>
                  <a:moveTo>
                    <a:pt x="561" y="158"/>
                  </a:moveTo>
                  <a:cubicBezTo>
                    <a:pt x="571" y="158"/>
                    <a:pt x="590" y="158"/>
                    <a:pt x="590" y="144"/>
                  </a:cubicBezTo>
                  <a:cubicBezTo>
                    <a:pt x="590" y="130"/>
                    <a:pt x="571" y="130"/>
                    <a:pt x="561" y="130"/>
                  </a:cubicBezTo>
                  <a:lnTo>
                    <a:pt x="29" y="130"/>
                  </a:lnTo>
                  <a:cubicBezTo>
                    <a:pt x="19" y="130"/>
                    <a:pt x="0" y="130"/>
                    <a:pt x="0" y="144"/>
                  </a:cubicBezTo>
                  <a:cubicBezTo>
                    <a:pt x="0" y="158"/>
                    <a:pt x="19" y="158"/>
                    <a:pt x="29" y="158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B657D62-7EE5-9996-4BBB-C7C173C6DEE9}"/>
                </a:ext>
              </a:extLst>
            </p:cNvPr>
            <p:cNvSpPr/>
            <p:nvPr/>
          </p:nvSpPr>
          <p:spPr>
            <a:xfrm>
              <a:off x="2320920" y="3807720"/>
              <a:ext cx="105840" cy="1389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95" h="387">
                  <a:moveTo>
                    <a:pt x="182" y="17"/>
                  </a:moveTo>
                  <a:cubicBezTo>
                    <a:pt x="182" y="0"/>
                    <a:pt x="182" y="0"/>
                    <a:pt x="159" y="0"/>
                  </a:cubicBezTo>
                  <a:cubicBezTo>
                    <a:pt x="107" y="38"/>
                    <a:pt x="32" y="38"/>
                    <a:pt x="0" y="38"/>
                  </a:cubicBezTo>
                  <a:lnTo>
                    <a:pt x="0" y="59"/>
                  </a:lnTo>
                  <a:cubicBezTo>
                    <a:pt x="19" y="59"/>
                    <a:pt x="71" y="59"/>
                    <a:pt x="117" y="42"/>
                  </a:cubicBezTo>
                  <a:lnTo>
                    <a:pt x="117" y="340"/>
                  </a:lnTo>
                  <a:cubicBezTo>
                    <a:pt x="117" y="358"/>
                    <a:pt x="117" y="366"/>
                    <a:pt x="36" y="366"/>
                  </a:cubicBezTo>
                  <a:lnTo>
                    <a:pt x="6" y="366"/>
                  </a:lnTo>
                  <a:lnTo>
                    <a:pt x="6" y="387"/>
                  </a:lnTo>
                  <a:cubicBezTo>
                    <a:pt x="19" y="387"/>
                    <a:pt x="120" y="384"/>
                    <a:pt x="149" y="384"/>
                  </a:cubicBezTo>
                  <a:cubicBezTo>
                    <a:pt x="175" y="384"/>
                    <a:pt x="276" y="387"/>
                    <a:pt x="295" y="387"/>
                  </a:cubicBezTo>
                  <a:lnTo>
                    <a:pt x="295" y="366"/>
                  </a:lnTo>
                  <a:lnTo>
                    <a:pt x="263" y="366"/>
                  </a:lnTo>
                  <a:cubicBezTo>
                    <a:pt x="182" y="366"/>
                    <a:pt x="182" y="358"/>
                    <a:pt x="182" y="340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F0E1054-C65B-7B4D-6987-A23A7D80F95B}"/>
                </a:ext>
              </a:extLst>
            </p:cNvPr>
            <p:cNvSpPr/>
            <p:nvPr/>
          </p:nvSpPr>
          <p:spPr>
            <a:xfrm>
              <a:off x="2564999" y="3462840"/>
              <a:ext cx="205200" cy="1353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71" h="377">
                  <a:moveTo>
                    <a:pt x="350" y="118"/>
                  </a:moveTo>
                  <a:cubicBezTo>
                    <a:pt x="357" y="94"/>
                    <a:pt x="383" y="19"/>
                    <a:pt x="464" y="19"/>
                  </a:cubicBezTo>
                  <a:cubicBezTo>
                    <a:pt x="470" y="19"/>
                    <a:pt x="496" y="19"/>
                    <a:pt x="522" y="28"/>
                  </a:cubicBezTo>
                  <a:cubicBezTo>
                    <a:pt x="490" y="33"/>
                    <a:pt x="467" y="54"/>
                    <a:pt x="467" y="73"/>
                  </a:cubicBezTo>
                  <a:cubicBezTo>
                    <a:pt x="467" y="87"/>
                    <a:pt x="477" y="104"/>
                    <a:pt x="509" y="104"/>
                  </a:cubicBezTo>
                  <a:cubicBezTo>
                    <a:pt x="535" y="104"/>
                    <a:pt x="571" y="87"/>
                    <a:pt x="571" y="54"/>
                  </a:cubicBezTo>
                  <a:cubicBezTo>
                    <a:pt x="571" y="12"/>
                    <a:pt x="503" y="0"/>
                    <a:pt x="464" y="0"/>
                  </a:cubicBezTo>
                  <a:cubicBezTo>
                    <a:pt x="399" y="0"/>
                    <a:pt x="357" y="45"/>
                    <a:pt x="344" y="64"/>
                  </a:cubicBezTo>
                  <a:cubicBezTo>
                    <a:pt x="315" y="9"/>
                    <a:pt x="253" y="0"/>
                    <a:pt x="221" y="0"/>
                  </a:cubicBezTo>
                  <a:cubicBezTo>
                    <a:pt x="101" y="0"/>
                    <a:pt x="36" y="108"/>
                    <a:pt x="36" y="127"/>
                  </a:cubicBezTo>
                  <a:cubicBezTo>
                    <a:pt x="36" y="137"/>
                    <a:pt x="49" y="137"/>
                    <a:pt x="49" y="137"/>
                  </a:cubicBezTo>
                  <a:cubicBezTo>
                    <a:pt x="58" y="137"/>
                    <a:pt x="62" y="134"/>
                    <a:pt x="65" y="127"/>
                  </a:cubicBezTo>
                  <a:cubicBezTo>
                    <a:pt x="104" y="40"/>
                    <a:pt x="178" y="19"/>
                    <a:pt x="217" y="19"/>
                  </a:cubicBezTo>
                  <a:cubicBezTo>
                    <a:pt x="240" y="19"/>
                    <a:pt x="279" y="26"/>
                    <a:pt x="279" y="73"/>
                  </a:cubicBezTo>
                  <a:cubicBezTo>
                    <a:pt x="279" y="99"/>
                    <a:pt x="259" y="156"/>
                    <a:pt x="217" y="274"/>
                  </a:cubicBezTo>
                  <a:cubicBezTo>
                    <a:pt x="201" y="325"/>
                    <a:pt x="159" y="358"/>
                    <a:pt x="110" y="358"/>
                  </a:cubicBezTo>
                  <a:cubicBezTo>
                    <a:pt x="101" y="358"/>
                    <a:pt x="75" y="358"/>
                    <a:pt x="52" y="349"/>
                  </a:cubicBezTo>
                  <a:cubicBezTo>
                    <a:pt x="81" y="344"/>
                    <a:pt x="107" y="328"/>
                    <a:pt x="107" y="304"/>
                  </a:cubicBezTo>
                  <a:cubicBezTo>
                    <a:pt x="107" y="281"/>
                    <a:pt x="81" y="274"/>
                    <a:pt x="62" y="274"/>
                  </a:cubicBezTo>
                  <a:cubicBezTo>
                    <a:pt x="29" y="274"/>
                    <a:pt x="0" y="297"/>
                    <a:pt x="0" y="323"/>
                  </a:cubicBezTo>
                  <a:cubicBezTo>
                    <a:pt x="0" y="361"/>
                    <a:pt x="58" y="377"/>
                    <a:pt x="107" y="377"/>
                  </a:cubicBezTo>
                  <a:cubicBezTo>
                    <a:pt x="185" y="377"/>
                    <a:pt x="224" y="318"/>
                    <a:pt x="227" y="314"/>
                  </a:cubicBezTo>
                  <a:cubicBezTo>
                    <a:pt x="243" y="344"/>
                    <a:pt x="282" y="377"/>
                    <a:pt x="354" y="377"/>
                  </a:cubicBezTo>
                  <a:cubicBezTo>
                    <a:pt x="470" y="377"/>
                    <a:pt x="535" y="271"/>
                    <a:pt x="535" y="250"/>
                  </a:cubicBezTo>
                  <a:cubicBezTo>
                    <a:pt x="535" y="241"/>
                    <a:pt x="525" y="241"/>
                    <a:pt x="522" y="241"/>
                  </a:cubicBezTo>
                  <a:cubicBezTo>
                    <a:pt x="512" y="241"/>
                    <a:pt x="509" y="245"/>
                    <a:pt x="506" y="250"/>
                  </a:cubicBezTo>
                  <a:cubicBezTo>
                    <a:pt x="470" y="340"/>
                    <a:pt x="392" y="358"/>
                    <a:pt x="354" y="358"/>
                  </a:cubicBezTo>
                  <a:cubicBezTo>
                    <a:pt x="308" y="358"/>
                    <a:pt x="292" y="333"/>
                    <a:pt x="292" y="304"/>
                  </a:cubicBezTo>
                  <a:cubicBezTo>
                    <a:pt x="292" y="285"/>
                    <a:pt x="298" y="269"/>
                    <a:pt x="311" y="231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BE55C20-700B-5332-1A0C-3F65C3B4E154}"/>
                </a:ext>
              </a:extLst>
            </p:cNvPr>
            <p:cNvSpPr/>
            <p:nvPr/>
          </p:nvSpPr>
          <p:spPr>
            <a:xfrm>
              <a:off x="2800800" y="3501000"/>
              <a:ext cx="88560" cy="141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47" h="394">
                  <a:moveTo>
                    <a:pt x="224" y="21"/>
                  </a:moveTo>
                  <a:cubicBezTo>
                    <a:pt x="224" y="12"/>
                    <a:pt x="214" y="0"/>
                    <a:pt x="191" y="0"/>
                  </a:cubicBezTo>
                  <a:cubicBezTo>
                    <a:pt x="169" y="0"/>
                    <a:pt x="146" y="14"/>
                    <a:pt x="146" y="33"/>
                  </a:cubicBezTo>
                  <a:cubicBezTo>
                    <a:pt x="146" y="42"/>
                    <a:pt x="156" y="54"/>
                    <a:pt x="178" y="54"/>
                  </a:cubicBezTo>
                  <a:cubicBezTo>
                    <a:pt x="201" y="54"/>
                    <a:pt x="224" y="38"/>
                    <a:pt x="224" y="21"/>
                  </a:cubicBezTo>
                  <a:close/>
                  <a:moveTo>
                    <a:pt x="58" y="318"/>
                  </a:moveTo>
                  <a:cubicBezTo>
                    <a:pt x="55" y="325"/>
                    <a:pt x="52" y="333"/>
                    <a:pt x="52" y="344"/>
                  </a:cubicBezTo>
                  <a:cubicBezTo>
                    <a:pt x="52" y="370"/>
                    <a:pt x="84" y="394"/>
                    <a:pt x="130" y="394"/>
                  </a:cubicBezTo>
                  <a:cubicBezTo>
                    <a:pt x="211" y="394"/>
                    <a:pt x="247" y="311"/>
                    <a:pt x="247" y="304"/>
                  </a:cubicBezTo>
                  <a:cubicBezTo>
                    <a:pt x="247" y="295"/>
                    <a:pt x="234" y="295"/>
                    <a:pt x="234" y="295"/>
                  </a:cubicBezTo>
                  <a:cubicBezTo>
                    <a:pt x="221" y="295"/>
                    <a:pt x="221" y="300"/>
                    <a:pt x="217" y="307"/>
                  </a:cubicBezTo>
                  <a:cubicBezTo>
                    <a:pt x="198" y="354"/>
                    <a:pt x="162" y="377"/>
                    <a:pt x="130" y="377"/>
                  </a:cubicBezTo>
                  <a:cubicBezTo>
                    <a:pt x="114" y="377"/>
                    <a:pt x="110" y="368"/>
                    <a:pt x="110" y="356"/>
                  </a:cubicBezTo>
                  <a:cubicBezTo>
                    <a:pt x="110" y="342"/>
                    <a:pt x="117" y="333"/>
                    <a:pt x="123" y="318"/>
                  </a:cubicBezTo>
                  <a:cubicBezTo>
                    <a:pt x="133" y="302"/>
                    <a:pt x="139" y="288"/>
                    <a:pt x="149" y="271"/>
                  </a:cubicBezTo>
                  <a:cubicBezTo>
                    <a:pt x="156" y="257"/>
                    <a:pt x="185" y="205"/>
                    <a:pt x="188" y="198"/>
                  </a:cubicBezTo>
                  <a:cubicBezTo>
                    <a:pt x="191" y="191"/>
                    <a:pt x="195" y="184"/>
                    <a:pt x="195" y="179"/>
                  </a:cubicBezTo>
                  <a:cubicBezTo>
                    <a:pt x="195" y="151"/>
                    <a:pt x="162" y="130"/>
                    <a:pt x="117" y="130"/>
                  </a:cubicBezTo>
                  <a:cubicBezTo>
                    <a:pt x="36" y="130"/>
                    <a:pt x="0" y="210"/>
                    <a:pt x="0" y="219"/>
                  </a:cubicBezTo>
                  <a:cubicBezTo>
                    <a:pt x="0" y="226"/>
                    <a:pt x="13" y="226"/>
                    <a:pt x="13" y="226"/>
                  </a:cubicBezTo>
                  <a:cubicBezTo>
                    <a:pt x="26" y="226"/>
                    <a:pt x="26" y="224"/>
                    <a:pt x="29" y="217"/>
                  </a:cubicBezTo>
                  <a:cubicBezTo>
                    <a:pt x="49" y="167"/>
                    <a:pt x="84" y="146"/>
                    <a:pt x="114" y="146"/>
                  </a:cubicBezTo>
                  <a:cubicBezTo>
                    <a:pt x="126" y="146"/>
                    <a:pt x="136" y="151"/>
                    <a:pt x="136" y="167"/>
                  </a:cubicBezTo>
                  <a:cubicBezTo>
                    <a:pt x="136" y="179"/>
                    <a:pt x="130" y="189"/>
                    <a:pt x="110" y="224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0857D50-A380-B447-CF53-3DDB0C342478}"/>
                </a:ext>
              </a:extLst>
            </p:cNvPr>
            <p:cNvSpPr/>
            <p:nvPr/>
          </p:nvSpPr>
          <p:spPr>
            <a:xfrm>
              <a:off x="2935080" y="3614759"/>
              <a:ext cx="37080" cy="651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04" h="182">
                  <a:moveTo>
                    <a:pt x="81" y="59"/>
                  </a:moveTo>
                  <a:cubicBezTo>
                    <a:pt x="81" y="90"/>
                    <a:pt x="75" y="127"/>
                    <a:pt x="16" y="165"/>
                  </a:cubicBezTo>
                  <a:cubicBezTo>
                    <a:pt x="13" y="167"/>
                    <a:pt x="13" y="170"/>
                    <a:pt x="13" y="172"/>
                  </a:cubicBezTo>
                  <a:cubicBezTo>
                    <a:pt x="13" y="177"/>
                    <a:pt x="19" y="182"/>
                    <a:pt x="23" y="182"/>
                  </a:cubicBezTo>
                  <a:cubicBezTo>
                    <a:pt x="36" y="182"/>
                    <a:pt x="104" y="134"/>
                    <a:pt x="104" y="64"/>
                  </a:cubicBezTo>
                  <a:cubicBezTo>
                    <a:pt x="104" y="28"/>
                    <a:pt x="84" y="0"/>
                    <a:pt x="45" y="0"/>
                  </a:cubicBezTo>
                  <a:cubicBezTo>
                    <a:pt x="19" y="0"/>
                    <a:pt x="0" y="14"/>
                    <a:pt x="0" y="33"/>
                  </a:cubicBezTo>
                  <a:cubicBezTo>
                    <a:pt x="0" y="52"/>
                    <a:pt x="19" y="68"/>
                    <a:pt x="49" y="68"/>
                  </a:cubicBezTo>
                  <a:cubicBezTo>
                    <a:pt x="68" y="68"/>
                    <a:pt x="81" y="59"/>
                    <a:pt x="81" y="59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1CA7A19-BA78-1249-8EDB-4FB3A3A948B8}"/>
                </a:ext>
              </a:extLst>
            </p:cNvPr>
            <p:cNvSpPr/>
            <p:nvPr/>
          </p:nvSpPr>
          <p:spPr>
            <a:xfrm>
              <a:off x="3012120" y="3547080"/>
              <a:ext cx="142200" cy="1353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96" h="377">
                  <a:moveTo>
                    <a:pt x="392" y="42"/>
                  </a:moveTo>
                  <a:cubicBezTo>
                    <a:pt x="396" y="33"/>
                    <a:pt x="396" y="31"/>
                    <a:pt x="396" y="31"/>
                  </a:cubicBezTo>
                  <a:cubicBezTo>
                    <a:pt x="396" y="17"/>
                    <a:pt x="383" y="12"/>
                    <a:pt x="370" y="12"/>
                  </a:cubicBezTo>
                  <a:cubicBezTo>
                    <a:pt x="350" y="12"/>
                    <a:pt x="334" y="21"/>
                    <a:pt x="331" y="33"/>
                  </a:cubicBezTo>
                  <a:cubicBezTo>
                    <a:pt x="318" y="17"/>
                    <a:pt x="292" y="0"/>
                    <a:pt x="250" y="0"/>
                  </a:cubicBezTo>
                  <a:cubicBezTo>
                    <a:pt x="149" y="0"/>
                    <a:pt x="42" y="78"/>
                    <a:pt x="42" y="163"/>
                  </a:cubicBezTo>
                  <a:cubicBezTo>
                    <a:pt x="42" y="222"/>
                    <a:pt x="101" y="257"/>
                    <a:pt x="165" y="257"/>
                  </a:cubicBezTo>
                  <a:cubicBezTo>
                    <a:pt x="201" y="257"/>
                    <a:pt x="237" y="243"/>
                    <a:pt x="266" y="226"/>
                  </a:cubicBezTo>
                  <a:lnTo>
                    <a:pt x="250" y="278"/>
                  </a:lnTo>
                  <a:cubicBezTo>
                    <a:pt x="240" y="302"/>
                    <a:pt x="234" y="318"/>
                    <a:pt x="204" y="340"/>
                  </a:cubicBezTo>
                  <a:cubicBezTo>
                    <a:pt x="169" y="361"/>
                    <a:pt x="133" y="361"/>
                    <a:pt x="114" y="361"/>
                  </a:cubicBezTo>
                  <a:cubicBezTo>
                    <a:pt x="78" y="361"/>
                    <a:pt x="65" y="358"/>
                    <a:pt x="52" y="356"/>
                  </a:cubicBezTo>
                  <a:cubicBezTo>
                    <a:pt x="71" y="349"/>
                    <a:pt x="78" y="335"/>
                    <a:pt x="78" y="328"/>
                  </a:cubicBezTo>
                  <a:cubicBezTo>
                    <a:pt x="78" y="314"/>
                    <a:pt x="62" y="304"/>
                    <a:pt x="45" y="304"/>
                  </a:cubicBezTo>
                  <a:cubicBezTo>
                    <a:pt x="23" y="304"/>
                    <a:pt x="0" y="318"/>
                    <a:pt x="0" y="342"/>
                  </a:cubicBezTo>
                  <a:cubicBezTo>
                    <a:pt x="0" y="375"/>
                    <a:pt x="68" y="377"/>
                    <a:pt x="114" y="377"/>
                  </a:cubicBezTo>
                  <a:cubicBezTo>
                    <a:pt x="240" y="377"/>
                    <a:pt x="295" y="330"/>
                    <a:pt x="305" y="297"/>
                  </a:cubicBezTo>
                  <a:close/>
                  <a:moveTo>
                    <a:pt x="282" y="179"/>
                  </a:moveTo>
                  <a:cubicBezTo>
                    <a:pt x="279" y="189"/>
                    <a:pt x="279" y="189"/>
                    <a:pt x="266" y="200"/>
                  </a:cubicBezTo>
                  <a:cubicBezTo>
                    <a:pt x="237" y="226"/>
                    <a:pt x="198" y="241"/>
                    <a:pt x="169" y="241"/>
                  </a:cubicBezTo>
                  <a:cubicBezTo>
                    <a:pt x="126" y="241"/>
                    <a:pt x="107" y="217"/>
                    <a:pt x="107" y="186"/>
                  </a:cubicBezTo>
                  <a:cubicBezTo>
                    <a:pt x="107" y="160"/>
                    <a:pt x="130" y="94"/>
                    <a:pt x="149" y="68"/>
                  </a:cubicBezTo>
                  <a:cubicBezTo>
                    <a:pt x="185" y="28"/>
                    <a:pt x="221" y="17"/>
                    <a:pt x="250" y="17"/>
                  </a:cubicBezTo>
                  <a:cubicBezTo>
                    <a:pt x="305" y="17"/>
                    <a:pt x="321" y="59"/>
                    <a:pt x="321" y="66"/>
                  </a:cubicBezTo>
                  <a:cubicBezTo>
                    <a:pt x="321" y="66"/>
                    <a:pt x="321" y="68"/>
                    <a:pt x="318" y="75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82EB937-ED73-654C-7377-7E5630013AA8}"/>
                </a:ext>
              </a:extLst>
            </p:cNvPr>
            <p:cNvSpPr/>
            <p:nvPr/>
          </p:nvSpPr>
          <p:spPr>
            <a:xfrm>
              <a:off x="3328559" y="3485159"/>
              <a:ext cx="273960" cy="702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62" h="196">
                  <a:moveTo>
                    <a:pt x="723" y="33"/>
                  </a:moveTo>
                  <a:cubicBezTo>
                    <a:pt x="740" y="33"/>
                    <a:pt x="762" y="33"/>
                    <a:pt x="762" y="17"/>
                  </a:cubicBezTo>
                  <a:cubicBezTo>
                    <a:pt x="762" y="0"/>
                    <a:pt x="740" y="0"/>
                    <a:pt x="723" y="0"/>
                  </a:cubicBezTo>
                  <a:lnTo>
                    <a:pt x="39" y="0"/>
                  </a:lnTo>
                  <a:cubicBezTo>
                    <a:pt x="23" y="0"/>
                    <a:pt x="0" y="0"/>
                    <a:pt x="0" y="17"/>
                  </a:cubicBezTo>
                  <a:cubicBezTo>
                    <a:pt x="0" y="33"/>
                    <a:pt x="23" y="33"/>
                    <a:pt x="39" y="33"/>
                  </a:cubicBezTo>
                  <a:close/>
                  <a:moveTo>
                    <a:pt x="723" y="196"/>
                  </a:moveTo>
                  <a:cubicBezTo>
                    <a:pt x="740" y="196"/>
                    <a:pt x="762" y="196"/>
                    <a:pt x="762" y="179"/>
                  </a:cubicBezTo>
                  <a:cubicBezTo>
                    <a:pt x="762" y="163"/>
                    <a:pt x="740" y="163"/>
                    <a:pt x="723" y="163"/>
                  </a:cubicBezTo>
                  <a:lnTo>
                    <a:pt x="39" y="163"/>
                  </a:lnTo>
                  <a:cubicBezTo>
                    <a:pt x="23" y="163"/>
                    <a:pt x="0" y="163"/>
                    <a:pt x="0" y="179"/>
                  </a:cubicBezTo>
                  <a:cubicBezTo>
                    <a:pt x="0" y="196"/>
                    <a:pt x="23" y="196"/>
                    <a:pt x="39" y="196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6E3DA76-1789-8553-B89C-F83E88E527C1}"/>
                </a:ext>
              </a:extLst>
            </p:cNvPr>
            <p:cNvSpPr/>
            <p:nvPr/>
          </p:nvSpPr>
          <p:spPr>
            <a:xfrm>
              <a:off x="3773520" y="3395880"/>
              <a:ext cx="136080" cy="1990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79" h="554">
                  <a:moveTo>
                    <a:pt x="237" y="21"/>
                  </a:moveTo>
                  <a:cubicBezTo>
                    <a:pt x="237" y="2"/>
                    <a:pt x="237" y="0"/>
                    <a:pt x="211" y="0"/>
                  </a:cubicBezTo>
                  <a:cubicBezTo>
                    <a:pt x="139" y="54"/>
                    <a:pt x="36" y="54"/>
                    <a:pt x="0" y="54"/>
                  </a:cubicBezTo>
                  <a:lnTo>
                    <a:pt x="0" y="80"/>
                  </a:lnTo>
                  <a:cubicBezTo>
                    <a:pt x="23" y="80"/>
                    <a:pt x="91" y="80"/>
                    <a:pt x="149" y="57"/>
                  </a:cubicBezTo>
                  <a:lnTo>
                    <a:pt x="149" y="488"/>
                  </a:lnTo>
                  <a:cubicBezTo>
                    <a:pt x="149" y="519"/>
                    <a:pt x="146" y="528"/>
                    <a:pt x="42" y="528"/>
                  </a:cubicBezTo>
                  <a:lnTo>
                    <a:pt x="6" y="528"/>
                  </a:lnTo>
                  <a:lnTo>
                    <a:pt x="6" y="554"/>
                  </a:lnTo>
                  <a:cubicBezTo>
                    <a:pt x="49" y="552"/>
                    <a:pt x="146" y="552"/>
                    <a:pt x="195" y="552"/>
                  </a:cubicBezTo>
                  <a:cubicBezTo>
                    <a:pt x="240" y="552"/>
                    <a:pt x="341" y="552"/>
                    <a:pt x="379" y="554"/>
                  </a:cubicBezTo>
                  <a:lnTo>
                    <a:pt x="379" y="528"/>
                  </a:lnTo>
                  <a:lnTo>
                    <a:pt x="344" y="528"/>
                  </a:lnTo>
                  <a:cubicBezTo>
                    <a:pt x="240" y="528"/>
                    <a:pt x="237" y="519"/>
                    <a:pt x="237" y="488"/>
                  </a:cubicBezTo>
                  <a:close/>
                </a:path>
              </a:pathLst>
            </a:custGeom>
            <a:solidFill>
              <a:srgbClr val="000000"/>
            </a:solidFill>
            <a:ln w="12600">
              <a:solidFill>
                <a:srgbClr val="6666FF"/>
              </a:solidFill>
              <a:prstDash val="solid"/>
              <a:miter/>
            </a:ln>
          </p:spPr>
          <p:txBody>
            <a:bodyPr wrap="none" lIns="96120" tIns="51120" rIns="96120" bIns="51120" anchorCtr="0" compatLnSpc="0"/>
            <a:lstStyle/>
            <a:p>
              <a:pPr marL="0" marR="0" lvl="0" indent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</p:grpSp>
      <p:pic>
        <p:nvPicPr>
          <p:cNvPr id="57" name="">
            <a:extLst>
              <a:ext uri="{FF2B5EF4-FFF2-40B4-BE49-F238E27FC236}">
                <a16:creationId xmlns:a16="http://schemas.microsoft.com/office/drawing/2014/main" id="{4E423491-BE52-2D9D-EA2F-E410EE2B094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263160" y="4167360"/>
            <a:ext cx="3872879" cy="2689200"/>
          </a:xfrm>
          <a:prstGeom prst="rect">
            <a:avLst/>
          </a:prstGeom>
          <a:noFill/>
          <a:ln w="0">
            <a:solidFill>
              <a:srgbClr val="00CC00"/>
            </a:solidFill>
            <a:prstDash val="solid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F93B1DB9-D208-49DC-C256-B3591D65C2C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3120" y="3502439"/>
            <a:ext cx="5910480" cy="3904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560BFCB-ABE7-3925-6A1E-B908AC53078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73520"/>
            <a:ext cx="10080720" cy="832319"/>
          </a:xfrm>
        </p:spPr>
        <p:txBody>
          <a:bodyPr vert="horz"/>
          <a:lstStyle/>
          <a:p>
            <a:pPr lvl="0" rtl="1"/>
            <a:r>
              <a:rPr lang="he-IL" sz="4800">
                <a:latin typeface="Liberation Sans" pitchFamily="34"/>
              </a:rPr>
              <a:t>מיקסום מכפלת הערכים – אלגוריתם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2992C8-47CB-FDA3-690D-A9FAA76D8922}"/>
              </a:ext>
            </a:extLst>
          </p:cNvPr>
          <p:cNvSpPr txBox="1"/>
          <p:nvPr/>
        </p:nvSpPr>
        <p:spPr>
          <a:xfrm>
            <a:off x="5577840" y="1005840"/>
            <a:ext cx="4502880" cy="68111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66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הרעיון: מחליפים את הפונקציה הלוגריתמית באוסף של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66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1000 פונקציות ליניאריות שחוסמות אותה מלמעלה.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פתרון אופטימלי לבעיה הליניארית הוא גם פתרון אופטימלי לבעיה המקורית!</a:t>
            </a:r>
          </a:p>
        </p:txBody>
      </p:sp>
      <p:pic>
        <p:nvPicPr>
          <p:cNvPr id="5" name="">
            <a:extLst>
              <a:ext uri="{FF2B5EF4-FFF2-40B4-BE49-F238E27FC236}">
                <a16:creationId xmlns:a16="http://schemas.microsoft.com/office/drawing/2014/main" id="{91F07F50-05DF-572D-9D0F-311F2C112B3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82880" y="876959"/>
            <a:ext cx="3872879" cy="2689200"/>
          </a:xfrm>
          <a:prstGeom prst="rect">
            <a:avLst/>
          </a:prstGeom>
          <a:noFill/>
          <a:ln w="0">
            <a:solidFill>
              <a:srgbClr val="00CC00"/>
            </a:solidFill>
            <a:prstDash val="solid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4D3F-BB51-BF6C-8721-91A6E1A5E7F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73520"/>
            <a:ext cx="10080720" cy="832319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</a:rPr>
              <a:t>מיקסום מכפלת הערכים – מימוש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33086D-EFFD-041E-E83B-20DB36E2B29C}"/>
              </a:ext>
            </a:extLst>
          </p:cNvPr>
          <p:cNvSpPr txBox="1"/>
          <p:nvPr/>
        </p:nvSpPr>
        <p:spPr>
          <a:xfrm>
            <a:off x="0" y="2011680"/>
            <a:ext cx="10080720" cy="36576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006600"/>
                </a:solidFill>
                <a:latin typeface="Liberation Sans" pitchFamily="18"/>
                <a:ea typeface="Noto Sans CJK SC Regular" pitchFamily="2"/>
                <a:cs typeface="Nachlieli CLM" pitchFamily="2"/>
                <a:hlinkClick r:id="rId3"/>
              </a:rPr>
              <a:t>http://www.spliddit.org/apps/goods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5592-E17C-804A-4AB9-D672C2B68FC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98720"/>
            <a:ext cx="10080720" cy="990000"/>
          </a:xfrm>
        </p:spPr>
        <p:txBody>
          <a:bodyPr vert="horz"/>
          <a:lstStyle/>
          <a:p>
            <a:pPr lvl="0" rtl="1"/>
            <a:r>
              <a:rPr lang="he-IL" sz="5400" b="1">
                <a:latin typeface="Liberation Sans" pitchFamily="34"/>
              </a:rPr>
              <a:t>שאלה פתוחה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6839A-297F-8FB8-46DB-DC997810EA2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440" y="1371599"/>
            <a:ext cx="9875520" cy="6035040"/>
          </a:xfrm>
        </p:spPr>
        <p:txBody>
          <a:bodyPr vert="horz">
            <a:noAutofit/>
          </a:bodyPr>
          <a:lstStyle/>
          <a:p>
            <a:pPr lvl="0" algn="r" rtl="1"/>
            <a:r>
              <a:rPr lang="he-IL" sz="4000">
                <a:solidFill>
                  <a:srgbClr val="6666FF"/>
                </a:solidFill>
                <a:latin typeface="Liberation Sans" pitchFamily="34"/>
              </a:rPr>
              <a:t>בעיית מיקסום מכפלת הערכים היא </a:t>
            </a:r>
            <a:r>
              <a:rPr lang="en-US" sz="4000">
                <a:solidFill>
                  <a:srgbClr val="6666FF"/>
                </a:solidFill>
                <a:latin typeface="Liberation Sans" pitchFamily="34"/>
              </a:rPr>
              <a:t>NP</a:t>
            </a:r>
            <a:r>
              <a:rPr lang="he-IL" sz="4000">
                <a:solidFill>
                  <a:srgbClr val="6666FF"/>
                </a:solidFill>
                <a:latin typeface="Liberation Sans" pitchFamily="34"/>
              </a:rPr>
              <a:t>-</a:t>
            </a:r>
            <a:r>
              <a:rPr lang="en-US" sz="4000">
                <a:solidFill>
                  <a:srgbClr val="6666FF"/>
                </a:solidFill>
                <a:latin typeface="Liberation Sans" pitchFamily="34"/>
              </a:rPr>
              <a:t>קשה.</a:t>
            </a:r>
          </a:p>
          <a:p>
            <a:pPr lvl="0" algn="r" rtl="1"/>
            <a:r>
              <a:rPr lang="he-IL" sz="4000">
                <a:solidFill>
                  <a:srgbClr val="6666FF"/>
                </a:solidFill>
                <a:latin typeface="Liberation Sans" pitchFamily="34"/>
              </a:rPr>
              <a:t>אבל, המטרה שלנו היא לא מיקסום מכפלת הערכים – המטרה שלנו היא חלוקה יעילה-פארטו וללא-קנאה-עד-חפץ-</a:t>
            </a:r>
            <a:r>
              <a:rPr lang="en-US" sz="4000">
                <a:solidFill>
                  <a:srgbClr val="6666FF"/>
                </a:solidFill>
                <a:latin typeface="Liberation Sans" pitchFamily="34"/>
              </a:rPr>
              <a:t>1</a:t>
            </a:r>
            <a:r>
              <a:rPr lang="he-IL" sz="4000">
                <a:solidFill>
                  <a:srgbClr val="6666FF"/>
                </a:solidFill>
                <a:latin typeface="Liberation Sans" pitchFamily="34"/>
              </a:rPr>
              <a:t>.</a:t>
            </a:r>
            <a:endParaRPr lang="en-US" sz="4000">
              <a:solidFill>
                <a:srgbClr val="6666FF"/>
              </a:solidFill>
              <a:latin typeface="Liberation Sans" pitchFamily="34"/>
            </a:endParaRPr>
          </a:p>
          <a:p>
            <a:pPr lvl="0" algn="r" rtl="1"/>
            <a:r>
              <a:rPr lang="he-IL" sz="4000">
                <a:solidFill>
                  <a:srgbClr val="6666FF"/>
                </a:solidFill>
                <a:latin typeface="Liberation Sans" pitchFamily="34"/>
              </a:rPr>
              <a:t>תיאורטית, אפשר להשיג את המטרה הזאת גם בדרכים אחרות.</a:t>
            </a:r>
          </a:p>
          <a:p>
            <a:pPr lvl="0" algn="r" rtl="1"/>
            <a:r>
              <a:rPr lang="he-IL" sz="4000" b="1">
                <a:solidFill>
                  <a:srgbClr val="6666FF"/>
                </a:solidFill>
                <a:latin typeface="Liberation Sans" pitchFamily="34"/>
              </a:rPr>
              <a:t>האם קיים אלגוריתם פולינומיאלי המוצא חלוקה יעילה-פארטו ו-</a:t>
            </a:r>
            <a:r>
              <a:rPr lang="en-US" sz="4000" b="1">
                <a:solidFill>
                  <a:srgbClr val="6666FF"/>
                </a:solidFill>
                <a:latin typeface="Liberation Sans" pitchFamily="34"/>
              </a:rPr>
              <a:t>EF1</a:t>
            </a:r>
            <a:r>
              <a:rPr lang="he-IL" sz="4000" b="1">
                <a:solidFill>
                  <a:srgbClr val="6666FF"/>
                </a:solidFill>
                <a:latin typeface="Liberation Sans" pitchFamily="34"/>
              </a:rPr>
              <a:t>?</a:t>
            </a:r>
            <a:endParaRPr lang="en-US" sz="4000" b="1">
              <a:solidFill>
                <a:srgbClr val="6666FF"/>
              </a:solidFill>
              <a:latin typeface="Liberation Sans" pitchFamily="3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x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4137</TotalTime>
  <Words>728</Words>
  <Application>Microsoft Office PowerPoint</Application>
  <PresentationFormat>Widescreen</PresentationFormat>
  <Paragraphs>76</Paragraphs>
  <Slides>12</Slides>
  <Notes>12</Notes>
  <HiddenSlides>4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Aptos</vt:lpstr>
      <vt:lpstr>Aptos Display</vt:lpstr>
      <vt:lpstr>Arial</vt:lpstr>
      <vt:lpstr>Guttman Stam</vt:lpstr>
      <vt:lpstr>Liberation Sans</vt:lpstr>
      <vt:lpstr>Liberation Serif</vt:lpstr>
      <vt:lpstr>StarSymbol</vt:lpstr>
      <vt:lpstr>Times New Roman</vt:lpstr>
      <vt:lpstr>blank</vt:lpstr>
      <vt:lpstr>tx</vt:lpstr>
      <vt:lpstr>Default</vt:lpstr>
      <vt:lpstr>Office Theme</vt:lpstr>
      <vt:lpstr>חלוקה הוגנת ויעילה של חפצים בדידים   אראל סגל-הלוי</vt:lpstr>
      <vt:lpstr>חלוקת חפצים הוגנת ויעילה</vt:lpstr>
      <vt:lpstr>מיקסום מכפלת הערכים (Caragiannis, Kurokawa, Moulin, Procaccia, Shah, Wang, 2016)</vt:lpstr>
      <vt:lpstr>מיקסום מכפלת הערכים – הוכחת EF1</vt:lpstr>
      <vt:lpstr>מיקסום מכפלת הערכים – הוכחת EF1</vt:lpstr>
      <vt:lpstr>מיקסום מכפלת הערכים – אלגוריתם</vt:lpstr>
      <vt:lpstr>מיקסום מכפלת הערכים – אלגוריתם</vt:lpstr>
      <vt:lpstr>מיקסום מכפלת הערכים – אלגוריתם</vt:lpstr>
      <vt:lpstr>מיקסום מכפלת הערכים – אלגוריתם</vt:lpstr>
      <vt:lpstr>מיקסום מכפלת הערכים – אלגוריתם</vt:lpstr>
      <vt:lpstr>מיקסום מכפלת הערכים – מימוש</vt:lpstr>
      <vt:lpstr>שאלה פתוחה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creator>user</dc:creator>
  <cp:lastModifiedBy>David Erel Segal Halevi</cp:lastModifiedBy>
  <cp:revision>803</cp:revision>
  <dcterms:modified xsi:type="dcterms:W3CDTF">2025-11-03T08:59:40Z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r8>0</vt:r8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r8>0</vt:r8>
  </property>
  <property fmtid="{D5CDD505-2E9C-101B-9397-08002B2CF9AE}" pid="7" name="Notes">
    <vt:r8>19</vt:r8>
  </property>
  <property fmtid="{D5CDD505-2E9C-101B-9397-08002B2CF9AE}" pid="8" name="PresentationFormat">
    <vt:lpwstr>מותאם אישית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r8>19</vt:r8>
  </property>
</Properties>
</file>