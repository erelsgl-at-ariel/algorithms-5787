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</p:sldMasterIdLst>
  <p:notesMasterIdLst>
    <p:notesMasterId r:id="rId43"/>
  </p:notesMasterIdLst>
  <p:handoutMasterIdLst>
    <p:handoutMasterId r:id="rId44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4" r:id="rId22"/>
    <p:sldId id="275" r:id="rId23"/>
    <p:sldId id="276" r:id="rId24"/>
    <p:sldId id="277" r:id="rId25"/>
    <p:sldId id="278" r:id="rId26"/>
    <p:sldId id="279" r:id="rId27"/>
    <p:sldId id="293" r:id="rId28"/>
    <p:sldId id="294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x="10080625" cy="7559675"/>
  <p:notesSz cx="7772400" cy="100584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9DEB3-8A58-491B-8F6F-A5DE6CE5EE57}" styleName="">
    <a:wholeTbl>
      <a:tcStyle>
        <a:tcBdr/>
      </a:tcStyle>
    </a:wholeTbl>
    <a:band1H>
      <a:tcStyle>
        <a:tcBdr/>
      </a:tcStyle>
    </a:band1H>
    <a:band1V>
      <a:tcStyle>
        <a:tcBdr/>
      </a:tcStyle>
    </a:band1V>
    <a:lastCol>
      <a:tcStyle>
        <a:tcBdr/>
      </a:tcStyle>
    </a:lastCol>
    <a:firstCol>
      <a:tcStyle>
        <a:tcBdr/>
      </a:tcStyle>
    </a:firstCol>
    <a:lastRow>
      <a:tcStyle>
        <a:tcBdr/>
      </a:tcStyle>
    </a:lastRow>
    <a:firstRow>
      <a:tcStyle>
        <a:tcBdr/>
      </a:tcStyle>
    </a:firstRow>
  </a:tblStyle>
  <a:tblStyle styleId="{23491858-C0AF-4D33-B05B-DAE2F88B037C}" styleName="">
    <a:wholeTbl>
      <a:tcStyle>
        <a:tcBdr/>
      </a:tcStyle>
    </a:wholeTbl>
    <a:band1H>
      <a:tcStyle>
        <a:tcBdr/>
      </a:tcStyle>
    </a:band1H>
    <a:band1V>
      <a:tcStyle>
        <a:tcBdr/>
      </a:tcStyle>
    </a:band1V>
    <a:lastCol>
      <a:tcStyle>
        <a:tcBdr/>
      </a:tcStyle>
    </a:lastCol>
    <a:firstCol>
      <a:tcStyle>
        <a:tcBdr/>
      </a:tcStyle>
    </a:firstCol>
    <a:lastRow>
      <a:tcStyle>
        <a:tcBdr/>
      </a:tcStyle>
    </a:lastRow>
    <a:firstRow>
      <a:tcStyle>
        <a:tcBdr/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69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3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042E0A1-6BEE-B89B-4366-C77DD6F21952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64B7A-7A01-1489-9C64-26F6D5EFAE4E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399368" y="0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1D8A77-8680-37F4-C592-738FA933FA43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555647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03F6A1-8BDD-B0C4-E8B0-B4E39BC4B950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399368" y="9555647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6E746F9E-F39E-4574-A072-6EE2B406F548}" type="slidenum">
              <a:rPr/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7681276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427398-0971-EE50-613D-338A07A844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20"/>
            <a:ext cx="5345280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E6C947-062C-7ED5-0BF2-76439379B365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7A1A4099-05F0-5CAB-2298-F60E23278E79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A7EF8-16E5-55AB-5599-9E28C751C1BD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390DC1-A68B-44BE-0B0F-322777CAC61B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4184E6-CA0B-FA73-09B4-D3CCCFC48B1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504F1412-6333-43A3-9070-29A65EC3FFB5}" type="slidenum">
              <a:r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713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en-US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  <a:cs typeface="Nachlieli CLM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24166E95-1ACE-1B2B-5AE9-EF4D28D1E3D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8032AD1-4000-4DF2-A508-A5A636C5E90D}" type="slidenum">
              <a:r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53B4CE-8BF1-6220-D2D7-9C39D02B3E9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AD7540E-4E81-44F9-A934-853F8EDA42D3}" type="slidenum">
              <a:rPr/>
              <a:t>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3F4F0C-F340-DA78-976D-46ED7B45EB9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E934B3-FBA6-6845-DBA5-17E8AF89BD2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67A9F7-34DD-47D2-0FCF-050BFC80186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9E5F690-897A-4239-AE2D-58963BB2C8B9}" type="slidenum">
              <a:rPr/>
              <a:t>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B6D3F5-271A-6046-3F2B-C974217203D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37960" y="764280"/>
            <a:ext cx="5495400" cy="377136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0D0D6-925C-2565-8BC1-2669010D919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8B0570-8658-E094-7972-21C1A61AB94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18C3242-5655-4775-AEA5-0476A7203C26}" type="slidenum">
              <a:rPr/>
              <a:t>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8EEEFE-7D98-7196-FB29-973866CF5DD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D2DF3A-0FCC-271A-E1C7-89DB9A13F1A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3A2E48-CD16-A35E-A553-03BF9AB1F57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8C080D3-D876-4DB4-8492-AEF2360633DE}" type="slidenum">
              <a:rPr/>
              <a:t>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67C599-446C-A96A-DC5A-43A9A9B9038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0F1B30-5B36-73DB-9278-DD13118BAA7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18C4D6-58B9-EF40-EBAF-66BE0226539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5C3AF6F-7722-42EC-924A-4351C6D46F09}" type="slidenum">
              <a:rPr/>
              <a:t>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04C4A7-C838-2BB8-E29D-287D6946984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37960" y="764280"/>
            <a:ext cx="5495400" cy="377136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823593-8D07-30A9-C8AE-35A64DD1613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718D46-8C2E-8B71-BFFC-B37275B90DA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C914297-E66E-4E3D-93F6-AE9E8446D1CB}" type="slidenum">
              <a:rPr/>
              <a:t>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2E95CF-912B-CFAB-57F6-2B8FAC1044B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137960" y="764280"/>
            <a:ext cx="5495400" cy="377136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2CF140-E473-0324-E6A2-EF4268EEF89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9D4A0-D3E2-5108-36F9-52D744955AD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53FD7DE-1E7E-4F7D-92E8-8EEF1C19749C}" type="slidenum">
              <a:rPr/>
              <a:t>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398899-5C41-4ED5-B522-0152F7B0909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0013" y="763588"/>
            <a:ext cx="5030787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B11200-CED4-4B24-C952-AEDACCE5AF4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9BA4522A-430D-EE8C-DE64-A4ABEA78DA0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B55C44D-395A-4816-85B9-8FA58A17529C}" type="slidenum">
              <a:rPr/>
              <a:t>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1C4799-6339-2678-74FC-B9060CEF4E5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C423CD-B512-C57C-D201-87D7C8ECA029}"/>
              </a:ext>
            </a:extLst>
          </p:cNvPr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16000" marR="0" lvl="0" indent="-216000" rtl="0" hangingPunct="0">
              <a:buNone/>
              <a:tabLst/>
            </a:pPr>
            <a:endParaRPr lang="en-US" sz="2000" b="0" i="0" u="none" strike="noStrike" kern="1200" cap="none">
              <a:ln>
                <a:noFill/>
              </a:ln>
              <a:highlight>
                <a:scrgbClr r="0" g="0" b="0">
                  <a:alpha val="0"/>
                </a:scrgbClr>
              </a:highlight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1217C-9807-BC12-E573-58CDC93BC295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9E70B3B5-56A3-464F-ABB7-613C753BFE83}" type="slidenum">
              <a:rPr/>
              <a:t>9</a:t>
            </a:fld>
            <a:endParaRPr lang="he-IL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B73EA925-3A45-2713-46BE-88FCBFD7B5A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226B28E-71C2-4907-A424-B31776E67C73}" type="slidenum">
              <a:rPr/>
              <a:t>10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93D844-B058-04E1-951E-C9943E7A338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59C03E-B263-1890-3C2F-9CF82830C129}"/>
              </a:ext>
            </a:extLst>
          </p:cNvPr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16000" marR="0" lvl="0" indent="-216000" rtl="0" hangingPunct="0">
              <a:buNone/>
              <a:tabLst/>
            </a:pPr>
            <a:endParaRPr lang="en-US" sz="2000" b="0" i="0" u="none" strike="noStrike" kern="1200" cap="none">
              <a:ln>
                <a:noFill/>
              </a:ln>
              <a:highlight>
                <a:scrgbClr r="0" g="0" b="0">
                  <a:alpha val="0"/>
                </a:scrgbClr>
              </a:highlight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CD25AD-A8A6-9DEC-ECBD-22B0DC950AE2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B30D8656-072B-48C9-96A5-F6201F13E657}" type="slidenum">
              <a:rPr/>
              <a:t>10</a:t>
            </a:fld>
            <a:endParaRPr lang="he-IL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E5FD0AB3-BF51-21BB-2D6F-C6875BFF570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9D0CDF4-7EE2-411E-BD26-D4533E966063}" type="slidenum">
              <a:rPr/>
              <a:t>11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79158E-6039-511D-7EDA-54F57D89CF8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D45253-5C54-CD1B-0965-E9EA71A86E72}"/>
              </a:ext>
            </a:extLst>
          </p:cNvPr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16000" marR="0" lvl="0" indent="-216000" rtl="0" hangingPunct="0">
              <a:buNone/>
              <a:tabLst/>
            </a:pPr>
            <a:endParaRPr lang="en-US" sz="2000" b="0" i="0" u="none" strike="noStrike" kern="1200" cap="none">
              <a:ln>
                <a:noFill/>
              </a:ln>
              <a:highlight>
                <a:scrgbClr r="0" g="0" b="0">
                  <a:alpha val="0"/>
                </a:scrgbClr>
              </a:highlight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Slide Number Placeholder 3_11">
            <a:extLst>
              <a:ext uri="{FF2B5EF4-FFF2-40B4-BE49-F238E27FC236}">
                <a16:creationId xmlns:a16="http://schemas.microsoft.com/office/drawing/2014/main" id="{EA8337BE-1970-51F7-A423-9715E400466A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265178EC-1F29-490C-B1D7-61820EF673AB}" type="slidenum">
              <a:rPr/>
              <a:t>11</a:t>
            </a:fld>
            <a:endParaRPr lang="he-IL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5FB13402-3B5C-9986-1642-F6D207B130D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A94B315-AC8E-4B92-BE5F-C7B81868A787}" type="slidenum">
              <a:rPr/>
              <a:t>12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F6FCB1-F474-36E7-6074-338F489DDCE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3515A1-4DE7-A171-CCCC-FF2B545015C0}"/>
              </a:ext>
            </a:extLst>
          </p:cNvPr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16000" marR="0" lvl="0" indent="-216000" rtl="0" hangingPunct="0">
              <a:buNone/>
              <a:tabLst/>
            </a:pPr>
            <a:endParaRPr lang="en-US" sz="2000" b="0" i="0" u="none" strike="noStrike" kern="1200" cap="none">
              <a:ln>
                <a:noFill/>
              </a:ln>
              <a:highlight>
                <a:scrgbClr r="0" g="0" b="0">
                  <a:alpha val="0"/>
                </a:scrgbClr>
              </a:highlight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Slide Number Placeholder 3_1">
            <a:extLst>
              <a:ext uri="{FF2B5EF4-FFF2-40B4-BE49-F238E27FC236}">
                <a16:creationId xmlns:a16="http://schemas.microsoft.com/office/drawing/2014/main" id="{8CE0F2B1-E1A4-7EC8-9D46-40B518C9C9FF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EBF5A709-CBB8-40B3-BB06-7B2741F6316B}" type="slidenum">
              <a:rPr/>
              <a:t>12</a:t>
            </a:fld>
            <a:endParaRPr lang="he-IL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438718CA-9749-E119-3BA1-409635BB4C8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14B7B43-E941-48CD-83AC-C65C9A5E3FB1}" type="slidenum">
              <a:rPr/>
              <a:t>13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707E60-E0D8-EBA2-5B77-52B8D240404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DC67BA-5E1C-35B1-F0A5-C7B9BA34322A}"/>
              </a:ext>
            </a:extLst>
          </p:cNvPr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16000" marR="0" lvl="0" indent="-216000" rtl="0" hangingPunct="0">
              <a:buNone/>
              <a:tabLst/>
            </a:pPr>
            <a:endParaRPr lang="en-US" sz="2000" b="0" i="0" u="none" strike="noStrike" kern="1200" cap="none">
              <a:ln>
                <a:noFill/>
              </a:ln>
              <a:highlight>
                <a:scrgbClr r="0" g="0" b="0">
                  <a:alpha val="0"/>
                </a:scrgbClr>
              </a:highlight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545B5-2799-8602-2C2D-B0BCE7A0FECE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3D4148C4-0A2A-4DE7-B0D1-6916D0344FAF}" type="slidenum">
              <a:rPr/>
              <a:t>13</a:t>
            </a:fld>
            <a:endParaRPr lang="he-IL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5E495731-CF94-8D11-7283-6763BC5C1C1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11B792B-5130-41F7-B9D2-EC3DAE8D3DDB}" type="slidenum">
              <a:rPr/>
              <a:t>14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2D8F52-F8BF-3D08-EB41-A12CD640368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19FFB9-BA70-6EC6-84EE-60F824EC3A91}"/>
              </a:ext>
            </a:extLst>
          </p:cNvPr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16000" marR="0" lvl="0" indent="-216000" rtl="0" hangingPunct="0">
              <a:buNone/>
              <a:tabLst/>
            </a:pPr>
            <a:endParaRPr lang="en-US" sz="2000" b="0" i="0" u="none" strike="noStrike" kern="1200" cap="none">
              <a:ln>
                <a:noFill/>
              </a:ln>
              <a:highlight>
                <a:scrgbClr r="0" g="0" b="0">
                  <a:alpha val="0"/>
                </a:scrgbClr>
              </a:highlight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Slide Number Placeholder 3_0">
            <a:extLst>
              <a:ext uri="{FF2B5EF4-FFF2-40B4-BE49-F238E27FC236}">
                <a16:creationId xmlns:a16="http://schemas.microsoft.com/office/drawing/2014/main" id="{BF6EEC54-E617-1998-F006-EBD91C4F9B58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9D495A94-7421-40C9-B3FD-41E99911DFA5}" type="slidenum">
              <a:rPr/>
              <a:t>14</a:t>
            </a:fld>
            <a:endParaRPr lang="he-IL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1416970D-894B-E646-2F53-5CCB715373C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4566EC3-1B7F-4F53-985B-86EF95CCA4C1}" type="slidenum">
              <a:rPr/>
              <a:t>15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579B1E-76E9-B892-C8F1-DC7697189F1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71040C-44DB-D2E1-FD56-04FA372B32D8}"/>
              </a:ext>
            </a:extLst>
          </p:cNvPr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16000" marR="0" lvl="0" indent="-216000" rtl="0" hangingPunct="0">
              <a:buNone/>
              <a:tabLst/>
            </a:pPr>
            <a:endParaRPr lang="en-US" sz="2000" b="0" i="0" u="none" strike="noStrike" kern="1200" cap="none">
              <a:ln>
                <a:noFill/>
              </a:ln>
              <a:highlight>
                <a:scrgbClr r="0" g="0" b="0">
                  <a:alpha val="0"/>
                </a:scrgbClr>
              </a:highlight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1C16C995-8F2E-B361-4887-C80CD7464874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C61F70AE-D00E-4FCF-9B06-5976FD8C7805}" type="slidenum">
              <a:rPr/>
              <a:t>15</a:t>
            </a:fld>
            <a:endParaRPr lang="he-IL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A9390DDC-A61B-7363-30EE-0DDC452D446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E43076F-DA81-4E35-8EBE-4E5B5E1B7A10}" type="slidenum">
              <a:rPr/>
              <a:t>16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D5F5B2-996C-7FD3-BA78-86EE9B7C569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6AB5EA-A280-BFA0-DD3E-0E3AF0D82ED2}"/>
              </a:ext>
            </a:extLst>
          </p:cNvPr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16000" marR="0" lvl="0" indent="-216000" rtl="0" hangingPunct="0">
              <a:buNone/>
              <a:tabLst/>
            </a:pPr>
            <a:endParaRPr lang="en-US" sz="2000" b="0" i="0" u="none" strike="noStrike" kern="1200" cap="none">
              <a:ln>
                <a:noFill/>
              </a:ln>
              <a:highlight>
                <a:scrgbClr r="0" g="0" b="0">
                  <a:alpha val="0"/>
                </a:scrgbClr>
              </a:highlight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7BC3CC-670E-B940-385F-2F4E2E96E38D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BA486F60-4F8E-41DF-9EEB-718793923069}" type="slidenum">
              <a:rPr/>
              <a:t>16</a:t>
            </a:fld>
            <a:endParaRPr lang="he-IL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C722A76C-5ED3-FD5C-A2E4-4E9C1667578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2D3D7DA-7FB5-436B-A657-66AA05CC97BE}" type="slidenum">
              <a:rPr/>
              <a:t>17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960069-A336-68C9-E474-C4D83DE052F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B85DD9-DED6-D485-3562-C4C197FE1D9B}"/>
              </a:ext>
            </a:extLst>
          </p:cNvPr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16000" marR="0" lvl="0" indent="-216000" rtl="0" hangingPunct="0">
              <a:buNone/>
              <a:tabLst/>
            </a:pPr>
            <a:endParaRPr lang="en-US" sz="2000" b="0" i="0" u="none" strike="noStrike" kern="1200" cap="none">
              <a:ln>
                <a:noFill/>
              </a:ln>
              <a:highlight>
                <a:scrgbClr r="0" g="0" b="0">
                  <a:alpha val="0"/>
                </a:scrgbClr>
              </a:highlight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Slide Number Placeholder 3_3">
            <a:extLst>
              <a:ext uri="{FF2B5EF4-FFF2-40B4-BE49-F238E27FC236}">
                <a16:creationId xmlns:a16="http://schemas.microsoft.com/office/drawing/2014/main" id="{4AEF4907-81A2-841F-2845-EAEB9AE0986D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2BC6BD0A-1567-4362-B6FF-A1F4D06D27C1}" type="slidenum">
              <a:rPr/>
              <a:t>17</a:t>
            </a:fld>
            <a:endParaRPr lang="he-IL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778E5593-7E44-8616-92EF-FC544D49329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E2481E9-1B38-4D26-A774-B7097E29CCE0}" type="slidenum">
              <a:rPr/>
              <a:t>18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D8AF87-7E4C-200B-8693-79CD022A561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0034A3-E13D-F5A3-2C5F-FAACDB5C01DF}"/>
              </a:ext>
            </a:extLst>
          </p:cNvPr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16000" marR="0" lvl="0" indent="-216000" rtl="0" hangingPunct="0">
              <a:buNone/>
              <a:tabLst/>
            </a:pPr>
            <a:endParaRPr lang="en-US" sz="2000" b="0" i="0" u="none" strike="noStrike" kern="1200" cap="none">
              <a:ln>
                <a:noFill/>
              </a:ln>
              <a:highlight>
                <a:scrgbClr r="0" g="0" b="0">
                  <a:alpha val="0"/>
                </a:scrgbClr>
              </a:highlight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Slide Number Placeholder 3_6">
            <a:extLst>
              <a:ext uri="{FF2B5EF4-FFF2-40B4-BE49-F238E27FC236}">
                <a16:creationId xmlns:a16="http://schemas.microsoft.com/office/drawing/2014/main" id="{62209249-DA2A-F5DC-5802-24CDC07C8A1F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0DE63C20-7162-4E98-81BB-12E66EFFAAA3}" type="slidenum">
              <a:rPr/>
              <a:t>18</a:t>
            </a:fld>
            <a:endParaRPr lang="he-IL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E201215B-DF9F-AA8A-3CC8-92DCC222358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1243D04-AAA4-4D86-8087-F279FEEAA1E5}" type="slidenum">
              <a:rPr/>
              <a:t>19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1DF599-89A5-9087-3FB0-6DECB6F5CA5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38B241-69FA-DCDA-BBAD-A1E4A2F2DA88}"/>
              </a:ext>
            </a:extLst>
          </p:cNvPr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16000" marR="0" lvl="0" indent="-216000" rtl="0" hangingPunct="0">
              <a:buNone/>
              <a:tabLst/>
            </a:pPr>
            <a:endParaRPr lang="en-US" sz="2000" b="0" i="0" u="none" strike="noStrike" kern="1200" cap="none">
              <a:ln>
                <a:noFill/>
              </a:ln>
              <a:highlight>
                <a:scrgbClr r="0" g="0" b="0">
                  <a:alpha val="0"/>
                </a:scrgbClr>
              </a:highlight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Slide Number Placeholder 3_7">
            <a:extLst>
              <a:ext uri="{FF2B5EF4-FFF2-40B4-BE49-F238E27FC236}">
                <a16:creationId xmlns:a16="http://schemas.microsoft.com/office/drawing/2014/main" id="{526CEA73-EAF2-91A0-E1F3-3CC4B86F4817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D4133612-3A7F-4883-A23A-A25E72EB77A0}" type="slidenum">
              <a:rPr/>
              <a:t>19</a:t>
            </a:fld>
            <a:endParaRPr lang="he-IL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C0915023-61AB-07EF-D3C4-14A3F589750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E50B9B1-C8FF-4264-9C1D-E6B457ED092F}" type="slidenum">
              <a:rPr/>
              <a:t>20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14175B-5BFF-339D-E6FB-028C9947465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6308CB-0FDF-034F-941E-71C4182AD846}"/>
              </a:ext>
            </a:extLst>
          </p:cNvPr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16000" marR="0" lvl="0" indent="-216000" rtl="0" hangingPunct="0">
              <a:buNone/>
              <a:tabLst/>
            </a:pPr>
            <a:endParaRPr lang="en-US" sz="2000" b="0" i="0" u="none" strike="noStrike" kern="1200" cap="none">
              <a:ln>
                <a:noFill/>
              </a:ln>
              <a:highlight>
                <a:scrgbClr r="0" g="0" b="0">
                  <a:alpha val="0"/>
                </a:scrgbClr>
              </a:highlight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Slide Number Placeholder 3_8">
            <a:extLst>
              <a:ext uri="{FF2B5EF4-FFF2-40B4-BE49-F238E27FC236}">
                <a16:creationId xmlns:a16="http://schemas.microsoft.com/office/drawing/2014/main" id="{1AB64C3A-CA04-AA1A-2FF0-1E2F503A9EEB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A03B308A-28DD-4A38-9896-35212D9FAE4D}" type="slidenum">
              <a:rPr/>
              <a:t>20</a:t>
            </a:fld>
            <a:endParaRPr lang="he-IL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80F9FED6-CDCB-5E9A-1AE3-0DFAAE66F96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E9769E3-6CD6-47F8-BD0E-F3B2B6B57A2C}" type="slidenum">
              <a:rPr/>
              <a:t>21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BB7D1C-C832-F070-C669-FECD77DEF54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A18EAC-AD74-E151-9F57-A82F541BAA3D}"/>
              </a:ext>
            </a:extLst>
          </p:cNvPr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16000" marR="0" lvl="0" indent="-216000" rtl="0" hangingPunct="0">
              <a:buNone/>
              <a:tabLst/>
            </a:pPr>
            <a:endParaRPr lang="en-US" sz="2000" b="0" i="0" u="none" strike="noStrike" kern="1200" cap="none">
              <a:ln>
                <a:noFill/>
              </a:ln>
              <a:highlight>
                <a:scrgbClr r="0" g="0" b="0">
                  <a:alpha val="0"/>
                </a:scrgbClr>
              </a:highlight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Slide Number Placeholder 3_9">
            <a:extLst>
              <a:ext uri="{FF2B5EF4-FFF2-40B4-BE49-F238E27FC236}">
                <a16:creationId xmlns:a16="http://schemas.microsoft.com/office/drawing/2014/main" id="{DA4989BC-3D8B-ACE3-E03A-1EB15ADB5552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21BCD9C6-8E0B-48F8-AFB2-12A6B8A77B4E}" type="slidenum">
              <a:rPr/>
              <a:t>21</a:t>
            </a:fld>
            <a:endParaRPr lang="he-IL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2E818DBB-D57D-29B7-8121-D48CC7848E4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A6DE3E4-937E-409C-B3D5-B5BD7894CF11}" type="slidenum">
              <a:rPr/>
              <a:t>22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7B8593-9A56-D20E-C9A7-9FB1A6322D9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4F1FF6-731D-1699-9579-04B30815D01F}"/>
              </a:ext>
            </a:extLst>
          </p:cNvPr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16000" marR="0" lvl="0" indent="-216000" rtl="0" hangingPunct="0">
              <a:buNone/>
              <a:tabLst/>
            </a:pPr>
            <a:endParaRPr lang="en-US" sz="2000" b="0" i="0" u="none" strike="noStrike" kern="1200" cap="none">
              <a:ln>
                <a:noFill/>
              </a:ln>
              <a:highlight>
                <a:scrgbClr r="0" g="0" b="0">
                  <a:alpha val="0"/>
                </a:scrgbClr>
              </a:highlight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Slide Number Placeholder 3_ 2">
            <a:extLst>
              <a:ext uri="{FF2B5EF4-FFF2-40B4-BE49-F238E27FC236}">
                <a16:creationId xmlns:a16="http://schemas.microsoft.com/office/drawing/2014/main" id="{A67EA0AA-7B7D-060B-3D6A-455D0ED925D8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89C2E8D7-94A1-4991-B848-B00E06CFD6C1}" type="slidenum">
              <a:rPr/>
              <a:t>22</a:t>
            </a:fld>
            <a:endParaRPr lang="he-IL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CFF44D08-1ABC-18CE-4D11-6FD6FD60121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4078164-BA4B-41BC-91ED-3248F2F4D07E}" type="slidenum">
              <a:rPr/>
              <a:t>23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956DF8-DE48-EF56-C6C3-1D681A5B8878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1F12D6-DF45-FC1E-0BE6-4A435984DB71}"/>
              </a:ext>
            </a:extLst>
          </p:cNvPr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16000" marR="0" lvl="0" indent="-216000" rtl="0" hangingPunct="0">
              <a:buNone/>
              <a:tabLst/>
            </a:pPr>
            <a:endParaRPr lang="en-US" sz="2000" b="0" i="0" u="none" strike="noStrike" kern="1200" cap="none">
              <a:ln>
                <a:noFill/>
              </a:ln>
              <a:highlight>
                <a:scrgbClr r="0" g="0" b="0">
                  <a:alpha val="0"/>
                </a:scrgbClr>
              </a:highlight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Slide Number Placeholder 3_ 3">
            <a:extLst>
              <a:ext uri="{FF2B5EF4-FFF2-40B4-BE49-F238E27FC236}">
                <a16:creationId xmlns:a16="http://schemas.microsoft.com/office/drawing/2014/main" id="{5FEFE32F-3851-9187-79D6-BC318F976763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68F26CA4-4327-446C-A366-F5225E745949}" type="slidenum">
              <a:rPr/>
              <a:t>23</a:t>
            </a:fld>
            <a:endParaRPr lang="he-IL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38118-7482-265A-6546-6B9AD84CA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6A6BB25F-71AD-F909-596C-693D81B9405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4078164-BA4B-41BC-91ED-3248F2F4D07E}" type="slidenum">
              <a:rPr/>
              <a:t>24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4F36D7-C2E8-F531-2A9F-DC3566B7460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8D9F4E-2E5A-E3F1-07F5-37434B6314A3}"/>
              </a:ext>
            </a:extLst>
          </p:cNvPr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16000" marR="0" lvl="0" indent="-216000" rtl="0" hangingPunct="0">
              <a:buNone/>
              <a:tabLst/>
            </a:pPr>
            <a:endParaRPr lang="en-US" sz="2000" b="0" i="0" u="none" strike="noStrike" kern="1200" cap="none">
              <a:ln>
                <a:noFill/>
              </a:ln>
              <a:highlight>
                <a:scrgbClr r="0" g="0" b="0">
                  <a:alpha val="0"/>
                </a:scrgbClr>
              </a:highlight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Slide Number Placeholder 3_ 3">
            <a:extLst>
              <a:ext uri="{FF2B5EF4-FFF2-40B4-BE49-F238E27FC236}">
                <a16:creationId xmlns:a16="http://schemas.microsoft.com/office/drawing/2014/main" id="{755B5FB6-F289-91C6-ADDA-52C55EFB7BCB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68F26CA4-4327-446C-A366-F5225E745949}" type="slidenum">
              <a:rPr/>
              <a:t>24</a:t>
            </a:fld>
            <a:endParaRPr lang="he-IL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28328878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6F0C2-87CE-4129-9171-64B4F8715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FAA44ACD-8E69-8464-29D8-6058583269B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4078164-BA4B-41BC-91ED-3248F2F4D07E}" type="slidenum">
              <a:rPr/>
              <a:t>25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7B6253-3667-3E75-4D90-266BA9932A8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8EC67A-3EA0-8C5F-D482-00E7BA7F23C8}"/>
              </a:ext>
            </a:extLst>
          </p:cNvPr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16000" marR="0" lvl="0" indent="-216000" rtl="0" hangingPunct="0">
              <a:buNone/>
              <a:tabLst/>
            </a:pPr>
            <a:endParaRPr lang="en-US" sz="2000" b="0" i="0" u="none" strike="noStrike" kern="1200" cap="none">
              <a:ln>
                <a:noFill/>
              </a:ln>
              <a:highlight>
                <a:scrgbClr r="0" g="0" b="0">
                  <a:alpha val="0"/>
                </a:scrgbClr>
              </a:highlight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Slide Number Placeholder 3_ 3">
            <a:extLst>
              <a:ext uri="{FF2B5EF4-FFF2-40B4-BE49-F238E27FC236}">
                <a16:creationId xmlns:a16="http://schemas.microsoft.com/office/drawing/2014/main" id="{5F47A7DC-A71A-C3B2-D894-D6661103077C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68F26CA4-4327-446C-A366-F5225E745949}" type="slidenum">
              <a:rPr/>
              <a:t>25</a:t>
            </a:fld>
            <a:endParaRPr lang="he-IL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41561888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396BC7ED-F789-0C16-7C0F-DC0736CC2D4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7674DA0-5F14-4614-9641-3EF467DFD8E3}" type="slidenum">
              <a:rPr/>
              <a:t>26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19294C-592A-378B-16E7-2050D6FAC3A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5AB13D-ECB2-33C2-5E26-4DE2003B541E}"/>
              </a:ext>
            </a:extLst>
          </p:cNvPr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16000" marR="0" lvl="0" indent="-216000" rtl="0" hangingPunct="0">
              <a:buNone/>
              <a:tabLst/>
            </a:pPr>
            <a:endParaRPr lang="en-US" sz="2000" b="0" i="0" u="none" strike="noStrike" kern="1200" cap="none">
              <a:ln>
                <a:noFill/>
              </a:ln>
              <a:highlight>
                <a:scrgbClr r="0" g="0" b="0">
                  <a:alpha val="0"/>
                </a:scrgbClr>
              </a:highlight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Slide Number Placeholder 3_10">
            <a:extLst>
              <a:ext uri="{FF2B5EF4-FFF2-40B4-BE49-F238E27FC236}">
                <a16:creationId xmlns:a16="http://schemas.microsoft.com/office/drawing/2014/main" id="{BB96F403-5A60-8ED5-55C6-9B0B80A5F362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056A931C-3EC5-48F8-94BE-116FC64B50FE}" type="slidenum">
              <a:rPr/>
              <a:t>26</a:t>
            </a:fld>
            <a:endParaRPr lang="he-IL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146A6765-791C-8479-562D-3AFE113A3B9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4548DA5-D2C4-4C22-AAC8-73C358C9EE05}" type="slidenum">
              <a:rPr/>
              <a:t>27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1C974-4399-F350-969B-87297AEE6A9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9FCA42-50E8-4CF9-62BD-883326A4C5A6}"/>
              </a:ext>
            </a:extLst>
          </p:cNvPr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16000" marR="0" lvl="0" indent="-216000" rtl="0" hangingPunct="0">
              <a:buNone/>
              <a:tabLst/>
            </a:pPr>
            <a:endParaRPr lang="en-US" sz="2000" b="0" i="0" u="none" strike="noStrike" kern="1200" cap="none">
              <a:ln>
                <a:noFill/>
              </a:ln>
              <a:highlight>
                <a:scrgbClr r="0" g="0" b="0">
                  <a:alpha val="0"/>
                </a:scrgbClr>
              </a:highlight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Slide Number Placeholder 3_4">
            <a:extLst>
              <a:ext uri="{FF2B5EF4-FFF2-40B4-BE49-F238E27FC236}">
                <a16:creationId xmlns:a16="http://schemas.microsoft.com/office/drawing/2014/main" id="{F7509B29-3C38-E8EA-F730-CCE38006C521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DD1C93B8-39F7-4098-A4CC-BA926BA62B76}" type="slidenum">
              <a:rPr/>
              <a:t>27</a:t>
            </a:fld>
            <a:endParaRPr lang="he-IL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F9552839-E761-A859-1E9F-76442657E5A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75FCD45-AFB3-4BA8-B5A1-49C2536FD41D}" type="slidenum">
              <a:rPr/>
              <a:t>28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9BB9A4-F1B0-4D45-D85D-1DF427AD4ED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0268B3-9DC8-62B0-B4F3-05DB6D501084}"/>
              </a:ext>
            </a:extLst>
          </p:cNvPr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16000" marR="0" lvl="0" indent="-216000" rtl="0" hangingPunct="0">
              <a:buNone/>
              <a:tabLst/>
            </a:pPr>
            <a:endParaRPr lang="en-US" sz="2000" b="0" i="0" u="none" strike="noStrike" kern="1200" cap="none">
              <a:ln>
                <a:noFill/>
              </a:ln>
              <a:highlight>
                <a:scrgbClr r="0" g="0" b="0">
                  <a:alpha val="0"/>
                </a:scrgbClr>
              </a:highlight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Slide Number Placeholder 3_ 1">
            <a:extLst>
              <a:ext uri="{FF2B5EF4-FFF2-40B4-BE49-F238E27FC236}">
                <a16:creationId xmlns:a16="http://schemas.microsoft.com/office/drawing/2014/main" id="{F8F5AEEF-B070-D9E0-FB30-0EB55EC53878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5C619A5E-5872-4347-A98D-BCBEA9FF8C0C}" type="slidenum">
              <a:rPr/>
              <a:t>28</a:t>
            </a:fld>
            <a:endParaRPr lang="he-IL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EA63C1E1-B074-5A55-9FE5-94B27AFDAE0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E41A85A-A03B-482C-96E6-5904BD660FBA}" type="slidenum">
              <a:rPr/>
              <a:t>29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4DDE74-5F3E-3A51-6F18-99B122EA755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F5674B-0F01-E389-D4E9-62D6D1A2D751}"/>
              </a:ext>
            </a:extLst>
          </p:cNvPr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16000" marR="0" lvl="0" indent="-216000" rtl="0" hangingPunct="0">
              <a:buNone/>
              <a:tabLst/>
            </a:pPr>
            <a:endParaRPr lang="en-US" sz="2000" b="0" i="0" u="none" strike="noStrike" kern="1200" cap="none">
              <a:ln>
                <a:noFill/>
              </a:ln>
              <a:highlight>
                <a:scrgbClr r="0" g="0" b="0">
                  <a:alpha val="0"/>
                </a:scrgbClr>
              </a:highlight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63D4EA52-8A6C-EEC3-6385-A1DE2DAAFC42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B70ACB80-A27C-421B-8000-B7FBEAFF2137}" type="slidenum">
              <a:rPr/>
              <a:t>29</a:t>
            </a:fld>
            <a:endParaRPr lang="he-IL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9A0E6E16-D52F-5BEB-3117-89BE7801889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948A622-DE4E-4636-A38F-E4C00F78AE2B}" type="slidenum">
              <a:rPr/>
              <a:t>30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218CDB-0805-FA36-861A-155B7CAD635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37202A-2649-2FE6-AADA-C2047F125D8B}"/>
              </a:ext>
            </a:extLst>
          </p:cNvPr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16000" marR="0" lvl="0" indent="-216000" rtl="0" hangingPunct="0">
              <a:buNone/>
              <a:tabLst/>
            </a:pPr>
            <a:endParaRPr lang="en-US" sz="2000" b="0" i="0" u="none" strike="noStrike" kern="1200" cap="none">
              <a:ln>
                <a:noFill/>
              </a:ln>
              <a:highlight>
                <a:scrgbClr r="0" g="0" b="0">
                  <a:alpha val="0"/>
                </a:scrgbClr>
              </a:highlight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C3501D28-A537-90A4-FC7A-1099560FE9CB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9F705C29-8D80-4567-A2A8-1B29938F21B0}" type="slidenum">
              <a:rPr/>
              <a:t>30</a:t>
            </a:fld>
            <a:endParaRPr lang="he-IL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9B5003E4-DBA4-7F08-E4D9-4FE8E56DF0A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11FFFF3-0BF8-406A-9234-FA4ED699B375}" type="slidenum">
              <a:rPr/>
              <a:t>31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8E535B-A348-133F-3321-451D68B735F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599" y="764280"/>
            <a:ext cx="5028840" cy="377136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B928C4-85B4-4689-F3DA-7516BF6FD93D}"/>
              </a:ext>
            </a:extLst>
          </p:cNvPr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16000" marR="0" lvl="0" indent="-216000" rtl="0" hangingPunct="0">
              <a:buNone/>
              <a:tabLst/>
            </a:pPr>
            <a:endParaRPr lang="en-US" sz="2000" b="0" i="0" u="none" strike="noStrike" kern="1200" cap="none">
              <a:ln>
                <a:noFill/>
              </a:ln>
              <a:highlight>
                <a:scrgbClr r="0" g="0" b="0">
                  <a:alpha val="0"/>
                </a:scrgbClr>
              </a:highlight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Slide Number Placeholder 3_2">
            <a:extLst>
              <a:ext uri="{FF2B5EF4-FFF2-40B4-BE49-F238E27FC236}">
                <a16:creationId xmlns:a16="http://schemas.microsoft.com/office/drawing/2014/main" id="{BD015D31-147F-0D06-1449-D8D3FA64A38E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2BCE7032-E067-4160-8112-DDAFF112FA5C}" type="slidenum">
              <a:rPr/>
              <a:t>31</a:t>
            </a:fld>
            <a:endParaRPr lang="he-IL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6A698BDB-0FAA-42D5-71DB-68D9DF04139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70CDCAB-3F3C-4EEF-83A0-989F151AB216}" type="slidenum">
              <a:rPr/>
              <a:t>32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C3F604-53CC-9CF4-7EFB-16DB0902ABF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80C864-C884-02FE-CA4D-38576FD85299}"/>
              </a:ext>
            </a:extLst>
          </p:cNvPr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16000" marR="0" lvl="0" indent="-216000" rtl="0" hangingPunct="0">
              <a:buNone/>
              <a:tabLst/>
            </a:pPr>
            <a:endParaRPr lang="en-US" sz="2000" b="0" i="0" u="none" strike="noStrike" kern="1200" cap="none">
              <a:ln>
                <a:noFill/>
              </a:ln>
              <a:highlight>
                <a:scrgbClr r="0" g="0" b="0">
                  <a:alpha val="0"/>
                </a:scrgbClr>
              </a:highlight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0BEB7A43-B089-C6D8-8070-2F9504841CDD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0BED26DA-B716-4DC3-ABFE-1215CAE309ED}" type="slidenum">
              <a:rPr/>
              <a:t>32</a:t>
            </a:fld>
            <a:endParaRPr lang="he-IL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6F30B5A0-B5B3-3288-ED14-7C67E53A7B98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CCB8764-22AC-42D9-9D8E-79BF3AB08A10}" type="slidenum">
              <a:rPr/>
              <a:t>33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757C35-5417-EABE-C2C1-FA3A359BF51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8921D7-BC57-543F-2C19-D7BF5C87141A}"/>
              </a:ext>
            </a:extLst>
          </p:cNvPr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16000" marR="0" lvl="0" indent="-216000" rtl="0" hangingPunct="0">
              <a:buNone/>
              <a:tabLst/>
            </a:pPr>
            <a:endParaRPr lang="en-US" sz="2000" b="0" i="0" u="none" strike="noStrike" kern="1200" cap="none">
              <a:ln>
                <a:noFill/>
              </a:ln>
              <a:highlight>
                <a:scrgbClr r="0" g="0" b="0">
                  <a:alpha val="0"/>
                </a:scrgbClr>
              </a:highlight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2BD36E5-E1FC-91AC-EADC-C6E44816C3FD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747EA140-0C39-4920-AA77-81516F45CC3A}" type="slidenum">
              <a:rPr/>
              <a:t>33</a:t>
            </a:fld>
            <a:endParaRPr lang="he-IL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42DDB432-D4A3-9C46-DC90-2B4F4BDDB4C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1D21814-27EC-4463-B973-451DBB01C90A}" type="slidenum">
              <a:rPr/>
              <a:t>34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667F85-A2D0-F4F7-0738-3E4CC7647FC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BC9E6F-2F23-0DF2-DE2A-354B2AE5498D}"/>
              </a:ext>
            </a:extLst>
          </p:cNvPr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16000" marR="0" lvl="0" indent="-216000" rtl="0" hangingPunct="0">
              <a:buNone/>
              <a:tabLst/>
            </a:pPr>
            <a:endParaRPr lang="en-US" sz="2000" b="0" i="0" u="none" strike="noStrike" kern="1200" cap="none">
              <a:ln>
                <a:noFill/>
              </a:ln>
              <a:highlight>
                <a:scrgbClr r="0" g="0" b="0">
                  <a:alpha val="0"/>
                </a:scrgbClr>
              </a:highlight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0098CA99-4961-5CD7-3838-1A26B0E25DA7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0006672C-50DE-45F6-B47F-270ABB871894}" type="slidenum">
              <a:rPr/>
              <a:t>34</a:t>
            </a:fld>
            <a:endParaRPr lang="he-IL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74337162-0ECD-9C53-1E74-757E1FD6B41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91D8EEB-BF16-4C9A-8773-3B51965012C2}" type="slidenum">
              <a:rPr/>
              <a:t>35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6D3884-C55C-D9FB-2CAC-B0CF7D0CC07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607E62-471E-B9A5-44D7-4C14E91E318C}"/>
              </a:ext>
            </a:extLst>
          </p:cNvPr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16000" marR="0" lvl="0" indent="-216000" rtl="0" hangingPunct="0">
              <a:buNone/>
              <a:tabLst/>
            </a:pPr>
            <a:endParaRPr lang="en-US" sz="2000" b="0" i="0" u="none" strike="noStrike" kern="1200" cap="none">
              <a:ln>
                <a:noFill/>
              </a:ln>
              <a:highlight>
                <a:scrgbClr r="0" g="0" b="0">
                  <a:alpha val="0"/>
                </a:scrgbClr>
              </a:highlight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Slide Number Placeholder 3_ 4">
            <a:extLst>
              <a:ext uri="{FF2B5EF4-FFF2-40B4-BE49-F238E27FC236}">
                <a16:creationId xmlns:a16="http://schemas.microsoft.com/office/drawing/2014/main" id="{836F4656-5FC3-97F0-465F-ED06689B718A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6C6990A8-11AC-42CE-AC0F-A61939ADF7A5}" type="slidenum">
              <a:rPr/>
              <a:t>35</a:t>
            </a:fld>
            <a:endParaRPr lang="he-IL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E43F237A-68C0-5F8C-37A0-86136507784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AA4A9E4-AAA2-43E2-AEAA-54F8A782775A}" type="slidenum">
              <a:rPr/>
              <a:t>36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871DFC-B081-0416-06E2-51D53FDC451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577E40-B3C8-3DF2-A3B2-E6E77375102F}"/>
              </a:ext>
            </a:extLst>
          </p:cNvPr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16000" marR="0" lvl="0" indent="-216000" rtl="0" hangingPunct="0">
              <a:buNone/>
              <a:tabLst/>
            </a:pPr>
            <a:endParaRPr lang="en-US" sz="2000" b="0" i="0" u="none" strike="noStrike" kern="1200" cap="none">
              <a:ln>
                <a:noFill/>
              </a:ln>
              <a:highlight>
                <a:scrgbClr r="0" g="0" b="0">
                  <a:alpha val="0"/>
                </a:scrgbClr>
              </a:highlight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FA3433FA-79AF-BB4D-5392-FA63DD74559E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811066D0-FF99-4C3A-A9B5-277F346BB15D}" type="slidenum">
              <a:rPr/>
              <a:t>36</a:t>
            </a:fld>
            <a:endParaRPr lang="he-IL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E9F70EA-23CB-0373-2BF6-AD62E4EA1B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D6B161-E8B7-762A-5F2D-D89C7D5183E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3FE382B-9904-4BD6-AAEA-04C99A75B502}" type="slidenum">
              <a:rPr/>
              <a:t>37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7C49EC-8BB4-A7D5-E846-9BAF6D0C24F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2FF091-5014-FF69-5E99-D152C57D0D4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A8CF1809-1D9F-8F3E-B2EA-2098462661C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935F16A-B539-4D3A-BB6C-495A9A137273}" type="slidenum">
              <a:rPr/>
              <a:t>38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2A902A-12F3-3A6A-8192-6FD7977FA17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B86B7D-56CE-A801-7582-A9DD5EEF2219}"/>
              </a:ext>
            </a:extLst>
          </p:cNvPr>
          <p:cNvSpPr txBox="1"/>
          <p:nvPr/>
        </p:nvSpPr>
        <p:spPr>
          <a:xfrm>
            <a:off x="777600" y="4776840"/>
            <a:ext cx="6195960" cy="450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216000" marR="0" lvl="0" indent="-216000" rtl="0" hangingPunct="0">
              <a:buNone/>
              <a:tabLst/>
            </a:pPr>
            <a:endParaRPr lang="en-US" sz="2000" b="0" i="0" u="none" strike="noStrike" kern="1200" cap="none">
              <a:ln>
                <a:noFill/>
              </a:ln>
              <a:highlight>
                <a:scrgbClr r="0" g="0" b="0">
                  <a:alpha val="0"/>
                </a:scrgbClr>
              </a:highlight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16840EFF-B6B9-6598-04CC-A033E3ED57E3}"/>
              </a:ext>
            </a:extLst>
          </p:cNvPr>
          <p:cNvSpPr/>
          <p:nvPr/>
        </p:nvSpPr>
        <p:spPr>
          <a:xfrm>
            <a:off x="4398840" y="9555120"/>
            <a:ext cx="3351240" cy="48096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0" tIns="0" rIns="0" bIns="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/>
            </a:pPr>
            <a:fld id="{87DFB758-52A1-42E9-9304-4B92AF6B2F10}" type="slidenum">
              <a:rPr/>
              <a:t>38</a:t>
            </a:fld>
            <a:endParaRPr lang="he-IL" sz="1400" b="0" i="0" u="none" strike="noStrike" kern="1200" cap="none">
              <a:ln>
                <a:noFill/>
              </a:ln>
              <a:solidFill>
                <a:srgbClr val="000000"/>
              </a:solidFill>
              <a:latin typeface="Times New Roman" pitchFamily="18"/>
              <a:ea typeface="DejaVu Sans" pitchFamily="34"/>
              <a:cs typeface="DejaVu Sans" pitchFamily="3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972E1-FC51-F084-E0B8-96076FE229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80D345-8B53-8E24-858D-FC88C455E7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905D9-3161-69FC-661F-7E3A73F1A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ACCE3-9907-7181-F2B2-D06D31941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24128-F5F1-298D-8183-319E8FF92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950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0B132-5372-58CB-EADE-A8F3406A5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17CAE-18E7-C89D-6D55-BBDA04DAB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5B81F-21A8-CA03-9CCC-A2DD2C2D7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E0CA1-26C1-BACD-B818-6ECD1F5AF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A839A-767E-26E5-D137-1E0C9B411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457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953A3-4093-36C0-431E-990DFFA7C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ACF4ED-1EBD-ADF5-9F74-E6C21467F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BA67B-9591-018D-8B75-322F340CA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A046A-3011-0BBF-24D5-8AB3DE5B5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7F8DB-990C-43A2-6C0E-3DF721AF1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133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B53BA-AA86-94E6-CB40-0A14C9EC6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EA26A-8130-1548-C3E2-4E94ECA62B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79613" y="1768475"/>
            <a:ext cx="3810000" cy="4383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DA5B42-5B77-1D46-F3B4-69D0A84DDC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2013" y="1768475"/>
            <a:ext cx="3811587" cy="43830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10D70F-827B-F3EA-73C0-05BD14DE3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1A6027-DC35-F697-7601-75947B0B8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AE368-9D00-FD84-8B23-5FDB6A6B6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916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DDF16-E24E-B10D-2049-05914D17F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52031D-4408-F557-414D-12E73F73CE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845C77-5AB0-BDE5-A163-800374BE22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D787F2-D4CD-15C6-9EE8-FC17A93E0C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0876BD-FB66-704E-E7C8-E50B0693F9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29CD59-1EB1-51BB-6298-207044185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FD8858-1A2C-6D90-D9EA-2A8EB89CE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0E648B-18BE-DD3F-EDF6-49F26F652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20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02FCF-91F1-0E07-F412-C5CA60D59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DD69E5-A9CF-D21C-0D72-225ACADA5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9DC9A7-DE9B-CC5D-7836-A6409533E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D14FD9-8C55-FF41-AFE7-8036FD6AC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50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02DF1C-F766-D261-B718-C2F1420F2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6703CF-E7CA-7D4A-D056-F0C625F8B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1C5E5-4346-A62A-DCF7-263D11EF4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91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5D7EC-F51E-570F-BD63-69D1D543D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A0F32-C985-8866-F337-A5279B1E4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FACE38-00E1-7D4C-AB11-FC915DB7C8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23544A-D8A2-EBE7-EFC8-6488F6878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2311F8-738E-1F52-080C-C5B49528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0D7797-024D-866F-16D1-52E77FDD0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776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D8C54-BD46-D9E8-EAFE-D681DB865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1D5372-3A5F-049E-13F3-349B0F1CDA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D460FE-F8A2-2453-5A1D-4655C1C444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DE17DF-3DD7-E1A0-1E48-F3219041C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26388-9F9D-85BD-F305-B21F98727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095CF9-F54A-5297-B025-D97AE0A56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816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1A185-16DB-4303-64F2-739E20109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67BE26-869B-F137-4EAD-82A8A21D98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96125-EF9D-5996-DB25-6AFF1E7DA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E75BC-C75E-7731-8011-CEAAAFA96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8873F-305C-ED6C-3EDA-A3F952B01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423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AFF9D7-6602-DFA4-094E-8856F06AFD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837488" y="301625"/>
            <a:ext cx="1952625" cy="58499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359067-3E3D-6AD8-5DEA-7588149E1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979613" y="301625"/>
            <a:ext cx="5705475" cy="58499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E6184-56CA-8B78-9D77-CB71F12FC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0D884-D470-0972-AFBA-66A56F6FD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E467D-CD3E-11D1-32FC-26249AB85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4373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DE270-DE97-95AF-88F5-B2B78069E0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C9DA7C-30B9-5F46-1B7A-303851133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FC289-B8F8-8924-7C64-714CA832D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DB9F9-1BA9-A545-E871-22A964527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3D1D7-1B6A-DEF2-B8B7-671D9CE73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7106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75AA7-A17B-00C7-1B96-FECB7322E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3A4C8-579E-A35B-879A-52FB3DFA9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98E5E-3803-3B94-2056-3261F58AF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EC4E5-F294-58A9-AF36-2C6047BC8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F8F5E-B954-523D-833D-1661F2D04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7160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04BBF-04A9-819E-EB75-9FEB9D65B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F4C6F-F974-1072-8B70-877DF8A51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5B95D-52A1-D029-EBAE-994A5B8CF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587FD-9E13-27FB-5081-39782FB69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8A884-29EB-47A7-2C15-75FEBE793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1838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65DFF-2A42-6708-CD47-1F72A49E8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6862D-08FF-3B42-5506-A2CB1F8B63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79613" y="1924050"/>
            <a:ext cx="3811587" cy="4737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DEFA26-DBAD-CCF9-EF79-34D8A41553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3600" y="1924050"/>
            <a:ext cx="3811588" cy="4737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B6778F-1876-A3CF-2A1E-FDEF2C3E4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4D3C8-E233-88B7-6C2E-6E4527ACB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5269DA-23B8-C0E2-D9ED-8D88CCD0E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6868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F5DCC-BE65-D099-8976-4786EA41D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84B5CD-54CA-BC0A-28B3-2185146C08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1EAD88-7B24-CECA-A530-7EE432A8B1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18D03A-9CC2-684C-D8A6-80833D09D8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53334B-FBE8-FD1C-A3E8-F5406D350F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091321-143E-8DD6-FE31-410618495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93A42F-72BF-4154-BE6C-86D5085FC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FB7BC0-54A9-4B7D-7E96-39F190967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521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1D3A8-98C7-5C3C-F150-6F2D68E40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E5DADF-97E2-AACA-C89D-9678D7B58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F8C2EE-123A-97C3-B210-656E8E6BC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484EF9-CB18-38C1-67A3-124B8B455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2553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6A8903-67C9-4C95-0718-1FD82E3C6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57CD3A-42FE-7B49-4F6B-AF18C10C1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BAB83-F964-665A-1215-E3C8B362D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6092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5F824-4AAE-8AAA-E11E-E378AC747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6E942-278B-EBB0-10D8-315959FC7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5BAD1E-A3A1-B196-925E-96D6EEAB7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C171CC-406B-CC08-0A58-3E22C9C39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8673F7-09CF-CE06-C713-20E2E2C41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048302-8FAA-0B81-9954-D8FCA9E6B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4343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14EDA-C501-A03F-80CB-97F8275D2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4200A3-A420-CECA-9F10-0C022666A9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2308DB-B58E-863B-4D6C-E31C9D833B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CED99F-E6EE-120A-177B-689322FFC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9C8039-B481-449D-1946-3EB4BF160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B25E53-EF04-2495-DB95-FB61060B2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2879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442AB-CFDE-CB3A-D201-FEF6BC13B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BA4DFC-9C6F-C677-DA1A-12AEB476AB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B4B418-4390-00EF-E949-DB8AE0F70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3B93F-8F6D-DCF2-D5B1-412E16CC3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CF251-8C3E-0C66-6018-39B3688F7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8464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9E13F1-013C-A37A-E31E-4828DA9BC3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908925" y="457200"/>
            <a:ext cx="1974850" cy="62039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4BCF14-A892-BBB1-7456-92C3DEF196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979613" y="457200"/>
            <a:ext cx="5776912" cy="62039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F8074-4C94-13AC-28DC-3624A25EF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4593D-8D6A-B59F-9AA7-38DF3B473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5D2DF-8983-67C8-0D83-8F4C78ECA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1737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8AB26-8499-E935-0927-8F9D26E17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11BBBF-B72A-E5A2-4B0B-1C2E393421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670437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EEB9B-96DC-4A21-D367-C40BF57E3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71EF4-53ED-D62D-BB23-FEC94DFCE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8245520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2E636-1B98-C34A-B6A4-B1785CF5B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406470-8026-0A36-62AC-BB3FE66E8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541953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678BC-28CE-F668-8CA0-659DB1785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CB08F-6548-8A3C-8B64-85FB52A8E6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9287" cy="4384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98F579-868A-A817-C8C2-408C29ECB2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768475"/>
            <a:ext cx="4460875" cy="4384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418116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89338-4EC1-89E8-B73F-1DE8312DC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FA0F6-6CBF-255A-7B73-5874010886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467381-082D-9B11-81AB-2CBBC3C912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B2F7B5-6FAB-9DE4-396F-D2F5E51BC6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9B186A-4CB6-2A94-E564-6AEEC5F5DC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325319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32004-2413-471C-1151-A5C81CF4C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018032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5898059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95105-7BE6-7B79-8D8D-011AC4F83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132CD-9989-D1A9-519F-6C5E1D77B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0B7A8A-3781-8A30-360B-B8B96CB661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807628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E834C-0C5F-6FC2-A72C-CE913ABB7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B33905-42CC-E585-CC6B-79B3D2B873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B1A88B-AED7-4D99-7BA3-27E6304CA7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561526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67F9C-393B-ECDA-3A21-A4D3A2E69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DBEB30-ABEA-8A85-D733-0D7270BF19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1722023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266996-001F-0C88-DD59-305AEE2AAB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301625"/>
            <a:ext cx="22669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692394-0EC0-5FC7-B7B5-2E5BD00BAB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3212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1672290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B251C-E6ED-D4D9-B68A-E2426F8E48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D8E6F0-A6A8-C239-51EA-9745786925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4EB1E-F213-F439-2C9E-0E436D2B3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9F69-94B2-4F62-9C97-3A66B652706B}" type="datetimeFigureOut">
              <a:rPr lang="en-IL" smtClean="0"/>
              <a:t>10/25/2026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A151E-9799-C825-E99B-2528DDDC2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71204-B075-986B-0378-683D2DD54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674CF-1A28-4E16-BCEA-3EADED946D10}" type="slidenum">
              <a:r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4157942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612D8-F2E6-C3C9-133B-E3E88B27C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56C5E-9100-DF1C-1B89-A19BDDB7E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1FCD5-C5E0-B068-444F-B2F3DC055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9F69-94B2-4F62-9C97-3A66B652706B}" type="datetimeFigureOut">
              <a:rPr lang="en-IL" smtClean="0"/>
              <a:t>10/25/2026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A714B-F636-BC1F-5E5D-E29A7DF45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C22F0-81C6-D154-8E76-7EA8508EC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7DDF0-FFE5-401F-8DF8-82802670880E}" type="slidenum">
              <a:r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9467467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5FA3F-2C92-8897-78B2-3D855D27F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13054-0AB5-530E-F640-818D440DF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9FC02-8927-584E-ED88-72B6A4C62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9F69-94B2-4F62-9C97-3A66B652706B}" type="datetimeFigureOut">
              <a:rPr lang="en-IL" smtClean="0"/>
              <a:t>10/25/2026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20EBD-1DDD-4088-84C8-48DE00552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1FA17-D92B-61B9-ABCC-CE99AF7BD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8CE37-C6D9-4F12-AE04-5CF14F19F3A8}" type="slidenum">
              <a:r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998370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85B2D-60DB-7583-0C6C-9C54FBA68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EA42B-8565-BB1C-DE14-8214CC088B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3738" y="2012950"/>
            <a:ext cx="4270375" cy="4795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A76420-D065-6ACD-E4A9-72DF24FFEE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6513" y="2012950"/>
            <a:ext cx="4270375" cy="4795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6B7CEA-CE66-242E-3E3F-AB78C0180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9F69-94B2-4F62-9C97-3A66B652706B}" type="datetimeFigureOut">
              <a:rPr lang="en-IL" smtClean="0"/>
              <a:t>10/25/2026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F2929F-A5CF-1ED5-2077-6E53800D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7EFE7E-B108-AA8D-E15A-CBA79D50B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AF50A-0002-413F-82DC-4BA497CE167B}" type="slidenum">
              <a:r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6164154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3C72F-E0ED-2560-6835-BEEBA8565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136891-3A8E-D06A-F9F8-3A0EC58BED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BBF0E5-6A03-614A-B98B-8E03AAA485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1536EA-3193-CA46-2451-DEE652A43F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937318-56A7-FFE7-B666-739DED842C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F592AC-BA6A-D2C5-A838-502DA1B22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9F69-94B2-4F62-9C97-3A66B652706B}" type="datetimeFigureOut">
              <a:rPr lang="en-IL" smtClean="0"/>
              <a:t>10/25/2026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499F4D-99FC-9CBB-69BC-4DE70AF5C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17B8B3-F899-FC53-83E0-4E2401976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4A9F88-B8F4-4424-A1B8-ADE170534F46}" type="slidenum">
              <a:r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3500607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27277-5927-ED52-172A-9F93C8211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39821C-9DF4-3F38-CB60-A5362EE67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9F69-94B2-4F62-9C97-3A66B652706B}" type="datetimeFigureOut">
              <a:rPr lang="en-IL" smtClean="0"/>
              <a:t>10/25/2026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E898FA-ADF1-2B15-F96B-59B381692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81549-BD37-398F-1F6D-BBD055A55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D872D-D878-4E45-9162-05EC7754A775}" type="slidenum">
              <a:r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5002631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907A7D-A6D4-2884-F713-A5B1B030C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9F69-94B2-4F62-9C97-3A66B652706B}" type="datetimeFigureOut">
              <a:rPr lang="en-IL" smtClean="0"/>
              <a:t>10/25/2026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E72238-0472-4B94-EA85-CB1B2FBDD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684C57-CECC-CE72-4EBD-8FF64838B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0E803A-935B-45AE-8485-DE27693E1B0A}" type="slidenum">
              <a:r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6487271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062FB-0C91-6C10-96C6-D295EC73F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5E6A6-5143-9295-171F-6EC8BF44F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4F55B1-2E6B-C4CA-4561-BB313C6106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128641-0A5B-1FB8-408B-879821A70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9F69-94B2-4F62-9C97-3A66B652706B}" type="datetimeFigureOut">
              <a:rPr lang="en-IL" smtClean="0"/>
              <a:t>10/25/2026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20478C-8726-0CA2-A012-23980C2DF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51639-AD66-EFB7-C025-FFB6E062E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34B44-E9C1-475B-95D2-8B67DF6296D1}" type="slidenum">
              <a:r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098655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99B72-E94D-9618-4CC8-D917DF17B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2CC123-4609-AA49-C947-C3DA6F290F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EC07C0-A691-FE53-D90C-C57C92048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80957E-EFB3-DCB6-A575-FBD83B248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9F69-94B2-4F62-9C97-3A66B652706B}" type="datetimeFigureOut">
              <a:rPr lang="en-IL" smtClean="0"/>
              <a:t>10/25/2026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5D59A-1654-D699-C1A7-EC9945DA4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F5F257-95E5-7446-FD26-AE525DF1E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C53731-5AC7-4A9F-B42F-C72DB57634B4}" type="slidenum">
              <a:r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1548445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68342-4272-FDBA-A404-E3F9B96F4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17BD48-B098-F5C8-7258-BC9635CF2F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E06C65-4D84-ECB9-28F5-7ECD06A95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9F69-94B2-4F62-9C97-3A66B652706B}" type="datetimeFigureOut">
              <a:rPr lang="en-IL" smtClean="0"/>
              <a:t>10/25/2026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D0715-F85B-934C-F294-9860FB181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97A2B-D4A2-787F-8292-BA524FFA8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8BD9EA-2371-405E-A744-3768D3F71C9E}" type="slidenum">
              <a:r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3348201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F6005-CDD2-5690-1384-CD5CB87E45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13600" y="403225"/>
            <a:ext cx="2173288" cy="6405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A9D2A8-FEB6-2FC0-B277-E4C0C0FAB2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3738" y="403225"/>
            <a:ext cx="6367462" cy="64055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22BA2-9680-5A0A-DB29-BFCA7F035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59F69-94B2-4F62-9C97-3A66B652706B}" type="datetimeFigureOut">
              <a:rPr lang="en-IL" smtClean="0"/>
              <a:t>10/25/2026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CF810-CFF5-8D4D-DF2E-E8EBF73F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D06DD-1ED9-41FA-9B68-A24F3927F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DEB01A-D4D5-4C24-A741-2D17231AF216}" type="slidenum">
              <a:r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42982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1">
            <a:extLst>
              <a:ext uri="{FF2B5EF4-FFF2-40B4-BE49-F238E27FC236}">
                <a16:creationId xmlns:a16="http://schemas.microsoft.com/office/drawing/2014/main" id="{A66BD7AB-FFA0-7C6E-1C04-537B5E32B5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35279" y="301680"/>
            <a:ext cx="6154200" cy="126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ctr">
            <a:noAutofit/>
          </a:bodyPr>
          <a:lstStyle/>
          <a:p>
            <a:pPr lvl="0"/>
            <a:endParaRPr lang="en-US"/>
          </a:p>
        </p:txBody>
      </p:sp>
      <p:sp>
        <p:nvSpPr>
          <p:cNvPr id="3" name="Shape 22">
            <a:extLst>
              <a:ext uri="{FF2B5EF4-FFF2-40B4-BE49-F238E27FC236}">
                <a16:creationId xmlns:a16="http://schemas.microsoft.com/office/drawing/2014/main" id="{95D91995-C6C7-2DBD-E2F8-03B1F156D8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79640" y="1768320"/>
            <a:ext cx="7773480" cy="4382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hape 23">
            <a:extLst>
              <a:ext uri="{FF2B5EF4-FFF2-40B4-BE49-F238E27FC236}">
                <a16:creationId xmlns:a16="http://schemas.microsoft.com/office/drawing/2014/main" id="{8A1954CF-2722-A809-D949-9811CFF51513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1763640" y="6094439"/>
            <a:ext cx="234612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Shape 24">
            <a:extLst>
              <a:ext uri="{FF2B5EF4-FFF2-40B4-BE49-F238E27FC236}">
                <a16:creationId xmlns:a16="http://schemas.microsoft.com/office/drawing/2014/main" id="{162FA22A-68E1-0612-EBFA-3AA296954B47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203720" y="6707160"/>
            <a:ext cx="319356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hape 25">
            <a:extLst>
              <a:ext uri="{FF2B5EF4-FFF2-40B4-BE49-F238E27FC236}">
                <a16:creationId xmlns:a16="http://schemas.microsoft.com/office/drawing/2014/main" id="{804A06AC-45F8-2A2C-0661-18D34848D47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515360" y="6707160"/>
            <a:ext cx="234612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rtl="0" hangingPunct="0">
        <a:lnSpc>
          <a:spcPct val="100000"/>
        </a:lnSpc>
        <a:buNone/>
        <a:tabLst/>
        <a:defRPr lang="en-US" sz="1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Arial"/>
          <a:cs typeface="Arial"/>
        </a:defRPr>
      </a:lvl1pPr>
    </p:titleStyle>
    <p:bodyStyle>
      <a:lvl1pPr marL="0" marR="0" indent="0" algn="l" rtl="0" hangingPunct="0">
        <a:lnSpc>
          <a:spcPct val="100000"/>
        </a:lnSpc>
        <a:spcBef>
          <a:spcPts val="1417"/>
        </a:spcBef>
        <a:spcAft>
          <a:spcPts val="0"/>
        </a:spcAft>
        <a:tabLst/>
        <a:defRPr lang="en-US" sz="1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cs typeface="Arial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7">
            <a:extLst>
              <a:ext uri="{FF2B5EF4-FFF2-40B4-BE49-F238E27FC236}">
                <a16:creationId xmlns:a16="http://schemas.microsoft.com/office/drawing/2014/main" id="{99AB3E1B-4E95-7706-8A7C-5DAE000A9D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00400" y="457200"/>
            <a:ext cx="6683040" cy="1261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ctr">
            <a:noAutofit/>
          </a:bodyPr>
          <a:lstStyle/>
          <a:p>
            <a:pPr lvl="0"/>
            <a:endParaRPr lang="en-US"/>
          </a:p>
        </p:txBody>
      </p:sp>
      <p:sp>
        <p:nvSpPr>
          <p:cNvPr id="3" name="Shape 28">
            <a:extLst>
              <a:ext uri="{FF2B5EF4-FFF2-40B4-BE49-F238E27FC236}">
                <a16:creationId xmlns:a16="http://schemas.microsoft.com/office/drawing/2014/main" id="{867E1AE5-A4C4-7C33-5BC6-2C285F6C93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79640" y="1924200"/>
            <a:ext cx="7775280" cy="4736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hape 29">
            <a:extLst>
              <a:ext uri="{FF2B5EF4-FFF2-40B4-BE49-F238E27FC236}">
                <a16:creationId xmlns:a16="http://schemas.microsoft.com/office/drawing/2014/main" id="{D21D6888-FF69-60EB-C125-B0E7F9AF8BFD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1763640" y="6094439"/>
            <a:ext cx="234612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Shape 30">
            <a:extLst>
              <a:ext uri="{FF2B5EF4-FFF2-40B4-BE49-F238E27FC236}">
                <a16:creationId xmlns:a16="http://schemas.microsoft.com/office/drawing/2014/main" id="{3E8F4193-BC47-2011-01B6-686CF7BA63B7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203720" y="6707160"/>
            <a:ext cx="319356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hape 31">
            <a:extLst>
              <a:ext uri="{FF2B5EF4-FFF2-40B4-BE49-F238E27FC236}">
                <a16:creationId xmlns:a16="http://schemas.microsoft.com/office/drawing/2014/main" id="{A0962B15-3C60-65C5-2064-9969A32AB20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515360" y="6707160"/>
            <a:ext cx="234612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0" marR="0" lvl="0" indent="0" algn="l" rtl="0" hangingPunct="0">
        <a:lnSpc>
          <a:spcPct val="100000"/>
        </a:lnSpc>
        <a:buNone/>
        <a:tabLst/>
        <a:defRPr lang="en-US" sz="1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Arial"/>
          <a:cs typeface="Arial"/>
        </a:defRPr>
      </a:lvl1pPr>
    </p:titleStyle>
    <p:bodyStyle>
      <a:lvl1pPr marL="0" marR="0" indent="0" algn="l" rtl="0" hangingPunct="0">
        <a:lnSpc>
          <a:spcPct val="100000"/>
        </a:lnSpc>
        <a:spcBef>
          <a:spcPts val="1417"/>
        </a:spcBef>
        <a:spcAft>
          <a:spcPts val="0"/>
        </a:spcAft>
        <a:tabLst/>
        <a:defRPr lang="en-US" sz="1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cs typeface="Arial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3DEC1F-7352-87F8-984F-B43AB83EBD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1A6F75-4A66-5E14-EEF5-94DFA47E06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cs typeface="Nachlieli CLM" pitchFamily="2"/>
        </a:defRPr>
      </a:lvl1pPr>
    </p:titleStyle>
    <p:bodyStyle>
      <a:lvl1pPr rtl="0"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cs typeface="Nachlieli CLM" pitchFamily="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BBD907-04F4-3A52-BBB6-655124101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3150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207C6A-861D-0AFB-C751-B77529BD7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2012950"/>
            <a:ext cx="8693150" cy="4795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D314C-6C2C-48C9-5342-067F7F823B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3738" y="7007225"/>
            <a:ext cx="22669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859F69-94B2-4F62-9C97-3A66B652706B}" type="datetimeFigureOut">
              <a:rPr lang="en-IL" smtClean="0"/>
              <a:t>10/25/2026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A6197-43B5-C025-682C-88FCAC95E6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8513" y="7007225"/>
            <a:ext cx="34036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30789-086F-E808-FE0D-6A9FAEB1C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19938" y="7007225"/>
            <a:ext cx="22669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C9CBC5-81AF-4414-A993-C8444FDE9232}" type="slidenum">
              <a:rPr/>
              <a:t>‹#›</a:t>
            </a:fld>
            <a:endParaRPr lang="en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8.jpe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8.jpe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8.jpeg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8.jpe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smos.com/calculator/9v04iox9hu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6F683-A903-4F28-D708-708000EC548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-91440" y="548640"/>
            <a:ext cx="10172160" cy="7009560"/>
          </a:xfrm>
        </p:spPr>
        <p:txBody>
          <a:bodyPr vert="horz"/>
          <a:lstStyle/>
          <a:p>
            <a:pPr lvl="0"/>
            <a:r>
              <a:rPr lang="he-IL" sz="8000" b="1">
                <a:solidFill>
                  <a:srgbClr val="0000FF"/>
                </a:solidFill>
                <a:latin typeface="Liberation Sans" pitchFamily="34"/>
                <a:cs typeface="Liberation Sans" pitchFamily="34"/>
              </a:rPr>
              <a:t>חלוקה יעילה של משאבים</a:t>
            </a:r>
            <a:br>
              <a:rPr lang="en-US" sz="8000" b="1">
                <a:solidFill>
                  <a:srgbClr val="0000FF"/>
                </a:solidFill>
                <a:latin typeface="Liberation Sans" pitchFamily="34"/>
                <a:cs typeface="Liberation Sans" pitchFamily="34"/>
              </a:rPr>
            </a:br>
            <a:r>
              <a:rPr lang="en-US" sz="8000" b="1">
                <a:solidFill>
                  <a:srgbClr val="0000FF"/>
                </a:solidFill>
                <a:latin typeface="Liberation Sans" pitchFamily="34"/>
                <a:cs typeface="Liberation Sans" pitchFamily="34"/>
              </a:rPr>
              <a:t>Efficient Resource Division</a:t>
            </a:r>
            <a:br>
              <a:rPr lang="en-US" sz="8000" b="1">
                <a:latin typeface="Liberation Sans" pitchFamily="34"/>
                <a:cs typeface="Liberation Sans" pitchFamily="34"/>
              </a:rPr>
            </a:br>
            <a:br>
              <a:rPr lang="en-US" sz="8000" b="1">
                <a:latin typeface="Liberation Sans" pitchFamily="34"/>
                <a:cs typeface="Liberation Sans" pitchFamily="34"/>
              </a:rPr>
            </a:br>
            <a:r>
              <a:rPr lang="he-IL" sz="4000" b="1">
                <a:latin typeface="Liberation Sans" pitchFamily="34"/>
                <a:cs typeface="Liberation Sans" pitchFamily="34"/>
              </a:rPr>
              <a:t>אראל סגל-הלוי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3578C74-5BD1-AED4-A396-2D9EA52E41E4}"/>
              </a:ext>
            </a:extLst>
          </p:cNvPr>
          <p:cNvSpPr/>
          <p:nvPr/>
        </p:nvSpPr>
        <p:spPr>
          <a:xfrm>
            <a:off x="1440" y="0"/>
            <a:ext cx="10079280" cy="745846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algn="ctr" rtl="1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Guttman Stam" pitchFamily="18"/>
                <a:ea typeface="Guttman Stam" pitchFamily="2"/>
                <a:cs typeface="Guttman Stam" pitchFamily="2"/>
              </a:rPr>
              <a:t>"וּנְחַלְתֶּם אוֹתָהּ אִישׁ כְּאָחִיו"</a:t>
            </a:r>
            <a:r>
              <a:rPr lang="he-IL" sz="1200" b="0" i="0" u="none" strike="noStrike" kern="1200" cap="none">
                <a:ln>
                  <a:noFill/>
                </a:ln>
                <a:latin typeface="Guttman Stam" pitchFamily="18"/>
                <a:ea typeface="Guttman Stam" pitchFamily="2"/>
                <a:cs typeface="Guttman Stam" pitchFamily="2"/>
              </a:rPr>
              <a:t> (יחזקאל </a:t>
            </a:r>
            <a:r>
              <a:rPr lang="he-IL" sz="1200" b="0" i="0" u="none" strike="noStrike" kern="1200" cap="none" err="1">
                <a:ln>
                  <a:noFill/>
                </a:ln>
                <a:latin typeface="Guttman Stam" pitchFamily="18"/>
                <a:ea typeface="Guttman Stam" pitchFamily="2"/>
                <a:cs typeface="Guttman Stam" pitchFamily="2"/>
              </a:rPr>
              <a:t>מז</a:t>
            </a:r>
            <a:r>
              <a:rPr lang="he-IL" sz="1200" b="0" i="0" u="none" strike="noStrike" kern="1200" cap="none">
                <a:ln>
                  <a:noFill/>
                </a:ln>
                <a:latin typeface="Guttman Stam" pitchFamily="18"/>
                <a:ea typeface="Guttman Stam" pitchFamily="2"/>
                <a:cs typeface="Guttman Stam" pitchFamily="2"/>
              </a:rPr>
              <a:t> 14)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33FB0-A7FB-8514-FC89-35BFDDFB896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7399" y="91440"/>
            <a:ext cx="9072360" cy="800640"/>
          </a:xfrm>
        </p:spPr>
        <p:txBody>
          <a:bodyPr vert="horz"/>
          <a:lstStyle/>
          <a:p>
            <a:pPr lvl="0" rtl="1" hangingPunct="1"/>
            <a:r>
              <a:rPr lang="he-IL" sz="6000">
                <a:cs typeface="David" pitchFamily="34"/>
              </a:rPr>
              <a:t>חלוקת משאבים הומוגניים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315E74-0FBC-347D-69C7-888D9B3796C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93600" y="3168360"/>
            <a:ext cx="2466720" cy="1952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F32E079-5524-4085-5CAB-737005E040E7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 rot="16192800">
            <a:off x="3038708" y="2855152"/>
            <a:ext cx="1938239" cy="2587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5DB1B1-AEB6-CF0F-ADAC-022E8BDEA0A8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182880" y="916559"/>
            <a:ext cx="2105280" cy="1826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918A33-161E-2DAF-E8A2-4A2F1B7F8BAD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5577480" y="3291839"/>
            <a:ext cx="210348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6D4B04-8D90-7257-B182-D216ABA8F093}"/>
              </a:ext>
            </a:extLst>
          </p:cNvPr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 b="-2807"/>
          <a:stretch>
            <a:fillRect/>
          </a:stretch>
        </p:blipFill>
        <p:spPr>
          <a:xfrm>
            <a:off x="5376960" y="892079"/>
            <a:ext cx="2212560" cy="1851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493C8E-F7AA-42F4-38EA-BDAFE8DF471D}"/>
              </a:ext>
            </a:extLst>
          </p:cNvPr>
          <p:cNvPicPr>
            <a:picLocks noChangeAspect="1"/>
          </p:cNvPicPr>
          <p:nvPr/>
        </p:nvPicPr>
        <p:blipFill>
          <a:blip r:embed="rId8">
            <a:lum/>
            <a:alphaModFix/>
          </a:blip>
          <a:srcRect/>
          <a:stretch>
            <a:fillRect/>
          </a:stretch>
        </p:blipFill>
        <p:spPr>
          <a:xfrm>
            <a:off x="2926079" y="5276520"/>
            <a:ext cx="4206240" cy="2283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145340-178A-5F14-8B42-2B22FFAFF1F3}"/>
              </a:ext>
            </a:extLst>
          </p:cNvPr>
          <p:cNvPicPr>
            <a:picLocks noChangeAspect="1"/>
          </p:cNvPicPr>
          <p:nvPr/>
        </p:nvPicPr>
        <p:blipFill>
          <a:blip r:embed="rId9">
            <a:lum/>
            <a:alphaModFix/>
          </a:blip>
          <a:srcRect/>
          <a:stretch>
            <a:fillRect/>
          </a:stretch>
        </p:blipFill>
        <p:spPr>
          <a:xfrm>
            <a:off x="2452680" y="1097280"/>
            <a:ext cx="2759399" cy="155447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A03CF8F8-E929-5D7D-3265-EB67E6616399}"/>
              </a:ext>
            </a:extLst>
          </p:cNvPr>
          <p:cNvSpPr/>
          <p:nvPr/>
        </p:nvSpPr>
        <p:spPr>
          <a:xfrm>
            <a:off x="-91440" y="2926079"/>
            <a:ext cx="10424160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D4401F62-F52D-B43A-DF37-57DFCC48EA58}"/>
              </a:ext>
            </a:extLst>
          </p:cNvPr>
          <p:cNvSpPr/>
          <p:nvPr/>
        </p:nvSpPr>
        <p:spPr>
          <a:xfrm>
            <a:off x="-182880" y="5212080"/>
            <a:ext cx="10515600" cy="0"/>
          </a:xfrm>
          <a:prstGeom prst="line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71F5BB-D459-D288-4DC3-F5AAD5B6ADD6}"/>
              </a:ext>
            </a:extLst>
          </p:cNvPr>
          <p:cNvSpPr txBox="1"/>
          <p:nvPr/>
        </p:nvSpPr>
        <p:spPr>
          <a:xfrm>
            <a:off x="8486503" y="1514699"/>
            <a:ext cx="1645920" cy="5367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סחורות: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8D16EF-1377-DD84-7F27-AC9E9A03E04E}"/>
              </a:ext>
            </a:extLst>
          </p:cNvPr>
          <p:cNvSpPr txBox="1"/>
          <p:nvPr/>
        </p:nvSpPr>
        <p:spPr>
          <a:xfrm>
            <a:off x="8486503" y="3577500"/>
            <a:ext cx="1645920" cy="9831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משאבי מחשוב: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CC9949-6108-2CF4-55E8-5A8A1B27FE47}"/>
              </a:ext>
            </a:extLst>
          </p:cNvPr>
          <p:cNvSpPr txBox="1"/>
          <p:nvPr/>
        </p:nvSpPr>
        <p:spPr>
          <a:xfrm>
            <a:off x="8486503" y="6149700"/>
            <a:ext cx="1645920" cy="5367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מניות: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397D5-1112-5DF8-A1ED-DD270BE01C0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7399" y="91440"/>
            <a:ext cx="9072360" cy="800640"/>
          </a:xfrm>
        </p:spPr>
        <p:txBody>
          <a:bodyPr vert="horz"/>
          <a:lstStyle/>
          <a:p>
            <a:pPr lvl="0" rtl="1" hangingPunct="1"/>
            <a:r>
              <a:rPr lang="he-IL" sz="6000">
                <a:cs typeface="David" pitchFamily="34"/>
              </a:rPr>
              <a:t>חלוקה הוגנת - קל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FD0A85-CA92-C34B-A47B-B249975483D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170720" y="3039839"/>
            <a:ext cx="2105280" cy="1826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11D4CB2-33C1-3696-1382-24A36017DCEF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 b="-1773"/>
          <a:stretch>
            <a:fillRect/>
          </a:stretch>
        </p:blipFill>
        <p:spPr>
          <a:xfrm>
            <a:off x="6291360" y="3017520"/>
            <a:ext cx="2212560" cy="21942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BEDD2DF-D626-DD21-250D-3B787A07F048}"/>
              </a:ext>
            </a:extLst>
          </p:cNvPr>
          <p:cNvSpPr/>
          <p:nvPr/>
        </p:nvSpPr>
        <p:spPr>
          <a:xfrm>
            <a:off x="2286000" y="2011680"/>
            <a:ext cx="0" cy="39315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h="10922" fill="none">
                <a:moveTo>
                  <a:pt x="0" y="0"/>
                </a:moveTo>
                <a:lnTo>
                  <a:pt x="0" y="10922"/>
                </a:lnTo>
              </a:path>
            </a:pathLst>
          </a:custGeom>
          <a:noFill/>
          <a:ln w="91440">
            <a:solidFill>
              <a:srgbClr val="000000"/>
            </a:solidFill>
            <a:prstDash val="solid"/>
          </a:ln>
        </p:spPr>
        <p:txBody>
          <a:bodyPr vert="horz" wrap="none" lIns="135720" tIns="90720" rIns="135720" bIns="9072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A33E6A4-36EC-CE6C-FB13-89E94E6D2CCC}"/>
              </a:ext>
            </a:extLst>
          </p:cNvPr>
          <p:cNvSpPr/>
          <p:nvPr/>
        </p:nvSpPr>
        <p:spPr>
          <a:xfrm>
            <a:off x="7406640" y="2011680"/>
            <a:ext cx="0" cy="39315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h="10922" fill="none">
                <a:moveTo>
                  <a:pt x="0" y="0"/>
                </a:moveTo>
                <a:lnTo>
                  <a:pt x="0" y="10922"/>
                </a:lnTo>
              </a:path>
            </a:pathLst>
          </a:custGeom>
          <a:noFill/>
          <a:ln w="91440">
            <a:solidFill>
              <a:srgbClr val="000000"/>
            </a:solidFill>
            <a:prstDash val="solid"/>
          </a:ln>
        </p:spPr>
        <p:txBody>
          <a:bodyPr vert="horz" wrap="none" lIns="135720" tIns="90720" rIns="135720" bIns="9072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50EABC-A45A-7744-D167-3AB6452A28B2}"/>
              </a:ext>
            </a:extLst>
          </p:cNvPr>
          <p:cNvSpPr txBox="1"/>
          <p:nvPr/>
        </p:nvSpPr>
        <p:spPr>
          <a:xfrm>
            <a:off x="2286000" y="6359040"/>
            <a:ext cx="5943600" cy="657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ct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...אבל לא יעיל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22A9D6-F68D-4F89-675E-E5D2EEF8FFF2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3383280" y="3108959"/>
            <a:ext cx="2759399" cy="155447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BD0DA98-C2A1-F5AE-8989-19B1AF91AABE}"/>
              </a:ext>
            </a:extLst>
          </p:cNvPr>
          <p:cNvSpPr/>
          <p:nvPr/>
        </p:nvSpPr>
        <p:spPr>
          <a:xfrm>
            <a:off x="4754879" y="2011680"/>
            <a:ext cx="0" cy="39315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h="10922" fill="none">
                <a:moveTo>
                  <a:pt x="0" y="0"/>
                </a:moveTo>
                <a:lnTo>
                  <a:pt x="0" y="10922"/>
                </a:lnTo>
              </a:path>
            </a:pathLst>
          </a:custGeom>
          <a:noFill/>
          <a:ln w="91440">
            <a:solidFill>
              <a:srgbClr val="000000"/>
            </a:solidFill>
            <a:prstDash val="solid"/>
          </a:ln>
        </p:spPr>
        <p:txBody>
          <a:bodyPr vert="horz" wrap="none" lIns="135720" tIns="90720" rIns="135720" bIns="9072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E31A0-8E7F-6CF1-D8C0-DBB786A3409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7200" y="274320"/>
            <a:ext cx="9072360" cy="800640"/>
          </a:xfrm>
        </p:spPr>
        <p:txBody>
          <a:bodyPr vert="horz"/>
          <a:lstStyle/>
          <a:p>
            <a:pPr lvl="0" rtl="1" hangingPunct="1"/>
            <a:r>
              <a:rPr lang="he-IL" sz="6000">
                <a:cs typeface="David" pitchFamily="34"/>
              </a:rPr>
              <a:t>מהי יעילות כלכלית?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51A535F-3A98-B0BC-0952-A0104F2A85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1054439"/>
              </p:ext>
            </p:extLst>
          </p:nvPr>
        </p:nvGraphicFramePr>
        <p:xfrm>
          <a:off x="729359" y="3386520"/>
          <a:ext cx="8593918" cy="2841479"/>
        </p:xfrm>
        <a:graphic>
          <a:graphicData uri="http://schemas.openxmlformats.org/drawingml/2006/table">
            <a:tbl>
              <a:tblPr rtl="1" firstRow="1" bandRow="1">
                <a:tableStyleId>{2D59DEB3-8A58-491B-8F6F-A5DE6CE5EE57}</a:tableStyleId>
              </a:tblPr>
              <a:tblGrid>
                <a:gridCol w="4758120">
                  <a:extLst>
                    <a:ext uri="{9D8B030D-6E8A-4147-A177-3AD203B41FA5}">
                      <a16:colId xmlns:a16="http://schemas.microsoft.com/office/drawing/2014/main" val="1745423023"/>
                    </a:ext>
                  </a:extLst>
                </a:gridCol>
                <a:gridCol w="771120">
                  <a:extLst>
                    <a:ext uri="{9D8B030D-6E8A-4147-A177-3AD203B41FA5}">
                      <a16:colId xmlns:a16="http://schemas.microsoft.com/office/drawing/2014/main" val="685523179"/>
                    </a:ext>
                  </a:extLst>
                </a:gridCol>
                <a:gridCol w="680400">
                  <a:extLst>
                    <a:ext uri="{9D8B030D-6E8A-4147-A177-3AD203B41FA5}">
                      <a16:colId xmlns:a16="http://schemas.microsoft.com/office/drawing/2014/main" val="2636350200"/>
                    </a:ext>
                  </a:extLst>
                </a:gridCol>
                <a:gridCol w="725759">
                  <a:extLst>
                    <a:ext uri="{9D8B030D-6E8A-4147-A177-3AD203B41FA5}">
                      <a16:colId xmlns:a16="http://schemas.microsoft.com/office/drawing/2014/main" val="782734802"/>
                    </a:ext>
                  </a:extLst>
                </a:gridCol>
                <a:gridCol w="921960">
                  <a:extLst>
                    <a:ext uri="{9D8B030D-6E8A-4147-A177-3AD203B41FA5}">
                      <a16:colId xmlns:a16="http://schemas.microsoft.com/office/drawing/2014/main" val="253600602"/>
                    </a:ext>
                  </a:extLst>
                </a:gridCol>
                <a:gridCol w="736559">
                  <a:extLst>
                    <a:ext uri="{9D8B030D-6E8A-4147-A177-3AD203B41FA5}">
                      <a16:colId xmlns:a16="http://schemas.microsoft.com/office/drawing/2014/main" val="3116695014"/>
                    </a:ext>
                  </a:extLst>
                </a:gridCol>
              </a:tblGrid>
              <a:tr h="921239"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מסעדה</a:t>
                      </a: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  <a:ea typeface="DejaVu Sans" pitchFamily="2"/>
                          <a:cs typeface="Liberation Sans" pitchFamily="34"/>
                        </a:defRPr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DejaVu Sans" pitchFamily="2"/>
                          <a:cs typeface="Liberation Sans" pitchFamily="34"/>
                        </a:rPr>
                        <a:t>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  <a:ea typeface="DejaVu Sans" pitchFamily="2"/>
                          <a:cs typeface="Liberation Sans" pitchFamily="34"/>
                        </a:defRPr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DejaVu Sans" pitchFamily="2"/>
                          <a:cs typeface="Liberation Sans" pitchFamily="34"/>
                        </a:rPr>
                        <a:t>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  <a:ea typeface="DejaVu Sans" pitchFamily="2"/>
                          <a:cs typeface="Liberation Sans" pitchFamily="34"/>
                        </a:defRPr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DejaVu Sans" pitchFamily="2"/>
                          <a:cs typeface="Liberation Sans" pitchFamily="34"/>
                        </a:rPr>
                        <a:t>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  <a:ea typeface="DejaVu Sans" pitchFamily="2"/>
                          <a:cs typeface="Liberation Sans" pitchFamily="34"/>
                        </a:defRPr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DejaVu Sans" pitchFamily="2"/>
                          <a:cs typeface="Liberation Sans" pitchFamily="34"/>
                        </a:rPr>
                        <a:t>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791311"/>
                  </a:ext>
                </a:extLst>
              </a:tr>
              <a:tr h="637920"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  <a:ea typeface="DejaVu Sans" pitchFamily="2"/>
                          <a:cs typeface="Liberation Sans" pitchFamily="34"/>
                        </a:defRPr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DejaVu Sans" pitchFamily="2"/>
                          <a:cs typeface="Liberation Sans" pitchFamily="34"/>
                        </a:rPr>
                        <a:t>אבי</a:t>
                      </a: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DejaVu Sans" pitchFamily="2"/>
                          <a:cs typeface="Liberation Sans" pitchFamily="34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9225284"/>
                  </a:ext>
                </a:extLst>
              </a:tr>
              <a:tr h="626040"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בתיה</a:t>
                      </a: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9458079"/>
                  </a:ext>
                </a:extLst>
              </a:tr>
              <a:tr h="626040"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רמי</a:t>
                      </a: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770560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5319CAD-F2D9-6EA5-08E9-AB25BC8E1235}"/>
              </a:ext>
            </a:extLst>
          </p:cNvPr>
          <p:cNvSpPr txBox="1"/>
          <p:nvPr/>
        </p:nvSpPr>
        <p:spPr>
          <a:xfrm>
            <a:off x="457200" y="1074960"/>
            <a:ext cx="8961120" cy="221453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נסביר ע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"י דוגמה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שלושה אחים רוצים ללכת יחד למסעדה ומתלבטים באיזו מסעדה לבחור.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כל אח מדרג את המסעדות מהכי גרועה בעיניו (1)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להכי טובה בעיניו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(5):</a:t>
            </a:r>
            <a:endParaRPr lang="en-US" sz="3600" b="0" i="0" u="none" strike="noStrike" kern="1200" cap="none">
              <a:ln>
                <a:noFill/>
              </a:ln>
              <a:solidFill>
                <a:srgbClr val="0099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78EBEA-A8C8-2294-3B71-727F7B5EC4ED}"/>
              </a:ext>
            </a:extLst>
          </p:cNvPr>
          <p:cNvSpPr txBox="1"/>
          <p:nvPr/>
        </p:nvSpPr>
        <p:spPr>
          <a:xfrm>
            <a:off x="1534705" y="6309360"/>
            <a:ext cx="7792175" cy="1152708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66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איזו בחירה – מבין החמש – היא לא יעילה?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>
                <a:ln>
                  <a:noFill/>
                </a:ln>
                <a:solidFill>
                  <a:srgbClr val="CC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--- </a:t>
            </a:r>
            <a:r>
              <a:rPr lang="he-IL" sz="3600" b="1" i="0" u="none" strike="noStrike" kern="1200" cap="none">
                <a:ln>
                  <a:noFill/>
                </a:ln>
                <a:solidFill>
                  <a:srgbClr val="CC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CC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! </a:t>
            </a:r>
            <a:r>
              <a:rPr lang="en-US" sz="3600" b="0" i="0" u="none" strike="noStrike" kern="1200" cap="none" err="1">
                <a:ln>
                  <a:noFill/>
                </a:ln>
                <a:solidFill>
                  <a:srgbClr val="CC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כי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CC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solidFill>
                  <a:srgbClr val="CC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בעיני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CC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solidFill>
                  <a:srgbClr val="CC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כולם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CC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 err="1">
                <a:ln>
                  <a:noFill/>
                </a:ln>
                <a:solidFill>
                  <a:srgbClr val="CC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היא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CC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solidFill>
                  <a:srgbClr val="CC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פחות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CC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טובה מ-ג.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D57F9-CEB0-6136-F381-93808295BC1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7200" y="274320"/>
            <a:ext cx="9072360" cy="800640"/>
          </a:xfrm>
        </p:spPr>
        <p:txBody>
          <a:bodyPr vert="horz"/>
          <a:lstStyle/>
          <a:p>
            <a:pPr lvl="0" rtl="1" hangingPunct="1"/>
            <a:r>
              <a:rPr lang="he-IL" sz="6000">
                <a:cs typeface="David" pitchFamily="34"/>
              </a:rPr>
              <a:t>יעילות כלכלית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658DF4-4516-B45B-9A72-E3877EBD5BDF}"/>
              </a:ext>
            </a:extLst>
          </p:cNvPr>
          <p:cNvSpPr txBox="1"/>
          <p:nvPr/>
        </p:nvSpPr>
        <p:spPr>
          <a:xfrm>
            <a:off x="327804" y="1226880"/>
            <a:ext cx="9752916" cy="486911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הגדרות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מצב א נקרא </a:t>
            </a:r>
            <a:r>
              <a:rPr lang="he-IL" sz="3600" b="1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שיפור פארטו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(Pareto improvement)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של מצב ב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אם הוא </a:t>
            </a:r>
            <a:r>
              <a:rPr lang="he-IL" sz="36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טוב יותר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לחלק מהמשתתפים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וטוב </a:t>
            </a:r>
            <a:r>
              <a:rPr lang="he-IL" sz="3600" b="0" i="1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לפחות באותה מידה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לכולם.</a:t>
            </a:r>
          </a:p>
          <a:p>
            <a:pPr marL="0" marR="0" lvl="1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בעברית: "</a:t>
            </a:r>
            <a:r>
              <a:rPr lang="he-IL" sz="3600" b="1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זה נהנה וזה לא חסר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".</a:t>
            </a:r>
            <a:endParaRPr lang="en-US" sz="3600" b="0" i="0" u="none" strike="noStrike" kern="1200" cap="none">
              <a:ln>
                <a:noFill/>
              </a:ln>
              <a:solidFill>
                <a:srgbClr val="0000FF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מצב נקרא </a:t>
            </a:r>
            <a:r>
              <a:rPr lang="he-IL" sz="3600" b="1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יעיל פארטו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(Pareto efficient)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אם לא קיים מצב אחר שהוא שיפור-פארטו שלו.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יעילות פארטו – תנאי הכרחי לבחירה שהיא "נכונה" מנקודת-מבט כלכלית.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1223A-39AC-75EF-30BD-0F9C8D85FF5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7399" y="91440"/>
            <a:ext cx="9072360" cy="800640"/>
          </a:xfrm>
        </p:spPr>
        <p:txBody>
          <a:bodyPr vert="horz"/>
          <a:lstStyle/>
          <a:p>
            <a:pPr lvl="0" rtl="1" hangingPunct="1"/>
            <a:r>
              <a:rPr lang="he-IL" sz="6000">
                <a:cs typeface="David" pitchFamily="34"/>
              </a:rPr>
              <a:t>חלוקה לא יעילה (כנראה)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053E69-F0B0-3700-F2B1-68255393CAD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170720" y="3039839"/>
            <a:ext cx="2105280" cy="1826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C531A5C-4132-8CB9-CEB3-F07AB41C5BB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 b="-1773"/>
          <a:stretch>
            <a:fillRect/>
          </a:stretch>
        </p:blipFill>
        <p:spPr>
          <a:xfrm>
            <a:off x="6291360" y="3017520"/>
            <a:ext cx="2212560" cy="21942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0A8A4A6-7802-5EF8-C625-9AE4B2E2EEDF}"/>
              </a:ext>
            </a:extLst>
          </p:cNvPr>
          <p:cNvSpPr/>
          <p:nvPr/>
        </p:nvSpPr>
        <p:spPr>
          <a:xfrm>
            <a:off x="2286000" y="2011680"/>
            <a:ext cx="0" cy="39315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h="10922" fill="none">
                <a:moveTo>
                  <a:pt x="0" y="0"/>
                </a:moveTo>
                <a:lnTo>
                  <a:pt x="0" y="10922"/>
                </a:lnTo>
              </a:path>
            </a:pathLst>
          </a:custGeom>
          <a:noFill/>
          <a:ln w="91440">
            <a:solidFill>
              <a:srgbClr val="000000"/>
            </a:solidFill>
            <a:prstDash val="solid"/>
          </a:ln>
        </p:spPr>
        <p:txBody>
          <a:bodyPr vert="horz" wrap="none" lIns="135720" tIns="90720" rIns="135720" bIns="9072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5C77E9B-DC09-3514-6D07-55D25BEEB170}"/>
              </a:ext>
            </a:extLst>
          </p:cNvPr>
          <p:cNvSpPr/>
          <p:nvPr/>
        </p:nvSpPr>
        <p:spPr>
          <a:xfrm>
            <a:off x="7406640" y="2011680"/>
            <a:ext cx="0" cy="39315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h="10922" fill="none">
                <a:moveTo>
                  <a:pt x="0" y="0"/>
                </a:moveTo>
                <a:lnTo>
                  <a:pt x="0" y="10922"/>
                </a:lnTo>
              </a:path>
            </a:pathLst>
          </a:custGeom>
          <a:noFill/>
          <a:ln w="91440">
            <a:solidFill>
              <a:srgbClr val="000000"/>
            </a:solidFill>
            <a:prstDash val="solid"/>
          </a:ln>
        </p:spPr>
        <p:txBody>
          <a:bodyPr vert="horz" wrap="none" lIns="135720" tIns="90720" rIns="135720" bIns="9072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6517A6-91C6-3AC1-10C9-070F60025E83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3383280" y="3108959"/>
            <a:ext cx="2759399" cy="155447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8760FCD-8114-42A7-0C02-2D081C83A9BE}"/>
              </a:ext>
            </a:extLst>
          </p:cNvPr>
          <p:cNvSpPr/>
          <p:nvPr/>
        </p:nvSpPr>
        <p:spPr>
          <a:xfrm>
            <a:off x="4754879" y="2011680"/>
            <a:ext cx="0" cy="39315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h="10922" fill="none">
                <a:moveTo>
                  <a:pt x="0" y="0"/>
                </a:moveTo>
                <a:lnTo>
                  <a:pt x="0" y="10922"/>
                </a:lnTo>
              </a:path>
            </a:pathLst>
          </a:custGeom>
          <a:noFill/>
          <a:ln w="91440">
            <a:solidFill>
              <a:srgbClr val="000000"/>
            </a:solidFill>
            <a:prstDash val="solid"/>
          </a:ln>
        </p:spPr>
        <p:txBody>
          <a:bodyPr vert="horz" wrap="none" lIns="135720" tIns="90720" rIns="135720" bIns="9072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87C18-37B8-2D11-34B1-D8F0F7FD853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7399" y="91440"/>
            <a:ext cx="9072360" cy="800640"/>
          </a:xfrm>
        </p:spPr>
        <p:txBody>
          <a:bodyPr vert="horz"/>
          <a:lstStyle/>
          <a:p>
            <a:pPr lvl="0" rtl="1" hangingPunct="1"/>
            <a:r>
              <a:rPr lang="he-IL" sz="6000">
                <a:cs typeface="David" pitchFamily="34"/>
              </a:rPr>
              <a:t>חלוקה יעילה פארטו - קל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2D3A97-649A-5A04-9EFD-438FE468791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170720" y="3039839"/>
            <a:ext cx="2105280" cy="1826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1B0DE4A-E57D-E5EB-1B19-5B62BDADE97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 b="-6008"/>
          <a:stretch>
            <a:fillRect/>
          </a:stretch>
        </p:blipFill>
        <p:spPr>
          <a:xfrm>
            <a:off x="6291360" y="3017520"/>
            <a:ext cx="2212560" cy="228564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868214-2933-A143-AA16-7F2A03415A1F}"/>
              </a:ext>
            </a:extLst>
          </p:cNvPr>
          <p:cNvSpPr txBox="1"/>
          <p:nvPr/>
        </p:nvSpPr>
        <p:spPr>
          <a:xfrm>
            <a:off x="2286000" y="6359040"/>
            <a:ext cx="5943600" cy="657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ct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...אבל לא הוגן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5E6843E-AA6C-2460-8335-CAB79EB12881}"/>
              </a:ext>
            </a:extLst>
          </p:cNvPr>
          <p:cNvSpPr/>
          <p:nvPr/>
        </p:nvSpPr>
        <p:spPr>
          <a:xfrm>
            <a:off x="9326880" y="1554479"/>
            <a:ext cx="0" cy="51202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h="14224" fill="none">
                <a:moveTo>
                  <a:pt x="0" y="0"/>
                </a:moveTo>
                <a:lnTo>
                  <a:pt x="0" y="14224"/>
                </a:lnTo>
              </a:path>
            </a:pathLst>
          </a:custGeom>
          <a:noFill/>
          <a:ln w="91440">
            <a:solidFill>
              <a:srgbClr val="000000"/>
            </a:solidFill>
            <a:prstDash val="solid"/>
          </a:ln>
        </p:spPr>
        <p:txBody>
          <a:bodyPr vert="horz" wrap="none" lIns="135720" tIns="90720" rIns="135720" bIns="9072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7D8945-F415-05B7-AAF0-CB1C318276C3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7863840" y="5577840"/>
            <a:ext cx="2103120" cy="2001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4E6105-F629-478E-7440-341898E8BB79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3383640" y="3108959"/>
            <a:ext cx="2759399" cy="1554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B7822-2019-2AEE-1B23-153616B5E7F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37399" y="91440"/>
            <a:ext cx="9072360" cy="800640"/>
          </a:xfrm>
        </p:spPr>
        <p:txBody>
          <a:bodyPr vert="horz"/>
          <a:lstStyle/>
          <a:p>
            <a:pPr lvl="0" rtl="1" hangingPunct="1"/>
            <a:r>
              <a:rPr lang="he-IL" sz="6000">
                <a:cs typeface="David" pitchFamily="34"/>
              </a:rPr>
              <a:t>האתגר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80D170-AA8D-0BE3-F8B0-E1CD4F79D04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170720" y="3039839"/>
            <a:ext cx="2105280" cy="1826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5A21E2-32A3-F488-AD28-96AC69D00FB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 b="-6008"/>
          <a:stretch>
            <a:fillRect/>
          </a:stretch>
        </p:blipFill>
        <p:spPr>
          <a:xfrm>
            <a:off x="6291360" y="3017520"/>
            <a:ext cx="2212560" cy="2285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B173A5-054D-43E7-4DF9-B508BE71D176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3383640" y="3108959"/>
            <a:ext cx="2759399" cy="155447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01A09B-0394-790D-6915-C5114E2CB5A8}"/>
              </a:ext>
            </a:extLst>
          </p:cNvPr>
          <p:cNvSpPr txBox="1"/>
          <p:nvPr/>
        </p:nvSpPr>
        <p:spPr>
          <a:xfrm>
            <a:off x="2422126" y="1371599"/>
            <a:ext cx="5488467" cy="127056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ct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468A1A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האם תמיד קיימת חלוקה</a:t>
            </a:r>
          </a:p>
          <a:p>
            <a:pPr marL="0" marR="0" lvl="0" indent="0" algn="ct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468A1A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שהיא גם הוגנת וגם יעילה?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2AC1E-2613-3CE1-47A5-976E70068D8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2880" y="42840"/>
            <a:ext cx="9966960" cy="96372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rtl="1" hangingPunct="1"/>
            <a:r>
              <a:rPr lang="he-IL" sz="6000">
                <a:cs typeface="David" pitchFamily="34"/>
              </a:rPr>
              <a:t>האם "חתוך ובחר" יעיל פארטו?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390FE4-73D3-BF3C-2086-03833BA75A9D}"/>
              </a:ext>
            </a:extLst>
          </p:cNvPr>
          <p:cNvSpPr txBox="1"/>
          <p:nvPr/>
        </p:nvSpPr>
        <p:spPr>
          <a:xfrm>
            <a:off x="2967814" y="1188719"/>
            <a:ext cx="6816266" cy="2214537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אלגוריתם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נשים את המשאבים על קו ישר.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נחלק את הקו כמו שמחלקים עוגה.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tabLst/>
            </a:pPr>
            <a:endParaRPr lang="he-IL" sz="3600">
              <a:solidFill>
                <a:srgbClr val="0000CC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D14A62E-B3E5-CC20-DE14-700014CDA2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8920663"/>
              </p:ext>
            </p:extLst>
          </p:nvPr>
        </p:nvGraphicFramePr>
        <p:xfrm>
          <a:off x="685800" y="3603240"/>
          <a:ext cx="8866414" cy="3291840"/>
        </p:xfrm>
        <a:graphic>
          <a:graphicData uri="http://schemas.openxmlformats.org/drawingml/2006/table">
            <a:tbl>
              <a:tblPr firstRow="1" bandRow="1">
                <a:tableStyleId>{23491858-C0AF-4D33-B05B-DAE2F88B037C}</a:tableStyleId>
              </a:tblPr>
              <a:tblGrid>
                <a:gridCol w="2234275">
                  <a:extLst>
                    <a:ext uri="{9D8B030D-6E8A-4147-A177-3AD203B41FA5}">
                      <a16:colId xmlns:a16="http://schemas.microsoft.com/office/drawing/2014/main" val="1949113889"/>
                    </a:ext>
                  </a:extLst>
                </a:gridCol>
                <a:gridCol w="2234275">
                  <a:extLst>
                    <a:ext uri="{9D8B030D-6E8A-4147-A177-3AD203B41FA5}">
                      <a16:colId xmlns:a16="http://schemas.microsoft.com/office/drawing/2014/main" val="1979487187"/>
                    </a:ext>
                  </a:extLst>
                </a:gridCol>
                <a:gridCol w="2234275">
                  <a:extLst>
                    <a:ext uri="{9D8B030D-6E8A-4147-A177-3AD203B41FA5}">
                      <a16:colId xmlns:a16="http://schemas.microsoft.com/office/drawing/2014/main" val="785308212"/>
                    </a:ext>
                  </a:extLst>
                </a:gridCol>
                <a:gridCol w="2163589">
                  <a:extLst>
                    <a:ext uri="{9D8B030D-6E8A-4147-A177-3AD203B41FA5}">
                      <a16:colId xmlns:a16="http://schemas.microsoft.com/office/drawing/2014/main" val="1786694794"/>
                    </a:ext>
                  </a:extLst>
                </a:gridCol>
              </a:tblGrid>
              <a:tr h="903446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 טון עצים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 טון נפט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 טון פלדה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המשאב:</a:t>
                      </a:r>
                    </a:p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800" b="0" i="0" u="none" strike="noStrike" kern="1200" cap="none">
                        <a:ln>
                          <a:noFill/>
                        </a:ln>
                        <a:latin typeface="Liberation Sans" pitchFamily="18"/>
                        <a:cs typeface="Nachlieli CLM" pitchFamily="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2538695"/>
                  </a:ext>
                </a:extLst>
              </a:tr>
              <a:tr h="900385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0"/>
                      </a:pP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 ₪ </a:t>
                      </a: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1800" b="0"/>
                      </a:pP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 ₪ </a:t>
                      </a: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 ₪ </a:t>
                      </a:r>
                      <a:endParaRPr lang="en-US" sz="3600" b="0" i="0" u="none" strike="noStrike" kern="1200" cap="none">
                        <a:ln>
                          <a:noFill/>
                        </a:ln>
                        <a:latin typeface="Liberation Sans" pitchFamily="18"/>
                        <a:ea typeface="Noto Sans CJK SC Regular" pitchFamily="2"/>
                        <a:cs typeface="Nachlieli CLM" pitchFamily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הערך של אבי: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966540"/>
                  </a:ext>
                </a:extLst>
              </a:tr>
              <a:tr h="99255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0"/>
                      </a:pP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 ₪ </a:t>
                      </a: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 ₪ </a:t>
                      </a: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0"/>
                      </a:pP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 ₪ </a:t>
                      </a: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הערך של בתיה: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21138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A247D-C120-9B51-A847-6979312402B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2880" y="42840"/>
            <a:ext cx="9966960" cy="96372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rtl="1" hangingPunct="1"/>
            <a:r>
              <a:rPr lang="he-IL" sz="6000">
                <a:cs typeface="David" pitchFamily="34"/>
              </a:rPr>
              <a:t>האם "חתוך ובחר" יעיל פארטו?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A80BCD-38CE-2156-B52E-9A62FE46AFBD}"/>
              </a:ext>
            </a:extLst>
          </p:cNvPr>
          <p:cNvSpPr txBox="1"/>
          <p:nvPr/>
        </p:nvSpPr>
        <p:spPr>
          <a:xfrm>
            <a:off x="1019357" y="1036415"/>
            <a:ext cx="791668" cy="5991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אבי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6F16F5-6FE2-922E-41B0-D56D9CAD0FB6}"/>
              </a:ext>
            </a:extLst>
          </p:cNvPr>
          <p:cNvSpPr txBox="1"/>
          <p:nvPr/>
        </p:nvSpPr>
        <p:spPr>
          <a:xfrm>
            <a:off x="-158908" y="3758040"/>
            <a:ext cx="9925708" cy="3811128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החלוקה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אבי מקבל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5/8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טון עצים</a:t>
            </a:r>
            <a:endParaRPr lang="en-US" sz="3600" b="0" i="0" u="none" strike="noStrike" kern="1200" cap="none">
              <a:ln>
                <a:noFill/>
              </a:ln>
              <a:solidFill>
                <a:srgbClr val="0000CC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בתיה מקבלת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3/8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טון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עצים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וכל הפלדה והנפט.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הערכים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אם שחקן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i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מקבל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כמות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x</a:t>
            </a:r>
            <a:r>
              <a:rPr lang="en-US" sz="3600" b="0" i="0" u="none" strike="noStrike" kern="1200" cap="none" baseline="-8000">
                <a:ln>
                  <a:noFill/>
                </a:ln>
                <a:solidFill>
                  <a:srgbClr val="C9211E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ij </a:t>
            </a:r>
            <a:r>
              <a:rPr lang="he-IL" sz="3600" b="0" i="0" u="none" strike="noStrike" kern="1200" cap="none" baseline="-8000">
                <a:ln>
                  <a:noFill/>
                </a:ln>
                <a:solidFill>
                  <a:srgbClr val="C9211E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 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כל משאב </a:t>
            </a:r>
            <a:r>
              <a:rPr lang="en-US" sz="3600" b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  <a:endParaRPr lang="en-US" sz="3600" b="0" i="0" u="none" strike="noStrike" kern="1200" cap="none">
              <a:ln>
                <a:noFill/>
              </a:ln>
              <a:solidFill>
                <a:srgbClr val="C9211E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V</a:t>
            </a:r>
            <a:r>
              <a:rPr lang="en-US" sz="3600" b="0" i="0" u="none" strike="noStrike" kern="1200" cap="none" baseline="-8000">
                <a:ln>
                  <a:noFill/>
                </a:ln>
                <a:solidFill>
                  <a:srgbClr val="C9211E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C9211E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</a:t>
            </a:r>
            <a:r>
              <a:rPr lang="en-US" sz="3600" b="1" i="0" u="none" strike="noStrike" kern="1200" cap="none" baseline="0">
                <a:ln>
                  <a:noFill/>
                </a:ln>
                <a:solidFill>
                  <a:srgbClr val="C9211E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x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C9211E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)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 = sum</a:t>
            </a:r>
            <a:r>
              <a:rPr lang="en-US" sz="3600" b="0" i="0" u="none" strike="noStrike" kern="1200" cap="none" baseline="-8000">
                <a:ln>
                  <a:noFill/>
                </a:ln>
                <a:solidFill>
                  <a:srgbClr val="C9211E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j 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C9211E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(x</a:t>
            </a:r>
            <a:r>
              <a:rPr lang="en-US" sz="3600" b="0" i="0" u="none" strike="noStrike" kern="1200" cap="none" baseline="-8000">
                <a:ln>
                  <a:noFill/>
                </a:ln>
                <a:solidFill>
                  <a:srgbClr val="C9211E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ij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C9211E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*V</a:t>
            </a:r>
            <a:r>
              <a:rPr lang="en-US" sz="3600" b="0" i="0" u="none" strike="noStrike" kern="1200" cap="none" baseline="-8000">
                <a:ln>
                  <a:noFill/>
                </a:ln>
                <a:solidFill>
                  <a:srgbClr val="C9211E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C9211E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(j))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80008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הערך של אבי: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80008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            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80008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הערך של בתיה: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80008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1*20+1*1+3/8*79=</a:t>
            </a:r>
            <a:r>
              <a:rPr lang="en-US" sz="3600" b="1" i="0" u="none" strike="noStrike" kern="1200" cap="none" baseline="0">
                <a:ln>
                  <a:noFill/>
                </a:ln>
                <a:solidFill>
                  <a:srgbClr val="80008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50.6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80008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             5/8*80=</a:t>
            </a:r>
            <a:r>
              <a:rPr lang="en-US" sz="3600" b="1" i="0" u="none" strike="noStrike" kern="1200" cap="none" baseline="0">
                <a:ln>
                  <a:noFill/>
                </a:ln>
                <a:solidFill>
                  <a:srgbClr val="80008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50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B82B6C-B883-5120-D856-0CF437E2CB46}"/>
              </a:ext>
            </a:extLst>
          </p:cNvPr>
          <p:cNvSpPr txBox="1"/>
          <p:nvPr/>
        </p:nvSpPr>
        <p:spPr>
          <a:xfrm>
            <a:off x="3224350" y="1027786"/>
            <a:ext cx="1076298" cy="5991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בתיה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00A98A2-8C39-6C06-F477-23263A9BC3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769753"/>
              </p:ext>
            </p:extLst>
          </p:nvPr>
        </p:nvGraphicFramePr>
        <p:xfrm>
          <a:off x="439238" y="1696663"/>
          <a:ext cx="9454243" cy="2103120"/>
        </p:xfrm>
        <a:graphic>
          <a:graphicData uri="http://schemas.openxmlformats.org/drawingml/2006/table">
            <a:tbl>
              <a:tblPr firstRow="1" bandRow="1">
                <a:tableStyleId>{23491858-C0AF-4D33-B05B-DAE2F88B037C}</a:tableStyleId>
              </a:tblPr>
              <a:tblGrid>
                <a:gridCol w="1672046">
                  <a:extLst>
                    <a:ext uri="{9D8B030D-6E8A-4147-A177-3AD203B41FA5}">
                      <a16:colId xmlns:a16="http://schemas.microsoft.com/office/drawing/2014/main" val="1555351674"/>
                    </a:ext>
                  </a:extLst>
                </a:gridCol>
                <a:gridCol w="2093958">
                  <a:extLst>
                    <a:ext uri="{9D8B030D-6E8A-4147-A177-3AD203B41FA5}">
                      <a16:colId xmlns:a16="http://schemas.microsoft.com/office/drawing/2014/main" val="675357233"/>
                    </a:ext>
                  </a:extLst>
                </a:gridCol>
                <a:gridCol w="2024743">
                  <a:extLst>
                    <a:ext uri="{9D8B030D-6E8A-4147-A177-3AD203B41FA5}">
                      <a16:colId xmlns:a16="http://schemas.microsoft.com/office/drawing/2014/main" val="3847181301"/>
                    </a:ext>
                  </a:extLst>
                </a:gridCol>
                <a:gridCol w="2340882">
                  <a:extLst>
                    <a:ext uri="{9D8B030D-6E8A-4147-A177-3AD203B41FA5}">
                      <a16:colId xmlns:a16="http://schemas.microsoft.com/office/drawing/2014/main" val="2607178646"/>
                    </a:ext>
                  </a:extLst>
                </a:gridCol>
                <a:gridCol w="1322614">
                  <a:extLst>
                    <a:ext uri="{9D8B030D-6E8A-4147-A177-3AD203B41FA5}">
                      <a16:colId xmlns:a16="http://schemas.microsoft.com/office/drawing/2014/main" val="4229920229"/>
                    </a:ext>
                  </a:extLst>
                </a:gridCol>
              </a:tblGrid>
              <a:tr h="62604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20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 5/8 טון עצים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20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3/8 טון עצים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 טון נפט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 טון פלדה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24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המשאב: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8479943"/>
                  </a:ext>
                </a:extLst>
              </a:tr>
              <a:tr h="62604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0"/>
                      </a:pPr>
                      <a:r>
                        <a:rPr lang="en-US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50</a:t>
                      </a:r>
                      <a:endParaRPr lang="en-US" sz="3600" b="0" i="0" u="none" strike="noStrike" kern="1200" cap="none">
                        <a:ln>
                          <a:noFill/>
                        </a:ln>
                        <a:latin typeface="Liberation Sans" pitchFamily="18"/>
                        <a:ea typeface="Noto Sans CJK SC Regular" pitchFamily="2"/>
                        <a:cs typeface="Nachlieli CLM" pitchFamily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24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ערך אבי: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203017"/>
                  </a:ext>
                </a:extLst>
              </a:tr>
              <a:tr h="70560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49.4</a:t>
                      </a:r>
                      <a:endParaRPr lang="en-US" sz="3600" b="1" i="0" u="none" strike="noStrike" kern="1200" cap="none">
                        <a:ln>
                          <a:noFill/>
                        </a:ln>
                        <a:latin typeface="Liberation Sans" pitchFamily="18"/>
                        <a:ea typeface="Noto Sans CJK SC Regular" pitchFamily="2"/>
                        <a:cs typeface="Nachlieli CLM" pitchFamily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0"/>
                      </a:pPr>
                      <a:r>
                        <a:rPr lang="en-US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29.6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en-US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en-US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24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ערך בתיה: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1288006"/>
                  </a:ext>
                </a:extLst>
              </a:tr>
            </a:tbl>
          </a:graphicData>
        </a:graphic>
      </p:graphicFrame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314BA67-C078-43F0-29B9-26931A21E52E}"/>
              </a:ext>
            </a:extLst>
          </p:cNvPr>
          <p:cNvSpPr/>
          <p:nvPr/>
        </p:nvSpPr>
        <p:spPr>
          <a:xfrm>
            <a:off x="2129246" y="1339006"/>
            <a:ext cx="0" cy="246851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h="6858" fill="none">
                <a:moveTo>
                  <a:pt x="0" y="0"/>
                </a:moveTo>
                <a:lnTo>
                  <a:pt x="0" y="6858"/>
                </a:lnTo>
              </a:path>
            </a:pathLst>
          </a:cu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ס</a:t>
            </a: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DAE5A-4C30-DD75-02B8-BA29148CBFE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2880" y="42840"/>
            <a:ext cx="9966960" cy="96372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rtl="1" hangingPunct="1"/>
            <a:r>
              <a:rPr lang="he-IL" sz="6000">
                <a:cs typeface="David" pitchFamily="34"/>
              </a:rPr>
              <a:t>האם "חתוך ובחר" יעיל פארטו?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B973FC-C477-A205-6206-0EDCDBBEC640}"/>
              </a:ext>
            </a:extLst>
          </p:cNvPr>
          <p:cNvSpPr txBox="1"/>
          <p:nvPr/>
        </p:nvSpPr>
        <p:spPr>
          <a:xfrm>
            <a:off x="327886" y="3779837"/>
            <a:ext cx="9424851" cy="245024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ct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התוצאה </a:t>
            </a:r>
            <a:r>
              <a:rPr lang="he-IL" sz="4000" b="1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לא יעילה</a:t>
            </a:r>
            <a:r>
              <a:rPr lang="he-IL" sz="400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הערכים הם  (50, 50.6) אבל אפשר לשפר ל~(59, 59.5):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</a:p>
          <a:p>
            <a:pPr marL="0" marR="0" lvl="0" indent="0" algn="ct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>
                <a:solidFill>
                  <a:srgbClr val="0070C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אבי מקבל 1 טון נפט ו-1/2 טון עצים;</a:t>
            </a:r>
            <a:endParaRPr lang="he-IL" sz="4000" b="0" i="0" u="none" strike="noStrike" kern="1200" cap="none">
              <a:ln>
                <a:noFill/>
              </a:ln>
              <a:solidFill>
                <a:srgbClr val="0070C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algn="ctr" rtl="1" hangingPunct="0"/>
            <a:r>
              <a:rPr lang="he-IL" sz="4000">
                <a:solidFill>
                  <a:srgbClr val="0070C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בתיה מקבלת 1 טון פלדה ו-1/2 טון עצים.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57410F-C0A1-0155-3C58-2B25EA8A950B}"/>
              </a:ext>
            </a:extLst>
          </p:cNvPr>
          <p:cNvSpPr txBox="1"/>
          <p:nvPr/>
        </p:nvSpPr>
        <p:spPr>
          <a:xfrm>
            <a:off x="1008154" y="1018375"/>
            <a:ext cx="791668" cy="5991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אבי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2A585C-13BA-EE39-BC51-F55589A021AA}"/>
              </a:ext>
            </a:extLst>
          </p:cNvPr>
          <p:cNvSpPr txBox="1"/>
          <p:nvPr/>
        </p:nvSpPr>
        <p:spPr>
          <a:xfrm>
            <a:off x="2537280" y="1006559"/>
            <a:ext cx="1076298" cy="5991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בתיה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4BCF0F6-294D-0858-E349-E9BF6438A0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937702"/>
              </p:ext>
            </p:extLst>
          </p:nvPr>
        </p:nvGraphicFramePr>
        <p:xfrm>
          <a:off x="359228" y="1628999"/>
          <a:ext cx="9454243" cy="1985760"/>
        </p:xfrm>
        <a:graphic>
          <a:graphicData uri="http://schemas.openxmlformats.org/drawingml/2006/table">
            <a:tbl>
              <a:tblPr firstRow="1" bandRow="1">
                <a:tableStyleId>{23491858-C0AF-4D33-B05B-DAE2F88B037C}</a:tableStyleId>
              </a:tblPr>
              <a:tblGrid>
                <a:gridCol w="1672046">
                  <a:extLst>
                    <a:ext uri="{9D8B030D-6E8A-4147-A177-3AD203B41FA5}">
                      <a16:colId xmlns:a16="http://schemas.microsoft.com/office/drawing/2014/main" val="1555351674"/>
                    </a:ext>
                  </a:extLst>
                </a:gridCol>
                <a:gridCol w="1616528">
                  <a:extLst>
                    <a:ext uri="{9D8B030D-6E8A-4147-A177-3AD203B41FA5}">
                      <a16:colId xmlns:a16="http://schemas.microsoft.com/office/drawing/2014/main" val="675357233"/>
                    </a:ext>
                  </a:extLst>
                </a:gridCol>
                <a:gridCol w="2024743">
                  <a:extLst>
                    <a:ext uri="{9D8B030D-6E8A-4147-A177-3AD203B41FA5}">
                      <a16:colId xmlns:a16="http://schemas.microsoft.com/office/drawing/2014/main" val="3847181301"/>
                    </a:ext>
                  </a:extLst>
                </a:gridCol>
                <a:gridCol w="2269861">
                  <a:extLst>
                    <a:ext uri="{9D8B030D-6E8A-4147-A177-3AD203B41FA5}">
                      <a16:colId xmlns:a16="http://schemas.microsoft.com/office/drawing/2014/main" val="2607178646"/>
                    </a:ext>
                  </a:extLst>
                </a:gridCol>
                <a:gridCol w="1871065">
                  <a:extLst>
                    <a:ext uri="{9D8B030D-6E8A-4147-A177-3AD203B41FA5}">
                      <a16:colId xmlns:a16="http://schemas.microsoft.com/office/drawing/2014/main" val="4229920229"/>
                    </a:ext>
                  </a:extLst>
                </a:gridCol>
              </a:tblGrid>
              <a:tr h="62604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20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 5/8 טון עצים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20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3/8 טון עצים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 טון נפט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 טון פלדה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24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המשאב: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8479943"/>
                  </a:ext>
                </a:extLst>
              </a:tr>
              <a:tr h="62604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0"/>
                      </a:pPr>
                      <a:r>
                        <a:rPr lang="en-US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50</a:t>
                      </a:r>
                      <a:endParaRPr lang="en-US" sz="3600" b="0" i="0" u="none" strike="noStrike" kern="1200" cap="none">
                        <a:ln>
                          <a:noFill/>
                        </a:ln>
                        <a:latin typeface="Liberation Sans" pitchFamily="18"/>
                        <a:ea typeface="Noto Sans CJK SC Regular" pitchFamily="2"/>
                        <a:cs typeface="Nachlieli CLM" pitchFamily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24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ערך אבי: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203017"/>
                  </a:ext>
                </a:extLst>
              </a:tr>
              <a:tr h="70560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49.4</a:t>
                      </a:r>
                      <a:endParaRPr lang="en-US" sz="3600" b="1" i="0" u="none" strike="noStrike" kern="1200" cap="none">
                        <a:ln>
                          <a:noFill/>
                        </a:ln>
                        <a:latin typeface="Liberation Sans" pitchFamily="18"/>
                        <a:ea typeface="Noto Sans CJK SC Regular" pitchFamily="2"/>
                        <a:cs typeface="Nachlieli CLM" pitchFamily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0"/>
                      </a:pPr>
                      <a:r>
                        <a:rPr lang="en-US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29.6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en-US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en-US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24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ערך בתיה: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1288006"/>
                  </a:ext>
                </a:extLst>
              </a:tr>
            </a:tbl>
          </a:graphicData>
        </a:graphic>
      </p:graphicFrame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90E5BB-4C13-A46F-7ED0-946631C671BF}"/>
              </a:ext>
            </a:extLst>
          </p:cNvPr>
          <p:cNvSpPr/>
          <p:nvPr/>
        </p:nvSpPr>
        <p:spPr>
          <a:xfrm>
            <a:off x="2063932" y="1146240"/>
            <a:ext cx="0" cy="246851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h="6858" fill="none">
                <a:moveTo>
                  <a:pt x="0" y="0"/>
                </a:moveTo>
                <a:lnTo>
                  <a:pt x="0" y="6858"/>
                </a:lnTo>
              </a:path>
            </a:pathLst>
          </a:custGeom>
          <a:noFill/>
          <a:ln w="0">
            <a:solidFill>
              <a:srgbClr val="000000"/>
            </a:solidFill>
            <a:prstDash val="solid"/>
          </a:ln>
        </p:spPr>
        <p:txBody>
          <a:bodyPr vert="horz" wrap="none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ס</a:t>
            </a: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A2269-DD07-5826-FA8C-5E8C64B9832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42840"/>
            <a:ext cx="10149840" cy="96372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rtl="1" hangingPunct="1"/>
            <a:r>
              <a:rPr lang="he-IL" sz="6000">
                <a:cs typeface="David" pitchFamily="34"/>
              </a:rPr>
              <a:t>יעילות אוטיליטרית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D02A91-1C90-6AC9-E2C6-D4D122A10166}"/>
              </a:ext>
            </a:extLst>
          </p:cNvPr>
          <p:cNvSpPr txBox="1"/>
          <p:nvPr/>
        </p:nvSpPr>
        <p:spPr>
          <a:xfrm>
            <a:off x="120770" y="1280159"/>
            <a:ext cx="10029070" cy="115270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CC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הגדרה: חלוקה </a:t>
            </a:r>
            <a:r>
              <a:rPr lang="he-IL" sz="3600" b="1" i="0" u="none" strike="noStrike" kern="1200" cap="none">
                <a:ln>
                  <a:noFill/>
                </a:ln>
                <a:solidFill>
                  <a:srgbClr val="CC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יעילה-אוטיליטרית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CC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(utilitarian) היא חלוקה הממקסמת את סכום הערכים של השחקנים: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0685F29-38B1-292C-D966-851821A6E417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4041000" y="2560319"/>
            <a:ext cx="2359800" cy="101411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5804C61-494A-92FC-D679-5CEC066CA2A2}"/>
              </a:ext>
            </a:extLst>
          </p:cNvPr>
          <p:cNvSpPr txBox="1"/>
          <p:nvPr/>
        </p:nvSpPr>
        <p:spPr>
          <a:xfrm>
            <a:off x="120770" y="4206240"/>
            <a:ext cx="9959950" cy="115270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1" u="none" strike="noStrike" kern="1200" cap="none">
                <a:ln>
                  <a:noFill/>
                </a:ln>
                <a:solidFill>
                  <a:srgbClr val="80008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בבעיית בחירת המסעדה, יש שתי מסעדות שהן יעילות אוטיליטרית. מה הן?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6F3EDC-18B9-FDD7-4447-C080D75137C1}"/>
              </a:ext>
            </a:extLst>
          </p:cNvPr>
          <p:cNvSpPr txBox="1"/>
          <p:nvPr/>
        </p:nvSpPr>
        <p:spPr>
          <a:xfrm>
            <a:off x="224286" y="1280159"/>
            <a:ext cx="9856433" cy="5400025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משפט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en-US" sz="3600" b="0" i="0" u="none" strike="noStrike" kern="1200" cap="none" err="1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כל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חלוקה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יעילה-אוטיליטרית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(</a:t>
            </a:r>
            <a:r>
              <a:rPr lang="en-US" sz="3600" b="0" i="0" u="none" strike="noStrike" kern="1200" cap="none" err="1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ממקסמת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סכום ערכים) היא יעילה </a:t>
            </a:r>
            <a:r>
              <a:rPr lang="he-IL" sz="3600" b="0" i="0" u="none" strike="noStrike" kern="1200" cap="none" err="1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פארטו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solidFill>
                <a:srgbClr val="0099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הוכחה</a:t>
            </a:r>
            <a:r>
              <a:rPr lang="he-IL" sz="360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  <a:r>
              <a:rPr lang="en-US" sz="360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נתונה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חלוקה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א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הממקסמת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סכום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ערכים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36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נניח בשלילה שהחלוקה לא יעילה </a:t>
            </a:r>
            <a:r>
              <a:rPr lang="he-IL" sz="3600" b="0" i="0" u="none" strike="noStrike" kern="1200" cap="none" err="1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פארטו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אז קיימת חלוקה </a:t>
            </a: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ב 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שהיא שיפור-</a:t>
            </a:r>
            <a:r>
              <a:rPr lang="he-IL" sz="3600" b="0" i="0" u="none" strike="noStrike" kern="1200" cap="none" err="1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פארטו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שלה.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בחלוקה </a:t>
            </a: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ב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 err="1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לכל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השחקנים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יש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ערך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לפחות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כמו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בחלוקה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א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 err="1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ולחלק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מהשחקנים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יש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ערך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גבוה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יותר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לכן בחלוקה </a:t>
            </a: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ב 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סכום הערכים גבוה יותר – בסתירה לכך שחלוקה </a:t>
            </a: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א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ממקסמת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את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סכום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הערכים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   ***</a:t>
            </a:r>
            <a:endParaRPr lang="en-US" sz="36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9236796-662E-75C1-447E-35DA3908ED5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43200"/>
            <a:ext cx="10149840" cy="96372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rtl="1" hangingPunct="1"/>
            <a:r>
              <a:rPr lang="he-IL" sz="6000">
                <a:cs typeface="David" pitchFamily="34"/>
              </a:rPr>
              <a:t>יעילות אוטיליטרית ויעילות פארטו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71192-7267-F287-22DD-15649BA0093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42840"/>
            <a:ext cx="10149840" cy="96372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rtl="1" hangingPunct="1"/>
            <a:r>
              <a:rPr lang="he-IL" sz="6000">
                <a:cs typeface="David" pitchFamily="34"/>
              </a:rPr>
              <a:t>יעילות אוטיליטרית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49546D-2D1A-C8A9-7CBE-3A377F0C6ED0}"/>
              </a:ext>
            </a:extLst>
          </p:cNvPr>
          <p:cNvSpPr txBox="1"/>
          <p:nvPr/>
        </p:nvSpPr>
        <p:spPr>
          <a:xfrm>
            <a:off x="120770" y="1280159"/>
            <a:ext cx="10029070" cy="115270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CC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הגדרה: חלוקה </a:t>
            </a:r>
            <a:r>
              <a:rPr lang="he-IL" sz="3600" b="1" i="0" u="none" strike="noStrike" kern="1200" cap="none">
                <a:ln>
                  <a:noFill/>
                </a:ln>
                <a:solidFill>
                  <a:srgbClr val="CC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יעילה-אוטיליטרית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CC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(utilitarian) היא חלוקה הממקסמת את סכום הערכים של השחקנים: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EADC1F-9D9E-12A6-B1BE-C514403A622D}"/>
              </a:ext>
            </a:extLst>
          </p:cNvPr>
          <p:cNvSpPr txBox="1"/>
          <p:nvPr/>
        </p:nvSpPr>
        <p:spPr>
          <a:xfrm>
            <a:off x="0" y="3830759"/>
            <a:ext cx="10080720" cy="83267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solidFill>
                  <a:srgbClr val="3465A4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חישוב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3465A4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3465A4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אפשר בפייתון.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EBCA6AD-C33D-247F-19DB-EC1E2DB985CF}"/>
              </a:ext>
            </a:extLst>
          </p:cNvPr>
          <p:cNvPicPr>
            <a:picLocks noChangeAspect="1"/>
          </p:cNvPicPr>
          <p:nvPr/>
        </p:nvPicPr>
        <p:blipFill>
          <a:blip>
            <a:lum/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4041000" y="2560319"/>
            <a:ext cx="2359800" cy="101411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50F1D9-E000-5B84-EB4F-0DEB56C863DC}"/>
              </a:ext>
            </a:extLst>
          </p:cNvPr>
          <p:cNvSpPr txBox="1"/>
          <p:nvPr/>
        </p:nvSpPr>
        <p:spPr>
          <a:xfrm>
            <a:off x="0" y="6756839"/>
            <a:ext cx="10080720" cy="6818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ct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החלוקה יעילה –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אבל לא הוגנת.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F43AE55-BF1E-69CF-32DD-2750C04DC8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773296"/>
              </p:ext>
            </p:extLst>
          </p:nvPr>
        </p:nvGraphicFramePr>
        <p:xfrm>
          <a:off x="931385" y="4566951"/>
          <a:ext cx="8952447" cy="2168640"/>
        </p:xfrm>
        <a:graphic>
          <a:graphicData uri="http://schemas.openxmlformats.org/drawingml/2006/table">
            <a:tbl>
              <a:tblPr firstRow="1" bandRow="1">
                <a:tableStyleId>{23491858-C0AF-4D33-B05B-DAE2F88B037C}</a:tableStyleId>
              </a:tblPr>
              <a:tblGrid>
                <a:gridCol w="2493459">
                  <a:extLst>
                    <a:ext uri="{9D8B030D-6E8A-4147-A177-3AD203B41FA5}">
                      <a16:colId xmlns:a16="http://schemas.microsoft.com/office/drawing/2014/main" val="675357233"/>
                    </a:ext>
                  </a:extLst>
                </a:gridCol>
                <a:gridCol w="2335876">
                  <a:extLst>
                    <a:ext uri="{9D8B030D-6E8A-4147-A177-3AD203B41FA5}">
                      <a16:colId xmlns:a16="http://schemas.microsoft.com/office/drawing/2014/main" val="3847181301"/>
                    </a:ext>
                  </a:extLst>
                </a:gridCol>
                <a:gridCol w="2302625">
                  <a:extLst>
                    <a:ext uri="{9D8B030D-6E8A-4147-A177-3AD203B41FA5}">
                      <a16:colId xmlns:a16="http://schemas.microsoft.com/office/drawing/2014/main" val="2607178646"/>
                    </a:ext>
                  </a:extLst>
                </a:gridCol>
                <a:gridCol w="1820487">
                  <a:extLst>
                    <a:ext uri="{9D8B030D-6E8A-4147-A177-3AD203B41FA5}">
                      <a16:colId xmlns:a16="http://schemas.microsoft.com/office/drawing/2014/main" val="4229920229"/>
                    </a:ext>
                  </a:extLst>
                </a:gridCol>
              </a:tblGrid>
              <a:tr h="62604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 טון עצים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 טון נפט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 טון פלדה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24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המשאב: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8479943"/>
                  </a:ext>
                </a:extLst>
              </a:tr>
              <a:tr h="62604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0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80</a:t>
                      </a:r>
                      <a:endParaRPr lang="en-US" sz="3600" b="0" i="0" u="none" strike="noStrike" kern="1200" cap="none">
                        <a:ln>
                          <a:noFill/>
                        </a:ln>
                        <a:latin typeface="Liberation Sans" pitchFamily="18"/>
                        <a:ea typeface="Noto Sans CJK SC Regular" pitchFamily="2"/>
                        <a:cs typeface="Nachlieli CLM" pitchFamily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0"/>
                      </a:pPr>
                      <a:r>
                        <a:rPr lang="en-US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</a:t>
                      </a: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 </a:t>
                      </a:r>
                      <a:endParaRPr lang="en-US" sz="3600" b="0" i="0" u="none" strike="noStrike" kern="1200" cap="none">
                        <a:ln>
                          <a:noFill/>
                        </a:ln>
                        <a:latin typeface="Liberation Sans" pitchFamily="18"/>
                        <a:ea typeface="Noto Sans CJK SC Regular" pitchFamily="2"/>
                        <a:cs typeface="Nachlieli CLM" pitchFamily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24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ערך אבי</a:t>
                      </a:r>
                    </a:p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24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(מיליוני ₪):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203017"/>
                  </a:ext>
                </a:extLst>
              </a:tr>
              <a:tr h="70560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0"/>
                      </a:pP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79</a:t>
                      </a:r>
                      <a:endParaRPr lang="en-US" sz="3600" b="0" i="0" u="none" strike="noStrike" kern="1200" cap="none">
                        <a:ln>
                          <a:noFill/>
                        </a:ln>
                        <a:latin typeface="Liberation Sans" pitchFamily="18"/>
                        <a:ea typeface="Noto Sans CJK SC Regular" pitchFamily="2"/>
                        <a:cs typeface="Nachlieli CLM" pitchFamily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en-US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24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ערך בתיה: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1288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41564-21EA-9347-BE95-A105F27B1BD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2880" y="42840"/>
            <a:ext cx="9966960" cy="96372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algn="r" rtl="1" hangingPunct="1"/>
            <a:r>
              <a:rPr lang="he-IL" sz="6000">
                <a:cs typeface="David" pitchFamily="34"/>
              </a:rPr>
              <a:t>יעילות – מיקסום סכום קמור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FAFC88-59C8-C221-00D1-FB25351DB1F9}"/>
              </a:ext>
            </a:extLst>
          </p:cNvPr>
          <p:cNvSpPr txBox="1"/>
          <p:nvPr/>
        </p:nvSpPr>
        <p:spPr>
          <a:xfrm>
            <a:off x="182880" y="1033559"/>
            <a:ext cx="9897839" cy="65563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משפט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en-US" sz="3600" b="0" i="0" u="none" strike="noStrike" kern="1200" cap="none" err="1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לכל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פונקציה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600" b="0" i="1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קעורה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יש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נקודת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מקסימום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br>
              <a:rPr lang="en-US" sz="3600" b="0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en-US" sz="3600" b="0" i="0" u="none" strike="noStrike" kern="1200" cap="none" err="1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אחת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ויחידה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בכל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תחום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קמור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solidFill>
                <a:srgbClr val="009933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solidFill>
                  <a:srgbClr val="0099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מסקנה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99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en-US" sz="3600" b="0" i="0" u="none" strike="noStrike" kern="1200" cap="none" err="1">
                <a:ln>
                  <a:noFill/>
                </a:ln>
                <a:solidFill>
                  <a:srgbClr val="0099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מקסימום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99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600" b="1" i="0" u="none" strike="noStrike" kern="1200" cap="none">
                <a:ln>
                  <a:noFill/>
                </a:ln>
                <a:solidFill>
                  <a:srgbClr val="0099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מקומי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99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solidFill>
                  <a:srgbClr val="0099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של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99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solidFill>
                  <a:srgbClr val="0099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הפונקציה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99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solidFill>
                  <a:srgbClr val="0099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הוא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99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solidFill>
                  <a:srgbClr val="0099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גם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99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br>
              <a:rPr lang="en-US" sz="3600" b="0" i="0" u="none" strike="noStrike" kern="1200" cap="none">
                <a:ln>
                  <a:noFill/>
                </a:ln>
                <a:solidFill>
                  <a:srgbClr val="0099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en-US" sz="3600" b="0" i="0" u="none" strike="noStrike" kern="1200" cap="none" err="1">
                <a:ln>
                  <a:noFill/>
                </a:ln>
                <a:solidFill>
                  <a:srgbClr val="0099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מקסימום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99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600" b="1" i="0" u="none" strike="noStrike" kern="1200" cap="none">
                <a:ln>
                  <a:noFill/>
                </a:ln>
                <a:solidFill>
                  <a:srgbClr val="0099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גלובלי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99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solidFill>
                <a:srgbClr val="009999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מסקנה מעשית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קיימים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אלגורי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בתיה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ם </a:t>
            </a:r>
            <a:r>
              <a:rPr lang="en-US" sz="3600" b="0" i="0" u="none" strike="noStrike" kern="1200" cap="none" err="1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מהירים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br>
              <a:rPr lang="en-US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en-US" sz="3600" b="0" i="0" u="none" strike="noStrike" kern="1200" cap="none" err="1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למציאת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נקודת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מקסימום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600" b="0" i="1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דוגמה: </a:t>
            </a:r>
            <a:r>
              <a:rPr lang="en-US" sz="3600" b="0" i="1" u="none" strike="noStrike" kern="1200" cap="none" err="1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טיפוס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1" u="none" strike="noStrike" kern="1200" cap="none" err="1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על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1" u="none" strike="noStrike" kern="1200" cap="none" err="1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גבעה</a:t>
            </a:r>
            <a:r>
              <a:rPr lang="he-IL" sz="3600" b="0" i="1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).</a:t>
            </a:r>
            <a:endParaRPr lang="en-US" sz="3600" b="0" i="1" u="none" strike="noStrike" kern="1200" cap="none">
              <a:ln>
                <a:noFill/>
              </a:ln>
              <a:solidFill>
                <a:srgbClr val="0000CC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ראו בקורס חקר ביצועים.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solidFill>
                <a:srgbClr val="0000CC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solidFill>
                  <a:srgbClr val="66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קיימים גם מימושים מהירים ונוחים, </a:t>
            </a:r>
            <a:br>
              <a:rPr lang="en-US" sz="3600" b="1" i="0" u="none" strike="noStrike" kern="1200" cap="none">
                <a:ln>
                  <a:noFill/>
                </a:ln>
                <a:solidFill>
                  <a:srgbClr val="66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he-IL" sz="3600" b="1" i="0" u="none" strike="noStrike" kern="1200" cap="none">
                <a:ln>
                  <a:noFill/>
                </a:ln>
                <a:solidFill>
                  <a:srgbClr val="66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למשל </a:t>
            </a:r>
            <a:r>
              <a:rPr lang="en-US" sz="3600" b="1" i="0" u="none" strike="noStrike" kern="1200" cap="none">
                <a:ln>
                  <a:noFill/>
                </a:ln>
                <a:solidFill>
                  <a:srgbClr val="66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python </a:t>
            </a:r>
            <a:r>
              <a:rPr lang="en-US" sz="3600" b="1" i="0" u="none" strike="noStrike" kern="1200" cap="none" err="1">
                <a:ln>
                  <a:noFill/>
                </a:ln>
                <a:solidFill>
                  <a:srgbClr val="66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cvxpy</a:t>
            </a:r>
            <a:r>
              <a:rPr lang="he-IL" sz="3600" b="1" i="0" u="none" strike="noStrike" kern="1200" cap="none">
                <a:ln>
                  <a:noFill/>
                </a:ln>
                <a:solidFill>
                  <a:srgbClr val="66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ראו בתיקייה </a:t>
            </a:r>
            <a:r>
              <a:rPr lang="en-US" sz="3600" b="1" i="0" u="none" strike="noStrike" kern="1200" cap="none">
                <a:ln>
                  <a:noFill/>
                </a:ln>
                <a:solidFill>
                  <a:srgbClr val="66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code</a:t>
            </a:r>
            <a:r>
              <a:rPr lang="he-IL" sz="3600" b="1" i="0" u="none" strike="noStrike" kern="1200" cap="none">
                <a:ln>
                  <a:noFill/>
                </a:ln>
                <a:solidFill>
                  <a:srgbClr val="66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3600" b="1" i="0" u="none" strike="noStrike" kern="1200" cap="none">
              <a:ln>
                <a:noFill/>
              </a:ln>
              <a:solidFill>
                <a:srgbClr val="66CC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pag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CB00F-09BF-94A4-5A18-AA7B624E60B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2880" y="42840"/>
            <a:ext cx="9966960" cy="96372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algn="r" rtl="1" hangingPunct="1"/>
            <a:r>
              <a:rPr lang="he-IL" sz="6000">
                <a:cs typeface="David" pitchFamily="34"/>
              </a:rPr>
              <a:t>מיקסום סכום השורשים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884EFE-FF93-4F7C-8FAC-4623E8A4A559}"/>
              </a:ext>
            </a:extLst>
          </p:cNvPr>
          <p:cNvSpPr txBox="1"/>
          <p:nvPr/>
        </p:nvSpPr>
        <p:spPr>
          <a:xfrm>
            <a:off x="113760" y="1280159"/>
            <a:ext cx="9966960" cy="168362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solidFill>
                  <a:srgbClr val="CC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ניסיון שני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CC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נמצא חלוקה הממקסמת את הסכום של </a:t>
            </a:r>
            <a:r>
              <a:rPr lang="he-IL" sz="3600" b="0" i="1" u="none" strike="noStrike" kern="1200" cap="none">
                <a:ln>
                  <a:noFill/>
                </a:ln>
                <a:solidFill>
                  <a:srgbClr val="CC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שורשי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CC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הערכים </a:t>
            </a:r>
            <a:r>
              <a:rPr lang="he-IL" sz="2400" b="0" i="0" u="none" strike="noStrike" kern="1200" cap="none">
                <a:ln>
                  <a:noFill/>
                </a:ln>
                <a:solidFill>
                  <a:srgbClr val="CC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</a:t>
            </a:r>
            <a:r>
              <a:rPr lang="en-US" sz="2400" b="0" i="0" u="none" strike="noStrike" kern="1200" cap="none">
                <a:ln>
                  <a:noFill/>
                </a:ln>
                <a:solidFill>
                  <a:srgbClr val="CC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אפשר לבצע בקלות בפייתון</a:t>
            </a:r>
            <a:r>
              <a:rPr lang="he-IL" sz="2400" b="0" i="0" u="none" strike="noStrike" kern="1200" cap="none">
                <a:ln>
                  <a:noFill/>
                </a:ln>
                <a:solidFill>
                  <a:srgbClr val="CC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):</a:t>
            </a:r>
            <a:endParaRPr lang="en-US" sz="3600" b="0" i="0" u="none" strike="noStrike" kern="1200" cap="none">
              <a:ln>
                <a:noFill/>
              </a:ln>
              <a:solidFill>
                <a:srgbClr val="CC0066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1" u="none" strike="noStrike" kern="1200" cap="none">
              <a:ln>
                <a:noFill/>
              </a:ln>
              <a:solidFill>
                <a:srgbClr val="CC0066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AC6F4B-DF4A-483B-3AF8-F5B35A085A33}"/>
              </a:ext>
            </a:extLst>
          </p:cNvPr>
          <p:cNvSpPr txBox="1"/>
          <p:nvPr/>
        </p:nvSpPr>
        <p:spPr>
          <a:xfrm>
            <a:off x="17253" y="3566160"/>
            <a:ext cx="10080720" cy="83267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1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דוגמה</a:t>
            </a:r>
            <a:r>
              <a:rPr lang="he-IL" sz="3600" b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he-IL" sz="3600" b="0" i="1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אבי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מקבל חלק</a:t>
            </a:r>
            <a:r>
              <a:rPr lang="he-IL" sz="3600" b="0" i="1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x</a:t>
            </a:r>
            <a:r>
              <a:rPr lang="he-IL" sz="3600" b="0" i="1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מהעצים: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61B7526-F6E0-4228-C3EC-E58E0E581D60}"/>
              </a:ext>
            </a:extLst>
          </p:cNvPr>
          <p:cNvGraphicFramePr>
            <a:graphicFrameLocks noGrp="1"/>
          </p:cNvGraphicFramePr>
          <p:nvPr/>
        </p:nvGraphicFramePr>
        <p:xfrm>
          <a:off x="2082600" y="4449960"/>
          <a:ext cx="6818759" cy="2000160"/>
        </p:xfrm>
        <a:graphic>
          <a:graphicData uri="http://schemas.openxmlformats.org/drawingml/2006/table">
            <a:tbl>
              <a:tblPr firstRow="1" bandRow="1">
                <a:tableStyleId>{23491858-C0AF-4D33-B05B-DAE2F88B037C}</a:tableStyleId>
              </a:tblPr>
              <a:tblGrid>
                <a:gridCol w="1718280">
                  <a:extLst>
                    <a:ext uri="{9D8B030D-6E8A-4147-A177-3AD203B41FA5}">
                      <a16:colId xmlns:a16="http://schemas.microsoft.com/office/drawing/2014/main" val="791583007"/>
                    </a:ext>
                  </a:extLst>
                </a:gridCol>
                <a:gridCol w="1718280">
                  <a:extLst>
                    <a:ext uri="{9D8B030D-6E8A-4147-A177-3AD203B41FA5}">
                      <a16:colId xmlns:a16="http://schemas.microsoft.com/office/drawing/2014/main" val="2421704192"/>
                    </a:ext>
                  </a:extLst>
                </a:gridCol>
                <a:gridCol w="1718280">
                  <a:extLst>
                    <a:ext uri="{9D8B030D-6E8A-4147-A177-3AD203B41FA5}">
                      <a16:colId xmlns:a16="http://schemas.microsoft.com/office/drawing/2014/main" val="4005099298"/>
                    </a:ext>
                  </a:extLst>
                </a:gridCol>
                <a:gridCol w="1663919">
                  <a:extLst>
                    <a:ext uri="{9D8B030D-6E8A-4147-A177-3AD203B41FA5}">
                      <a16:colId xmlns:a16="http://schemas.microsoft.com/office/drawing/2014/main" val="2237587603"/>
                    </a:ext>
                  </a:extLst>
                </a:gridCol>
              </a:tblGrid>
              <a:tr h="62604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עצים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נפט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פלדה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800" b="0" i="0" u="none" strike="noStrike" kern="1200" cap="none">
                        <a:ln>
                          <a:noFill/>
                        </a:ln>
                        <a:latin typeface="Liberation Sans" pitchFamily="18"/>
                        <a:cs typeface="Nachlieli CLM" pitchFamily="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7457"/>
                  </a:ext>
                </a:extLst>
              </a:tr>
              <a:tr h="62604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אבי: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600286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בתיה: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4208906"/>
                  </a:ext>
                </a:extLst>
              </a:tr>
            </a:tbl>
          </a:graphicData>
        </a:graphic>
      </p:graphicFrame>
      <p:grpSp>
        <p:nvGrpSpPr>
          <p:cNvPr id="6" name="Group 5" descr="28§latex§\begin{multiline}&#10;\max ~~~ \sqrt{81 x + 19} + \sqrt{80(1-x)+20}&#10;\\&#10;\text{s.t.~~~~~~~~~~} &amp; 0\leq x\leq 1&#10;\end{multiline}§svg§600§FALSE§" title="TexMaths">
            <a:extLst>
              <a:ext uri="{FF2B5EF4-FFF2-40B4-BE49-F238E27FC236}">
                <a16:creationId xmlns:a16="http://schemas.microsoft.com/office/drawing/2014/main" id="{79D9C1C7-233B-A1E3-FA1B-0E306FA59641}"/>
              </a:ext>
            </a:extLst>
          </p:cNvPr>
          <p:cNvGrpSpPr/>
          <p:nvPr/>
        </p:nvGrpSpPr>
        <p:grpSpPr>
          <a:xfrm>
            <a:off x="3916440" y="6704280"/>
            <a:ext cx="5867280" cy="702000"/>
            <a:chOff x="3916440" y="6704280"/>
            <a:chExt cx="5867280" cy="702000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750F2597-5A7C-2C0D-9FA4-E2A91D34CAC9}"/>
                </a:ext>
              </a:extLst>
            </p:cNvPr>
            <p:cNvSpPr/>
            <p:nvPr/>
          </p:nvSpPr>
          <p:spPr>
            <a:xfrm>
              <a:off x="3916440" y="6704280"/>
              <a:ext cx="5867279" cy="7009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6299" h="1948">
                  <a:moveTo>
                    <a:pt x="8149" y="1948"/>
                  </a:moveTo>
                  <a:lnTo>
                    <a:pt x="0" y="1948"/>
                  </a:lnTo>
                  <a:lnTo>
                    <a:pt x="0" y="0"/>
                  </a:lnTo>
                  <a:lnTo>
                    <a:pt x="16299" y="0"/>
                  </a:lnTo>
                  <a:lnTo>
                    <a:pt x="16299" y="19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5E7F10C-2FD0-9674-CDA8-E71769912C0A}"/>
                </a:ext>
              </a:extLst>
            </p:cNvPr>
            <p:cNvSpPr/>
            <p:nvPr/>
          </p:nvSpPr>
          <p:spPr>
            <a:xfrm>
              <a:off x="4424759" y="6846120"/>
              <a:ext cx="259560" cy="1389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22" h="387">
                  <a:moveTo>
                    <a:pt x="74" y="87"/>
                  </a:moveTo>
                  <a:lnTo>
                    <a:pt x="74" y="320"/>
                  </a:lnTo>
                  <a:cubicBezTo>
                    <a:pt x="74" y="360"/>
                    <a:pt x="63" y="360"/>
                    <a:pt x="0" y="360"/>
                  </a:cubicBezTo>
                  <a:lnTo>
                    <a:pt x="0" y="387"/>
                  </a:lnTo>
                  <a:cubicBezTo>
                    <a:pt x="31" y="387"/>
                    <a:pt x="78" y="385"/>
                    <a:pt x="105" y="385"/>
                  </a:cubicBezTo>
                  <a:cubicBezTo>
                    <a:pt x="128" y="385"/>
                    <a:pt x="176" y="387"/>
                    <a:pt x="208" y="387"/>
                  </a:cubicBezTo>
                  <a:lnTo>
                    <a:pt x="208" y="360"/>
                  </a:lnTo>
                  <a:cubicBezTo>
                    <a:pt x="147" y="360"/>
                    <a:pt x="137" y="360"/>
                    <a:pt x="137" y="320"/>
                  </a:cubicBezTo>
                  <a:lnTo>
                    <a:pt x="137" y="159"/>
                  </a:lnTo>
                  <a:cubicBezTo>
                    <a:pt x="137" y="69"/>
                    <a:pt x="202" y="20"/>
                    <a:pt x="260" y="20"/>
                  </a:cubicBezTo>
                  <a:cubicBezTo>
                    <a:pt x="320" y="20"/>
                    <a:pt x="330" y="67"/>
                    <a:pt x="330" y="117"/>
                  </a:cubicBezTo>
                  <a:lnTo>
                    <a:pt x="330" y="320"/>
                  </a:lnTo>
                  <a:cubicBezTo>
                    <a:pt x="330" y="360"/>
                    <a:pt x="320" y="360"/>
                    <a:pt x="258" y="360"/>
                  </a:cubicBezTo>
                  <a:lnTo>
                    <a:pt x="258" y="387"/>
                  </a:lnTo>
                  <a:cubicBezTo>
                    <a:pt x="289" y="387"/>
                    <a:pt x="336" y="385"/>
                    <a:pt x="362" y="385"/>
                  </a:cubicBezTo>
                  <a:cubicBezTo>
                    <a:pt x="386" y="385"/>
                    <a:pt x="433" y="387"/>
                    <a:pt x="464" y="387"/>
                  </a:cubicBezTo>
                  <a:lnTo>
                    <a:pt x="464" y="360"/>
                  </a:lnTo>
                  <a:cubicBezTo>
                    <a:pt x="404" y="360"/>
                    <a:pt x="394" y="360"/>
                    <a:pt x="394" y="320"/>
                  </a:cubicBezTo>
                  <a:lnTo>
                    <a:pt x="394" y="159"/>
                  </a:lnTo>
                  <a:cubicBezTo>
                    <a:pt x="394" y="69"/>
                    <a:pt x="460" y="20"/>
                    <a:pt x="520" y="20"/>
                  </a:cubicBezTo>
                  <a:cubicBezTo>
                    <a:pt x="578" y="20"/>
                    <a:pt x="588" y="67"/>
                    <a:pt x="588" y="117"/>
                  </a:cubicBezTo>
                  <a:lnTo>
                    <a:pt x="588" y="320"/>
                  </a:lnTo>
                  <a:cubicBezTo>
                    <a:pt x="588" y="360"/>
                    <a:pt x="578" y="360"/>
                    <a:pt x="514" y="360"/>
                  </a:cubicBezTo>
                  <a:lnTo>
                    <a:pt x="514" y="387"/>
                  </a:lnTo>
                  <a:cubicBezTo>
                    <a:pt x="545" y="387"/>
                    <a:pt x="593" y="385"/>
                    <a:pt x="619" y="385"/>
                  </a:cubicBezTo>
                  <a:cubicBezTo>
                    <a:pt x="643" y="385"/>
                    <a:pt x="690" y="387"/>
                    <a:pt x="722" y="387"/>
                  </a:cubicBezTo>
                  <a:lnTo>
                    <a:pt x="722" y="360"/>
                  </a:lnTo>
                  <a:cubicBezTo>
                    <a:pt x="675" y="360"/>
                    <a:pt x="651" y="360"/>
                    <a:pt x="651" y="335"/>
                  </a:cubicBezTo>
                  <a:lnTo>
                    <a:pt x="651" y="167"/>
                  </a:lnTo>
                  <a:cubicBezTo>
                    <a:pt x="651" y="92"/>
                    <a:pt x="651" y="65"/>
                    <a:pt x="622" y="32"/>
                  </a:cubicBezTo>
                  <a:cubicBezTo>
                    <a:pt x="609" y="18"/>
                    <a:pt x="578" y="0"/>
                    <a:pt x="525" y="0"/>
                  </a:cubicBezTo>
                  <a:cubicBezTo>
                    <a:pt x="446" y="0"/>
                    <a:pt x="407" y="52"/>
                    <a:pt x="391" y="87"/>
                  </a:cubicBezTo>
                  <a:cubicBezTo>
                    <a:pt x="377" y="10"/>
                    <a:pt x="310" y="0"/>
                    <a:pt x="268" y="0"/>
                  </a:cubicBezTo>
                  <a:cubicBezTo>
                    <a:pt x="199" y="0"/>
                    <a:pt x="158" y="37"/>
                    <a:pt x="131" y="92"/>
                  </a:cubicBezTo>
                  <a:lnTo>
                    <a:pt x="131" y="0"/>
                  </a:lnTo>
                  <a:lnTo>
                    <a:pt x="0" y="10"/>
                  </a:lnTo>
                  <a:lnTo>
                    <a:pt x="0" y="37"/>
                  </a:lnTo>
                  <a:cubicBezTo>
                    <a:pt x="66" y="37"/>
                    <a:pt x="74" y="43"/>
                    <a:pt x="74" y="8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B91B26E-B8D1-AAAE-D376-933F7C9009C8}"/>
                </a:ext>
              </a:extLst>
            </p:cNvPr>
            <p:cNvSpPr/>
            <p:nvPr/>
          </p:nvSpPr>
          <p:spPr>
            <a:xfrm>
              <a:off x="4704120" y="6844680"/>
              <a:ext cx="150840" cy="1443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20" h="402">
                  <a:moveTo>
                    <a:pt x="270" y="328"/>
                  </a:moveTo>
                  <a:cubicBezTo>
                    <a:pt x="273" y="363"/>
                    <a:pt x="299" y="400"/>
                    <a:pt x="343" y="400"/>
                  </a:cubicBezTo>
                  <a:cubicBezTo>
                    <a:pt x="362" y="400"/>
                    <a:pt x="420" y="387"/>
                    <a:pt x="420" y="316"/>
                  </a:cubicBezTo>
                  <a:lnTo>
                    <a:pt x="420" y="266"/>
                  </a:lnTo>
                  <a:lnTo>
                    <a:pt x="396" y="266"/>
                  </a:lnTo>
                  <a:lnTo>
                    <a:pt x="396" y="316"/>
                  </a:lnTo>
                  <a:cubicBezTo>
                    <a:pt x="396" y="365"/>
                    <a:pt x="373" y="372"/>
                    <a:pt x="362" y="372"/>
                  </a:cubicBezTo>
                  <a:cubicBezTo>
                    <a:pt x="330" y="372"/>
                    <a:pt x="328" y="332"/>
                    <a:pt x="328" y="328"/>
                  </a:cubicBezTo>
                  <a:lnTo>
                    <a:pt x="328" y="152"/>
                  </a:lnTo>
                  <a:cubicBezTo>
                    <a:pt x="328" y="114"/>
                    <a:pt x="328" y="82"/>
                    <a:pt x="293" y="47"/>
                  </a:cubicBezTo>
                  <a:cubicBezTo>
                    <a:pt x="258" y="15"/>
                    <a:pt x="212" y="0"/>
                    <a:pt x="168" y="0"/>
                  </a:cubicBezTo>
                  <a:cubicBezTo>
                    <a:pt x="92" y="0"/>
                    <a:pt x="26" y="43"/>
                    <a:pt x="26" y="99"/>
                  </a:cubicBezTo>
                  <a:cubicBezTo>
                    <a:pt x="26" y="127"/>
                    <a:pt x="44" y="142"/>
                    <a:pt x="71" y="142"/>
                  </a:cubicBezTo>
                  <a:cubicBezTo>
                    <a:pt x="94" y="142"/>
                    <a:pt x="113" y="124"/>
                    <a:pt x="113" y="99"/>
                  </a:cubicBezTo>
                  <a:cubicBezTo>
                    <a:pt x="113" y="90"/>
                    <a:pt x="108" y="59"/>
                    <a:pt x="66" y="59"/>
                  </a:cubicBezTo>
                  <a:cubicBezTo>
                    <a:pt x="90" y="30"/>
                    <a:pt x="137" y="20"/>
                    <a:pt x="165" y="20"/>
                  </a:cubicBezTo>
                  <a:cubicBezTo>
                    <a:pt x="209" y="20"/>
                    <a:pt x="262" y="55"/>
                    <a:pt x="262" y="131"/>
                  </a:cubicBezTo>
                  <a:lnTo>
                    <a:pt x="262" y="164"/>
                  </a:lnTo>
                  <a:cubicBezTo>
                    <a:pt x="215" y="167"/>
                    <a:pt x="152" y="168"/>
                    <a:pt x="92" y="196"/>
                  </a:cubicBezTo>
                  <a:cubicBezTo>
                    <a:pt x="24" y="226"/>
                    <a:pt x="0" y="270"/>
                    <a:pt x="0" y="310"/>
                  </a:cubicBezTo>
                  <a:cubicBezTo>
                    <a:pt x="0" y="379"/>
                    <a:pt x="90" y="402"/>
                    <a:pt x="150" y="402"/>
                  </a:cubicBezTo>
                  <a:cubicBezTo>
                    <a:pt x="209" y="402"/>
                    <a:pt x="252" y="367"/>
                    <a:pt x="270" y="328"/>
                  </a:cubicBezTo>
                  <a:close/>
                  <a:moveTo>
                    <a:pt x="262" y="183"/>
                  </a:moveTo>
                  <a:lnTo>
                    <a:pt x="262" y="270"/>
                  </a:lnTo>
                  <a:cubicBezTo>
                    <a:pt x="262" y="355"/>
                    <a:pt x="197" y="385"/>
                    <a:pt x="155" y="385"/>
                  </a:cubicBezTo>
                  <a:cubicBezTo>
                    <a:pt x="110" y="385"/>
                    <a:pt x="71" y="353"/>
                    <a:pt x="71" y="308"/>
                  </a:cubicBezTo>
                  <a:cubicBezTo>
                    <a:pt x="71" y="261"/>
                    <a:pt x="110" y="189"/>
                    <a:pt x="262" y="18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59C65B0-82C0-14B1-21FF-3C12347209D3}"/>
                </a:ext>
              </a:extLst>
            </p:cNvPr>
            <p:cNvSpPr/>
            <p:nvPr/>
          </p:nvSpPr>
          <p:spPr>
            <a:xfrm>
              <a:off x="4859280" y="6849720"/>
              <a:ext cx="167760" cy="1357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67" h="378">
                  <a:moveTo>
                    <a:pt x="255" y="171"/>
                  </a:moveTo>
                  <a:cubicBezTo>
                    <a:pt x="283" y="139"/>
                    <a:pt x="317" y="97"/>
                    <a:pt x="342" y="72"/>
                  </a:cubicBezTo>
                  <a:cubicBezTo>
                    <a:pt x="370" y="43"/>
                    <a:pt x="407" y="27"/>
                    <a:pt x="451" y="27"/>
                  </a:cubicBezTo>
                  <a:lnTo>
                    <a:pt x="451" y="0"/>
                  </a:lnTo>
                  <a:cubicBezTo>
                    <a:pt x="427" y="3"/>
                    <a:pt x="399" y="3"/>
                    <a:pt x="376" y="3"/>
                  </a:cubicBezTo>
                  <a:cubicBezTo>
                    <a:pt x="346" y="3"/>
                    <a:pt x="296" y="0"/>
                    <a:pt x="286" y="0"/>
                  </a:cubicBezTo>
                  <a:lnTo>
                    <a:pt x="286" y="27"/>
                  </a:lnTo>
                  <a:cubicBezTo>
                    <a:pt x="305" y="30"/>
                    <a:pt x="312" y="40"/>
                    <a:pt x="312" y="55"/>
                  </a:cubicBezTo>
                  <a:cubicBezTo>
                    <a:pt x="312" y="69"/>
                    <a:pt x="305" y="80"/>
                    <a:pt x="299" y="84"/>
                  </a:cubicBezTo>
                  <a:lnTo>
                    <a:pt x="242" y="154"/>
                  </a:lnTo>
                  <a:lnTo>
                    <a:pt x="168" y="65"/>
                  </a:lnTo>
                  <a:cubicBezTo>
                    <a:pt x="160" y="57"/>
                    <a:pt x="160" y="55"/>
                    <a:pt x="160" y="50"/>
                  </a:cubicBezTo>
                  <a:cubicBezTo>
                    <a:pt x="160" y="37"/>
                    <a:pt x="174" y="27"/>
                    <a:pt x="194" y="27"/>
                  </a:cubicBezTo>
                  <a:lnTo>
                    <a:pt x="194" y="0"/>
                  </a:lnTo>
                  <a:cubicBezTo>
                    <a:pt x="168" y="0"/>
                    <a:pt x="108" y="3"/>
                    <a:pt x="92" y="3"/>
                  </a:cubicBezTo>
                  <a:cubicBezTo>
                    <a:pt x="74" y="3"/>
                    <a:pt x="29" y="3"/>
                    <a:pt x="6" y="0"/>
                  </a:cubicBezTo>
                  <a:lnTo>
                    <a:pt x="6" y="27"/>
                  </a:lnTo>
                  <a:cubicBezTo>
                    <a:pt x="71" y="27"/>
                    <a:pt x="71" y="27"/>
                    <a:pt x="113" y="82"/>
                  </a:cubicBezTo>
                  <a:lnTo>
                    <a:pt x="205" y="193"/>
                  </a:lnTo>
                  <a:lnTo>
                    <a:pt x="118" y="298"/>
                  </a:lnTo>
                  <a:cubicBezTo>
                    <a:pt x="74" y="350"/>
                    <a:pt x="18" y="353"/>
                    <a:pt x="0" y="353"/>
                  </a:cubicBezTo>
                  <a:lnTo>
                    <a:pt x="0" y="378"/>
                  </a:lnTo>
                  <a:cubicBezTo>
                    <a:pt x="24" y="378"/>
                    <a:pt x="53" y="375"/>
                    <a:pt x="76" y="375"/>
                  </a:cubicBezTo>
                  <a:cubicBezTo>
                    <a:pt x="105" y="375"/>
                    <a:pt x="142" y="378"/>
                    <a:pt x="165" y="378"/>
                  </a:cubicBezTo>
                  <a:lnTo>
                    <a:pt x="165" y="353"/>
                  </a:lnTo>
                  <a:cubicBezTo>
                    <a:pt x="144" y="347"/>
                    <a:pt x="139" y="338"/>
                    <a:pt x="139" y="325"/>
                  </a:cubicBezTo>
                  <a:cubicBezTo>
                    <a:pt x="139" y="305"/>
                    <a:pt x="165" y="276"/>
                    <a:pt x="221" y="214"/>
                  </a:cubicBezTo>
                  <a:lnTo>
                    <a:pt x="292" y="300"/>
                  </a:lnTo>
                  <a:cubicBezTo>
                    <a:pt x="299" y="310"/>
                    <a:pt x="312" y="325"/>
                    <a:pt x="312" y="330"/>
                  </a:cubicBezTo>
                  <a:cubicBezTo>
                    <a:pt x="312" y="338"/>
                    <a:pt x="305" y="350"/>
                    <a:pt x="278" y="353"/>
                  </a:cubicBezTo>
                  <a:lnTo>
                    <a:pt x="278" y="378"/>
                  </a:lnTo>
                  <a:cubicBezTo>
                    <a:pt x="307" y="378"/>
                    <a:pt x="357" y="375"/>
                    <a:pt x="377" y="375"/>
                  </a:cubicBezTo>
                  <a:cubicBezTo>
                    <a:pt x="404" y="375"/>
                    <a:pt x="441" y="378"/>
                    <a:pt x="467" y="378"/>
                  </a:cubicBezTo>
                  <a:lnTo>
                    <a:pt x="467" y="353"/>
                  </a:lnTo>
                  <a:cubicBezTo>
                    <a:pt x="417" y="353"/>
                    <a:pt x="401" y="350"/>
                    <a:pt x="380" y="32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6433431-DF08-8D91-5D29-AC021CFEDC40}"/>
                </a:ext>
              </a:extLst>
            </p:cNvPr>
            <p:cNvSpPr/>
            <p:nvPr/>
          </p:nvSpPr>
          <p:spPr>
            <a:xfrm>
              <a:off x="5444280" y="6725519"/>
              <a:ext cx="259560" cy="3142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22" h="874">
                  <a:moveTo>
                    <a:pt x="292" y="782"/>
                  </a:moveTo>
                  <a:lnTo>
                    <a:pt x="128" y="441"/>
                  </a:lnTo>
                  <a:cubicBezTo>
                    <a:pt x="124" y="429"/>
                    <a:pt x="118" y="429"/>
                    <a:pt x="115" y="429"/>
                  </a:cubicBezTo>
                  <a:cubicBezTo>
                    <a:pt x="115" y="429"/>
                    <a:pt x="110" y="429"/>
                    <a:pt x="100" y="437"/>
                  </a:cubicBezTo>
                  <a:lnTo>
                    <a:pt x="13" y="499"/>
                  </a:lnTo>
                  <a:cubicBezTo>
                    <a:pt x="0" y="506"/>
                    <a:pt x="0" y="509"/>
                    <a:pt x="0" y="514"/>
                  </a:cubicBezTo>
                  <a:cubicBezTo>
                    <a:pt x="0" y="516"/>
                    <a:pt x="3" y="521"/>
                    <a:pt x="10" y="521"/>
                  </a:cubicBezTo>
                  <a:cubicBezTo>
                    <a:pt x="16" y="521"/>
                    <a:pt x="31" y="509"/>
                    <a:pt x="42" y="503"/>
                  </a:cubicBezTo>
                  <a:cubicBezTo>
                    <a:pt x="47" y="499"/>
                    <a:pt x="60" y="489"/>
                    <a:pt x="71" y="481"/>
                  </a:cubicBezTo>
                  <a:lnTo>
                    <a:pt x="252" y="862"/>
                  </a:lnTo>
                  <a:cubicBezTo>
                    <a:pt x="260" y="874"/>
                    <a:pt x="265" y="874"/>
                    <a:pt x="273" y="874"/>
                  </a:cubicBezTo>
                  <a:cubicBezTo>
                    <a:pt x="286" y="874"/>
                    <a:pt x="289" y="869"/>
                    <a:pt x="296" y="856"/>
                  </a:cubicBezTo>
                  <a:lnTo>
                    <a:pt x="716" y="35"/>
                  </a:lnTo>
                  <a:cubicBezTo>
                    <a:pt x="722" y="22"/>
                    <a:pt x="722" y="20"/>
                    <a:pt x="722" y="18"/>
                  </a:cubicBezTo>
                  <a:cubicBezTo>
                    <a:pt x="722" y="10"/>
                    <a:pt x="713" y="0"/>
                    <a:pt x="703" y="0"/>
                  </a:cubicBezTo>
                  <a:cubicBezTo>
                    <a:pt x="695" y="0"/>
                    <a:pt x="690" y="5"/>
                    <a:pt x="682" y="1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22731F6-7817-BF13-BBB5-853354AA46AC}"/>
                </a:ext>
              </a:extLst>
            </p:cNvPr>
            <p:cNvSpPr/>
            <p:nvPr/>
          </p:nvSpPr>
          <p:spPr>
            <a:xfrm>
              <a:off x="5696280" y="6725519"/>
              <a:ext cx="1260000" cy="129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501" h="37">
                  <a:moveTo>
                    <a:pt x="1751" y="37"/>
                  </a:moveTo>
                  <a:lnTo>
                    <a:pt x="0" y="37"/>
                  </a:lnTo>
                  <a:lnTo>
                    <a:pt x="0" y="0"/>
                  </a:lnTo>
                  <a:lnTo>
                    <a:pt x="3501" y="0"/>
                  </a:lnTo>
                  <a:lnTo>
                    <a:pt x="3501" y="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7615FAD-4CBE-B7E9-320F-FA4C78A8F35A}"/>
                </a:ext>
              </a:extLst>
            </p:cNvPr>
            <p:cNvSpPr/>
            <p:nvPr/>
          </p:nvSpPr>
          <p:spPr>
            <a:xfrm>
              <a:off x="5710680" y="6775920"/>
              <a:ext cx="138600" cy="2167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86" h="603">
                  <a:moveTo>
                    <a:pt x="113" y="183"/>
                  </a:moveTo>
                  <a:cubicBezTo>
                    <a:pt x="71" y="156"/>
                    <a:pt x="66" y="127"/>
                    <a:pt x="66" y="112"/>
                  </a:cubicBezTo>
                  <a:cubicBezTo>
                    <a:pt x="66" y="59"/>
                    <a:pt x="126" y="22"/>
                    <a:pt x="192" y="22"/>
                  </a:cubicBezTo>
                  <a:cubicBezTo>
                    <a:pt x="260" y="22"/>
                    <a:pt x="320" y="67"/>
                    <a:pt x="320" y="131"/>
                  </a:cubicBezTo>
                  <a:cubicBezTo>
                    <a:pt x="320" y="181"/>
                    <a:pt x="283" y="223"/>
                    <a:pt x="228" y="254"/>
                  </a:cubicBezTo>
                  <a:close/>
                  <a:moveTo>
                    <a:pt x="246" y="266"/>
                  </a:moveTo>
                  <a:cubicBezTo>
                    <a:pt x="315" y="233"/>
                    <a:pt x="360" y="189"/>
                    <a:pt x="360" y="131"/>
                  </a:cubicBezTo>
                  <a:cubicBezTo>
                    <a:pt x="360" y="50"/>
                    <a:pt x="278" y="0"/>
                    <a:pt x="194" y="0"/>
                  </a:cubicBezTo>
                  <a:cubicBezTo>
                    <a:pt x="100" y="0"/>
                    <a:pt x="26" y="65"/>
                    <a:pt x="26" y="146"/>
                  </a:cubicBezTo>
                  <a:cubicBezTo>
                    <a:pt x="26" y="161"/>
                    <a:pt x="26" y="201"/>
                    <a:pt x="66" y="243"/>
                  </a:cubicBezTo>
                  <a:cubicBezTo>
                    <a:pt x="76" y="254"/>
                    <a:pt x="110" y="276"/>
                    <a:pt x="134" y="291"/>
                  </a:cubicBezTo>
                  <a:cubicBezTo>
                    <a:pt x="78" y="316"/>
                    <a:pt x="0" y="365"/>
                    <a:pt x="0" y="452"/>
                  </a:cubicBezTo>
                  <a:cubicBezTo>
                    <a:pt x="0" y="543"/>
                    <a:pt x="94" y="603"/>
                    <a:pt x="192" y="603"/>
                  </a:cubicBezTo>
                  <a:cubicBezTo>
                    <a:pt x="296" y="603"/>
                    <a:pt x="386" y="531"/>
                    <a:pt x="386" y="437"/>
                  </a:cubicBezTo>
                  <a:cubicBezTo>
                    <a:pt x="386" y="404"/>
                    <a:pt x="376" y="365"/>
                    <a:pt x="342" y="328"/>
                  </a:cubicBezTo>
                  <a:cubicBezTo>
                    <a:pt x="323" y="310"/>
                    <a:pt x="307" y="300"/>
                    <a:pt x="246" y="266"/>
                  </a:cubicBezTo>
                  <a:close/>
                  <a:moveTo>
                    <a:pt x="155" y="303"/>
                  </a:moveTo>
                  <a:lnTo>
                    <a:pt x="270" y="372"/>
                  </a:lnTo>
                  <a:cubicBezTo>
                    <a:pt x="296" y="387"/>
                    <a:pt x="339" y="415"/>
                    <a:pt x="339" y="466"/>
                  </a:cubicBezTo>
                  <a:cubicBezTo>
                    <a:pt x="339" y="534"/>
                    <a:pt x="270" y="578"/>
                    <a:pt x="194" y="578"/>
                  </a:cubicBezTo>
                  <a:cubicBezTo>
                    <a:pt x="113" y="578"/>
                    <a:pt x="47" y="524"/>
                    <a:pt x="47" y="452"/>
                  </a:cubicBezTo>
                  <a:cubicBezTo>
                    <a:pt x="47" y="400"/>
                    <a:pt x="76" y="345"/>
                    <a:pt x="155" y="30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031D3C0-1289-3214-23B1-3885BC06B953}"/>
                </a:ext>
              </a:extLst>
            </p:cNvPr>
            <p:cNvSpPr/>
            <p:nvPr/>
          </p:nvSpPr>
          <p:spPr>
            <a:xfrm>
              <a:off x="5891760" y="6775920"/>
              <a:ext cx="110160" cy="2095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07" h="583">
                  <a:moveTo>
                    <a:pt x="192" y="22"/>
                  </a:moveTo>
                  <a:cubicBezTo>
                    <a:pt x="192" y="3"/>
                    <a:pt x="192" y="0"/>
                    <a:pt x="171" y="0"/>
                  </a:cubicBezTo>
                  <a:cubicBezTo>
                    <a:pt x="113" y="57"/>
                    <a:pt x="29" y="57"/>
                    <a:pt x="0" y="57"/>
                  </a:cubicBezTo>
                  <a:lnTo>
                    <a:pt x="0" y="84"/>
                  </a:lnTo>
                  <a:cubicBezTo>
                    <a:pt x="18" y="84"/>
                    <a:pt x="74" y="84"/>
                    <a:pt x="121" y="59"/>
                  </a:cubicBezTo>
                  <a:lnTo>
                    <a:pt x="121" y="514"/>
                  </a:lnTo>
                  <a:cubicBezTo>
                    <a:pt x="121" y="546"/>
                    <a:pt x="118" y="556"/>
                    <a:pt x="34" y="556"/>
                  </a:cubicBezTo>
                  <a:lnTo>
                    <a:pt x="6" y="556"/>
                  </a:lnTo>
                  <a:lnTo>
                    <a:pt x="6" y="583"/>
                  </a:lnTo>
                  <a:cubicBezTo>
                    <a:pt x="40" y="581"/>
                    <a:pt x="118" y="581"/>
                    <a:pt x="158" y="581"/>
                  </a:cubicBezTo>
                  <a:cubicBezTo>
                    <a:pt x="194" y="581"/>
                    <a:pt x="276" y="581"/>
                    <a:pt x="307" y="583"/>
                  </a:cubicBezTo>
                  <a:lnTo>
                    <a:pt x="307" y="556"/>
                  </a:lnTo>
                  <a:lnTo>
                    <a:pt x="278" y="556"/>
                  </a:lnTo>
                  <a:cubicBezTo>
                    <a:pt x="194" y="556"/>
                    <a:pt x="192" y="546"/>
                    <a:pt x="192" y="51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1090245-4793-B4B2-6162-39376CB62BD5}"/>
                </a:ext>
              </a:extLst>
            </p:cNvPr>
            <p:cNvSpPr/>
            <p:nvPr/>
          </p:nvSpPr>
          <p:spPr>
            <a:xfrm>
              <a:off x="6037200" y="6846120"/>
              <a:ext cx="165600" cy="1425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61" h="397">
                  <a:moveTo>
                    <a:pt x="283" y="124"/>
                  </a:moveTo>
                  <a:cubicBezTo>
                    <a:pt x="289" y="99"/>
                    <a:pt x="310" y="20"/>
                    <a:pt x="376" y="20"/>
                  </a:cubicBezTo>
                  <a:cubicBezTo>
                    <a:pt x="380" y="20"/>
                    <a:pt x="401" y="20"/>
                    <a:pt x="420" y="30"/>
                  </a:cubicBezTo>
                  <a:cubicBezTo>
                    <a:pt x="396" y="35"/>
                    <a:pt x="376" y="57"/>
                    <a:pt x="376" y="77"/>
                  </a:cubicBezTo>
                  <a:cubicBezTo>
                    <a:pt x="376" y="92"/>
                    <a:pt x="386" y="109"/>
                    <a:pt x="412" y="109"/>
                  </a:cubicBezTo>
                  <a:cubicBezTo>
                    <a:pt x="433" y="109"/>
                    <a:pt x="461" y="92"/>
                    <a:pt x="461" y="57"/>
                  </a:cubicBezTo>
                  <a:cubicBezTo>
                    <a:pt x="461" y="12"/>
                    <a:pt x="407" y="0"/>
                    <a:pt x="376" y="0"/>
                  </a:cubicBezTo>
                  <a:cubicBezTo>
                    <a:pt x="323" y="0"/>
                    <a:pt x="289" y="47"/>
                    <a:pt x="278" y="67"/>
                  </a:cubicBezTo>
                  <a:cubicBezTo>
                    <a:pt x="255" y="10"/>
                    <a:pt x="205" y="0"/>
                    <a:pt x="178" y="0"/>
                  </a:cubicBezTo>
                  <a:cubicBezTo>
                    <a:pt x="81" y="0"/>
                    <a:pt x="29" y="114"/>
                    <a:pt x="29" y="134"/>
                  </a:cubicBezTo>
                  <a:cubicBezTo>
                    <a:pt x="29" y="144"/>
                    <a:pt x="37" y="144"/>
                    <a:pt x="40" y="144"/>
                  </a:cubicBezTo>
                  <a:cubicBezTo>
                    <a:pt x="47" y="144"/>
                    <a:pt x="50" y="142"/>
                    <a:pt x="53" y="134"/>
                  </a:cubicBezTo>
                  <a:cubicBezTo>
                    <a:pt x="84" y="43"/>
                    <a:pt x="144" y="20"/>
                    <a:pt x="176" y="20"/>
                  </a:cubicBezTo>
                  <a:cubicBezTo>
                    <a:pt x="194" y="20"/>
                    <a:pt x="226" y="27"/>
                    <a:pt x="226" y="77"/>
                  </a:cubicBezTo>
                  <a:cubicBezTo>
                    <a:pt x="226" y="105"/>
                    <a:pt x="209" y="164"/>
                    <a:pt x="176" y="288"/>
                  </a:cubicBezTo>
                  <a:cubicBezTo>
                    <a:pt x="160" y="342"/>
                    <a:pt x="128" y="378"/>
                    <a:pt x="90" y="378"/>
                  </a:cubicBezTo>
                  <a:cubicBezTo>
                    <a:pt x="81" y="378"/>
                    <a:pt x="60" y="378"/>
                    <a:pt x="42" y="367"/>
                  </a:cubicBezTo>
                  <a:cubicBezTo>
                    <a:pt x="66" y="363"/>
                    <a:pt x="84" y="345"/>
                    <a:pt x="84" y="320"/>
                  </a:cubicBezTo>
                  <a:cubicBezTo>
                    <a:pt x="84" y="295"/>
                    <a:pt x="66" y="288"/>
                    <a:pt x="50" y="288"/>
                  </a:cubicBezTo>
                  <a:cubicBezTo>
                    <a:pt x="24" y="288"/>
                    <a:pt x="0" y="313"/>
                    <a:pt x="0" y="340"/>
                  </a:cubicBezTo>
                  <a:cubicBezTo>
                    <a:pt x="0" y="379"/>
                    <a:pt x="47" y="397"/>
                    <a:pt x="87" y="397"/>
                  </a:cubicBezTo>
                  <a:cubicBezTo>
                    <a:pt x="150" y="397"/>
                    <a:pt x="181" y="335"/>
                    <a:pt x="184" y="330"/>
                  </a:cubicBezTo>
                  <a:cubicBezTo>
                    <a:pt x="197" y="363"/>
                    <a:pt x="228" y="397"/>
                    <a:pt x="283" y="397"/>
                  </a:cubicBezTo>
                  <a:cubicBezTo>
                    <a:pt x="380" y="397"/>
                    <a:pt x="433" y="285"/>
                    <a:pt x="433" y="263"/>
                  </a:cubicBezTo>
                  <a:cubicBezTo>
                    <a:pt x="433" y="254"/>
                    <a:pt x="426" y="254"/>
                    <a:pt x="423" y="254"/>
                  </a:cubicBezTo>
                  <a:cubicBezTo>
                    <a:pt x="414" y="254"/>
                    <a:pt x="412" y="258"/>
                    <a:pt x="410" y="263"/>
                  </a:cubicBezTo>
                  <a:cubicBezTo>
                    <a:pt x="380" y="357"/>
                    <a:pt x="317" y="378"/>
                    <a:pt x="286" y="378"/>
                  </a:cubicBezTo>
                  <a:cubicBezTo>
                    <a:pt x="249" y="378"/>
                    <a:pt x="236" y="350"/>
                    <a:pt x="236" y="320"/>
                  </a:cubicBezTo>
                  <a:cubicBezTo>
                    <a:pt x="236" y="300"/>
                    <a:pt x="242" y="283"/>
                    <a:pt x="252" y="24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6D42FDC-973A-72F2-D752-3D27BF348BF5}"/>
                </a:ext>
              </a:extLst>
            </p:cNvPr>
            <p:cNvSpPr/>
            <p:nvPr/>
          </p:nvSpPr>
          <p:spPr>
            <a:xfrm>
              <a:off x="6308280" y="6802560"/>
              <a:ext cx="221760" cy="2095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17" h="583">
                  <a:moveTo>
                    <a:pt x="328" y="310"/>
                  </a:moveTo>
                  <a:lnTo>
                    <a:pt x="585" y="310"/>
                  </a:lnTo>
                  <a:cubicBezTo>
                    <a:pt x="598" y="310"/>
                    <a:pt x="617" y="310"/>
                    <a:pt x="617" y="293"/>
                  </a:cubicBezTo>
                  <a:cubicBezTo>
                    <a:pt x="617" y="273"/>
                    <a:pt x="598" y="273"/>
                    <a:pt x="585" y="273"/>
                  </a:cubicBezTo>
                  <a:lnTo>
                    <a:pt x="328" y="273"/>
                  </a:lnTo>
                  <a:lnTo>
                    <a:pt x="328" y="30"/>
                  </a:lnTo>
                  <a:cubicBezTo>
                    <a:pt x="328" y="18"/>
                    <a:pt x="328" y="0"/>
                    <a:pt x="310" y="0"/>
                  </a:cubicBezTo>
                  <a:cubicBezTo>
                    <a:pt x="292" y="0"/>
                    <a:pt x="289" y="18"/>
                    <a:pt x="289" y="30"/>
                  </a:cubicBezTo>
                  <a:lnTo>
                    <a:pt x="289" y="273"/>
                  </a:lnTo>
                  <a:lnTo>
                    <a:pt x="31" y="273"/>
                  </a:lnTo>
                  <a:cubicBezTo>
                    <a:pt x="18" y="273"/>
                    <a:pt x="0" y="273"/>
                    <a:pt x="0" y="293"/>
                  </a:cubicBezTo>
                  <a:cubicBezTo>
                    <a:pt x="0" y="310"/>
                    <a:pt x="18" y="310"/>
                    <a:pt x="31" y="310"/>
                  </a:cubicBezTo>
                  <a:lnTo>
                    <a:pt x="289" y="310"/>
                  </a:lnTo>
                  <a:lnTo>
                    <a:pt x="289" y="553"/>
                  </a:lnTo>
                  <a:cubicBezTo>
                    <a:pt x="289" y="566"/>
                    <a:pt x="289" y="583"/>
                    <a:pt x="310" y="583"/>
                  </a:cubicBezTo>
                  <a:cubicBezTo>
                    <a:pt x="328" y="583"/>
                    <a:pt x="328" y="566"/>
                    <a:pt x="328" y="55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FA40267-4977-E054-32F9-23786FB3182F}"/>
                </a:ext>
              </a:extLst>
            </p:cNvPr>
            <p:cNvSpPr/>
            <p:nvPr/>
          </p:nvSpPr>
          <p:spPr>
            <a:xfrm>
              <a:off x="6650640" y="6775920"/>
              <a:ext cx="110160" cy="2095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07" h="583">
                  <a:moveTo>
                    <a:pt x="192" y="22"/>
                  </a:moveTo>
                  <a:cubicBezTo>
                    <a:pt x="192" y="3"/>
                    <a:pt x="192" y="0"/>
                    <a:pt x="171" y="0"/>
                  </a:cubicBezTo>
                  <a:cubicBezTo>
                    <a:pt x="113" y="57"/>
                    <a:pt x="29" y="57"/>
                    <a:pt x="0" y="57"/>
                  </a:cubicBezTo>
                  <a:lnTo>
                    <a:pt x="0" y="84"/>
                  </a:lnTo>
                  <a:cubicBezTo>
                    <a:pt x="18" y="84"/>
                    <a:pt x="74" y="84"/>
                    <a:pt x="121" y="59"/>
                  </a:cubicBezTo>
                  <a:lnTo>
                    <a:pt x="121" y="514"/>
                  </a:lnTo>
                  <a:cubicBezTo>
                    <a:pt x="121" y="546"/>
                    <a:pt x="118" y="556"/>
                    <a:pt x="34" y="556"/>
                  </a:cubicBezTo>
                  <a:lnTo>
                    <a:pt x="6" y="556"/>
                  </a:lnTo>
                  <a:lnTo>
                    <a:pt x="6" y="583"/>
                  </a:lnTo>
                  <a:cubicBezTo>
                    <a:pt x="40" y="581"/>
                    <a:pt x="118" y="581"/>
                    <a:pt x="158" y="581"/>
                  </a:cubicBezTo>
                  <a:cubicBezTo>
                    <a:pt x="194" y="581"/>
                    <a:pt x="276" y="581"/>
                    <a:pt x="307" y="583"/>
                  </a:cubicBezTo>
                  <a:lnTo>
                    <a:pt x="307" y="556"/>
                  </a:lnTo>
                  <a:lnTo>
                    <a:pt x="278" y="556"/>
                  </a:lnTo>
                  <a:cubicBezTo>
                    <a:pt x="194" y="556"/>
                    <a:pt x="192" y="546"/>
                    <a:pt x="192" y="51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C5A4A36-DDEC-3FEF-1418-5D00AA00715B}"/>
                </a:ext>
              </a:extLst>
            </p:cNvPr>
            <p:cNvSpPr/>
            <p:nvPr/>
          </p:nvSpPr>
          <p:spPr>
            <a:xfrm>
              <a:off x="6800760" y="6775920"/>
              <a:ext cx="138600" cy="2167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86" h="603">
                  <a:moveTo>
                    <a:pt x="302" y="305"/>
                  </a:moveTo>
                  <a:lnTo>
                    <a:pt x="302" y="332"/>
                  </a:lnTo>
                  <a:cubicBezTo>
                    <a:pt x="302" y="539"/>
                    <a:pt x="205" y="578"/>
                    <a:pt x="152" y="578"/>
                  </a:cubicBezTo>
                  <a:cubicBezTo>
                    <a:pt x="137" y="578"/>
                    <a:pt x="87" y="576"/>
                    <a:pt x="60" y="546"/>
                  </a:cubicBezTo>
                  <a:cubicBezTo>
                    <a:pt x="102" y="546"/>
                    <a:pt x="108" y="521"/>
                    <a:pt x="108" y="506"/>
                  </a:cubicBezTo>
                  <a:cubicBezTo>
                    <a:pt x="108" y="479"/>
                    <a:pt x="87" y="466"/>
                    <a:pt x="66" y="466"/>
                  </a:cubicBezTo>
                  <a:cubicBezTo>
                    <a:pt x="50" y="466"/>
                    <a:pt x="24" y="474"/>
                    <a:pt x="24" y="509"/>
                  </a:cubicBezTo>
                  <a:cubicBezTo>
                    <a:pt x="24" y="566"/>
                    <a:pt x="74" y="603"/>
                    <a:pt x="152" y="603"/>
                  </a:cubicBezTo>
                  <a:cubicBezTo>
                    <a:pt x="273" y="603"/>
                    <a:pt x="386" y="484"/>
                    <a:pt x="386" y="295"/>
                  </a:cubicBezTo>
                  <a:cubicBezTo>
                    <a:pt x="386" y="59"/>
                    <a:pt x="278" y="0"/>
                    <a:pt x="197" y="0"/>
                  </a:cubicBezTo>
                  <a:cubicBezTo>
                    <a:pt x="144" y="0"/>
                    <a:pt x="100" y="15"/>
                    <a:pt x="60" y="55"/>
                  </a:cubicBezTo>
                  <a:cubicBezTo>
                    <a:pt x="21" y="94"/>
                    <a:pt x="0" y="131"/>
                    <a:pt x="0" y="196"/>
                  </a:cubicBezTo>
                  <a:cubicBezTo>
                    <a:pt x="0" y="308"/>
                    <a:pt x="81" y="392"/>
                    <a:pt x="186" y="392"/>
                  </a:cubicBezTo>
                  <a:cubicBezTo>
                    <a:pt x="242" y="392"/>
                    <a:pt x="281" y="355"/>
                    <a:pt x="302" y="305"/>
                  </a:cubicBezTo>
                  <a:close/>
                  <a:moveTo>
                    <a:pt x="186" y="372"/>
                  </a:moveTo>
                  <a:cubicBezTo>
                    <a:pt x="171" y="372"/>
                    <a:pt x="128" y="372"/>
                    <a:pt x="100" y="317"/>
                  </a:cubicBezTo>
                  <a:cubicBezTo>
                    <a:pt x="84" y="285"/>
                    <a:pt x="84" y="241"/>
                    <a:pt x="84" y="199"/>
                  </a:cubicBezTo>
                  <a:cubicBezTo>
                    <a:pt x="84" y="152"/>
                    <a:pt x="84" y="109"/>
                    <a:pt x="102" y="77"/>
                  </a:cubicBezTo>
                  <a:cubicBezTo>
                    <a:pt x="128" y="32"/>
                    <a:pt x="162" y="22"/>
                    <a:pt x="197" y="22"/>
                  </a:cubicBezTo>
                  <a:cubicBezTo>
                    <a:pt x="239" y="22"/>
                    <a:pt x="270" y="52"/>
                    <a:pt x="286" y="92"/>
                  </a:cubicBezTo>
                  <a:cubicBezTo>
                    <a:pt x="296" y="119"/>
                    <a:pt x="299" y="174"/>
                    <a:pt x="299" y="214"/>
                  </a:cubicBezTo>
                  <a:cubicBezTo>
                    <a:pt x="299" y="288"/>
                    <a:pt x="268" y="372"/>
                    <a:pt x="186" y="37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A69737B-9F77-2314-2E96-B79248FC8515}"/>
                </a:ext>
              </a:extLst>
            </p:cNvPr>
            <p:cNvSpPr/>
            <p:nvPr/>
          </p:nvSpPr>
          <p:spPr>
            <a:xfrm>
              <a:off x="7048440" y="6802560"/>
              <a:ext cx="221760" cy="2095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17" h="583">
                  <a:moveTo>
                    <a:pt x="328" y="310"/>
                  </a:moveTo>
                  <a:lnTo>
                    <a:pt x="585" y="310"/>
                  </a:lnTo>
                  <a:cubicBezTo>
                    <a:pt x="598" y="310"/>
                    <a:pt x="617" y="310"/>
                    <a:pt x="617" y="293"/>
                  </a:cubicBezTo>
                  <a:cubicBezTo>
                    <a:pt x="617" y="273"/>
                    <a:pt x="598" y="273"/>
                    <a:pt x="585" y="273"/>
                  </a:cubicBezTo>
                  <a:lnTo>
                    <a:pt x="328" y="273"/>
                  </a:lnTo>
                  <a:lnTo>
                    <a:pt x="328" y="30"/>
                  </a:lnTo>
                  <a:cubicBezTo>
                    <a:pt x="328" y="18"/>
                    <a:pt x="328" y="0"/>
                    <a:pt x="310" y="0"/>
                  </a:cubicBezTo>
                  <a:cubicBezTo>
                    <a:pt x="289" y="0"/>
                    <a:pt x="289" y="18"/>
                    <a:pt x="289" y="30"/>
                  </a:cubicBezTo>
                  <a:lnTo>
                    <a:pt x="289" y="273"/>
                  </a:lnTo>
                  <a:lnTo>
                    <a:pt x="31" y="273"/>
                  </a:lnTo>
                  <a:cubicBezTo>
                    <a:pt x="18" y="273"/>
                    <a:pt x="0" y="273"/>
                    <a:pt x="0" y="293"/>
                  </a:cubicBezTo>
                  <a:cubicBezTo>
                    <a:pt x="0" y="310"/>
                    <a:pt x="18" y="310"/>
                    <a:pt x="31" y="310"/>
                  </a:cubicBezTo>
                  <a:lnTo>
                    <a:pt x="289" y="310"/>
                  </a:lnTo>
                  <a:lnTo>
                    <a:pt x="289" y="553"/>
                  </a:lnTo>
                  <a:cubicBezTo>
                    <a:pt x="289" y="566"/>
                    <a:pt x="289" y="583"/>
                    <a:pt x="310" y="583"/>
                  </a:cubicBezTo>
                  <a:cubicBezTo>
                    <a:pt x="328" y="583"/>
                    <a:pt x="328" y="566"/>
                    <a:pt x="328" y="55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ADD89F7-DCC0-77D8-D19B-6EBCE8BD0B69}"/>
                </a:ext>
              </a:extLst>
            </p:cNvPr>
            <p:cNvSpPr/>
            <p:nvPr/>
          </p:nvSpPr>
          <p:spPr>
            <a:xfrm>
              <a:off x="7398000" y="6704280"/>
              <a:ext cx="303120" cy="3776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43" h="1050">
                  <a:moveTo>
                    <a:pt x="292" y="1050"/>
                  </a:moveTo>
                  <a:cubicBezTo>
                    <a:pt x="320" y="1050"/>
                    <a:pt x="320" y="1048"/>
                    <a:pt x="330" y="1033"/>
                  </a:cubicBezTo>
                  <a:lnTo>
                    <a:pt x="834" y="32"/>
                  </a:lnTo>
                  <a:cubicBezTo>
                    <a:pt x="843" y="22"/>
                    <a:pt x="843" y="20"/>
                    <a:pt x="843" y="18"/>
                  </a:cubicBezTo>
                  <a:cubicBezTo>
                    <a:pt x="843" y="7"/>
                    <a:pt x="834" y="0"/>
                    <a:pt x="824" y="0"/>
                  </a:cubicBezTo>
                  <a:cubicBezTo>
                    <a:pt x="811" y="0"/>
                    <a:pt x="809" y="7"/>
                    <a:pt x="803" y="18"/>
                  </a:cubicBezTo>
                  <a:lnTo>
                    <a:pt x="326" y="958"/>
                  </a:lnTo>
                  <a:lnTo>
                    <a:pt x="128" y="524"/>
                  </a:lnTo>
                  <a:lnTo>
                    <a:pt x="0" y="618"/>
                  </a:lnTo>
                  <a:lnTo>
                    <a:pt x="13" y="633"/>
                  </a:lnTo>
                  <a:lnTo>
                    <a:pt x="78" y="58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12810-AC7B-5B38-CEE2-39F1EF87E816}"/>
                </a:ext>
              </a:extLst>
            </p:cNvPr>
            <p:cNvSpPr/>
            <p:nvPr/>
          </p:nvSpPr>
          <p:spPr>
            <a:xfrm>
              <a:off x="7693560" y="6704280"/>
              <a:ext cx="2090160" cy="129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807" h="37">
                  <a:moveTo>
                    <a:pt x="2903" y="37"/>
                  </a:moveTo>
                  <a:lnTo>
                    <a:pt x="0" y="37"/>
                  </a:lnTo>
                  <a:lnTo>
                    <a:pt x="0" y="0"/>
                  </a:lnTo>
                  <a:lnTo>
                    <a:pt x="5807" y="0"/>
                  </a:lnTo>
                  <a:lnTo>
                    <a:pt x="5807" y="3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FF3A1D6-33B3-9CC5-77EA-4B1D959AEB14}"/>
                </a:ext>
              </a:extLst>
            </p:cNvPr>
            <p:cNvSpPr/>
            <p:nvPr/>
          </p:nvSpPr>
          <p:spPr>
            <a:xfrm>
              <a:off x="7706520" y="6775920"/>
              <a:ext cx="138600" cy="2167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86" h="603">
                  <a:moveTo>
                    <a:pt x="113" y="183"/>
                  </a:moveTo>
                  <a:cubicBezTo>
                    <a:pt x="71" y="156"/>
                    <a:pt x="66" y="127"/>
                    <a:pt x="66" y="112"/>
                  </a:cubicBezTo>
                  <a:cubicBezTo>
                    <a:pt x="66" y="59"/>
                    <a:pt x="126" y="22"/>
                    <a:pt x="192" y="22"/>
                  </a:cubicBezTo>
                  <a:cubicBezTo>
                    <a:pt x="260" y="22"/>
                    <a:pt x="320" y="67"/>
                    <a:pt x="320" y="131"/>
                  </a:cubicBezTo>
                  <a:cubicBezTo>
                    <a:pt x="320" y="181"/>
                    <a:pt x="283" y="223"/>
                    <a:pt x="228" y="254"/>
                  </a:cubicBezTo>
                  <a:close/>
                  <a:moveTo>
                    <a:pt x="246" y="266"/>
                  </a:moveTo>
                  <a:cubicBezTo>
                    <a:pt x="315" y="233"/>
                    <a:pt x="360" y="189"/>
                    <a:pt x="360" y="131"/>
                  </a:cubicBezTo>
                  <a:cubicBezTo>
                    <a:pt x="360" y="50"/>
                    <a:pt x="278" y="0"/>
                    <a:pt x="194" y="0"/>
                  </a:cubicBezTo>
                  <a:cubicBezTo>
                    <a:pt x="100" y="0"/>
                    <a:pt x="26" y="65"/>
                    <a:pt x="26" y="146"/>
                  </a:cubicBezTo>
                  <a:cubicBezTo>
                    <a:pt x="26" y="161"/>
                    <a:pt x="26" y="201"/>
                    <a:pt x="66" y="243"/>
                  </a:cubicBezTo>
                  <a:cubicBezTo>
                    <a:pt x="76" y="254"/>
                    <a:pt x="110" y="276"/>
                    <a:pt x="134" y="291"/>
                  </a:cubicBezTo>
                  <a:cubicBezTo>
                    <a:pt x="78" y="316"/>
                    <a:pt x="0" y="365"/>
                    <a:pt x="0" y="452"/>
                  </a:cubicBezTo>
                  <a:cubicBezTo>
                    <a:pt x="0" y="543"/>
                    <a:pt x="94" y="603"/>
                    <a:pt x="192" y="603"/>
                  </a:cubicBezTo>
                  <a:cubicBezTo>
                    <a:pt x="296" y="603"/>
                    <a:pt x="386" y="531"/>
                    <a:pt x="386" y="437"/>
                  </a:cubicBezTo>
                  <a:cubicBezTo>
                    <a:pt x="386" y="404"/>
                    <a:pt x="376" y="365"/>
                    <a:pt x="342" y="328"/>
                  </a:cubicBezTo>
                  <a:cubicBezTo>
                    <a:pt x="323" y="310"/>
                    <a:pt x="307" y="300"/>
                    <a:pt x="246" y="266"/>
                  </a:cubicBezTo>
                  <a:close/>
                  <a:moveTo>
                    <a:pt x="155" y="303"/>
                  </a:moveTo>
                  <a:lnTo>
                    <a:pt x="270" y="372"/>
                  </a:lnTo>
                  <a:cubicBezTo>
                    <a:pt x="296" y="387"/>
                    <a:pt x="339" y="415"/>
                    <a:pt x="339" y="466"/>
                  </a:cubicBezTo>
                  <a:cubicBezTo>
                    <a:pt x="339" y="534"/>
                    <a:pt x="270" y="578"/>
                    <a:pt x="194" y="578"/>
                  </a:cubicBezTo>
                  <a:cubicBezTo>
                    <a:pt x="113" y="578"/>
                    <a:pt x="47" y="524"/>
                    <a:pt x="47" y="452"/>
                  </a:cubicBezTo>
                  <a:cubicBezTo>
                    <a:pt x="47" y="400"/>
                    <a:pt x="76" y="345"/>
                    <a:pt x="155" y="30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6ECCDA4-93F5-13B7-1151-49B1FD721307}"/>
                </a:ext>
              </a:extLst>
            </p:cNvPr>
            <p:cNvSpPr/>
            <p:nvPr/>
          </p:nvSpPr>
          <p:spPr>
            <a:xfrm>
              <a:off x="7871040" y="6775920"/>
              <a:ext cx="140400" cy="2167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91" h="603">
                  <a:moveTo>
                    <a:pt x="391" y="303"/>
                  </a:moveTo>
                  <a:cubicBezTo>
                    <a:pt x="391" y="233"/>
                    <a:pt x="386" y="164"/>
                    <a:pt x="354" y="99"/>
                  </a:cubicBezTo>
                  <a:cubicBezTo>
                    <a:pt x="312" y="15"/>
                    <a:pt x="236" y="0"/>
                    <a:pt x="197" y="0"/>
                  </a:cubicBezTo>
                  <a:cubicBezTo>
                    <a:pt x="139" y="0"/>
                    <a:pt x="74" y="22"/>
                    <a:pt x="34" y="105"/>
                  </a:cubicBezTo>
                  <a:cubicBezTo>
                    <a:pt x="6" y="164"/>
                    <a:pt x="0" y="233"/>
                    <a:pt x="0" y="303"/>
                  </a:cubicBezTo>
                  <a:cubicBezTo>
                    <a:pt x="0" y="370"/>
                    <a:pt x="3" y="447"/>
                    <a:pt x="42" y="514"/>
                  </a:cubicBezTo>
                  <a:cubicBezTo>
                    <a:pt x="81" y="586"/>
                    <a:pt x="150" y="603"/>
                    <a:pt x="194" y="603"/>
                  </a:cubicBezTo>
                  <a:cubicBezTo>
                    <a:pt x="244" y="603"/>
                    <a:pt x="315" y="583"/>
                    <a:pt x="357" y="502"/>
                  </a:cubicBezTo>
                  <a:cubicBezTo>
                    <a:pt x="386" y="441"/>
                    <a:pt x="391" y="372"/>
                    <a:pt x="391" y="303"/>
                  </a:cubicBezTo>
                  <a:close/>
                  <a:moveTo>
                    <a:pt x="194" y="583"/>
                  </a:moveTo>
                  <a:cubicBezTo>
                    <a:pt x="160" y="583"/>
                    <a:pt x="105" y="561"/>
                    <a:pt x="87" y="477"/>
                  </a:cubicBezTo>
                  <a:cubicBezTo>
                    <a:pt x="76" y="425"/>
                    <a:pt x="76" y="345"/>
                    <a:pt x="76" y="293"/>
                  </a:cubicBezTo>
                  <a:cubicBezTo>
                    <a:pt x="76" y="236"/>
                    <a:pt x="76" y="179"/>
                    <a:pt x="84" y="131"/>
                  </a:cubicBezTo>
                  <a:cubicBezTo>
                    <a:pt x="102" y="27"/>
                    <a:pt x="171" y="20"/>
                    <a:pt x="194" y="20"/>
                  </a:cubicBezTo>
                  <a:cubicBezTo>
                    <a:pt x="226" y="20"/>
                    <a:pt x="286" y="35"/>
                    <a:pt x="305" y="121"/>
                  </a:cubicBezTo>
                  <a:cubicBezTo>
                    <a:pt x="315" y="171"/>
                    <a:pt x="315" y="238"/>
                    <a:pt x="315" y="293"/>
                  </a:cubicBezTo>
                  <a:cubicBezTo>
                    <a:pt x="315" y="357"/>
                    <a:pt x="315" y="417"/>
                    <a:pt x="305" y="474"/>
                  </a:cubicBezTo>
                  <a:cubicBezTo>
                    <a:pt x="289" y="556"/>
                    <a:pt x="236" y="583"/>
                    <a:pt x="194" y="58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B598207-57A2-7A0F-FFC6-AA3D257E1485}"/>
                </a:ext>
              </a:extLst>
            </p:cNvPr>
            <p:cNvSpPr/>
            <p:nvPr/>
          </p:nvSpPr>
          <p:spPr>
            <a:xfrm>
              <a:off x="8057160" y="6750000"/>
              <a:ext cx="78120" cy="3142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18" h="874">
                  <a:moveTo>
                    <a:pt x="218" y="866"/>
                  </a:moveTo>
                  <a:cubicBezTo>
                    <a:pt x="218" y="863"/>
                    <a:pt x="218" y="862"/>
                    <a:pt x="199" y="847"/>
                  </a:cubicBezTo>
                  <a:cubicBezTo>
                    <a:pt x="84" y="737"/>
                    <a:pt x="55" y="571"/>
                    <a:pt x="55" y="437"/>
                  </a:cubicBezTo>
                  <a:cubicBezTo>
                    <a:pt x="55" y="285"/>
                    <a:pt x="90" y="134"/>
                    <a:pt x="205" y="25"/>
                  </a:cubicBezTo>
                  <a:cubicBezTo>
                    <a:pt x="218" y="12"/>
                    <a:pt x="218" y="12"/>
                    <a:pt x="218" y="10"/>
                  </a:cubicBezTo>
                  <a:cubicBezTo>
                    <a:pt x="218" y="3"/>
                    <a:pt x="212" y="0"/>
                    <a:pt x="208" y="0"/>
                  </a:cubicBezTo>
                  <a:cubicBezTo>
                    <a:pt x="197" y="0"/>
                    <a:pt x="113" y="59"/>
                    <a:pt x="58" y="171"/>
                  </a:cubicBezTo>
                  <a:cubicBezTo>
                    <a:pt x="10" y="268"/>
                    <a:pt x="0" y="365"/>
                    <a:pt x="0" y="437"/>
                  </a:cubicBezTo>
                  <a:cubicBezTo>
                    <a:pt x="0" y="506"/>
                    <a:pt x="10" y="611"/>
                    <a:pt x="60" y="710"/>
                  </a:cubicBezTo>
                  <a:cubicBezTo>
                    <a:pt x="118" y="819"/>
                    <a:pt x="197" y="874"/>
                    <a:pt x="208" y="874"/>
                  </a:cubicBezTo>
                  <a:cubicBezTo>
                    <a:pt x="212" y="874"/>
                    <a:pt x="218" y="871"/>
                    <a:pt x="218" y="86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724C750-38F6-8B3E-EE50-08033C1A9DBF}"/>
                </a:ext>
              </a:extLst>
            </p:cNvPr>
            <p:cNvSpPr/>
            <p:nvPr/>
          </p:nvSpPr>
          <p:spPr>
            <a:xfrm>
              <a:off x="8182079" y="6775920"/>
              <a:ext cx="110160" cy="2095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07" h="583">
                  <a:moveTo>
                    <a:pt x="192" y="22"/>
                  </a:moveTo>
                  <a:cubicBezTo>
                    <a:pt x="192" y="3"/>
                    <a:pt x="192" y="0"/>
                    <a:pt x="171" y="0"/>
                  </a:cubicBezTo>
                  <a:cubicBezTo>
                    <a:pt x="113" y="57"/>
                    <a:pt x="29" y="57"/>
                    <a:pt x="0" y="57"/>
                  </a:cubicBezTo>
                  <a:lnTo>
                    <a:pt x="0" y="84"/>
                  </a:lnTo>
                  <a:cubicBezTo>
                    <a:pt x="18" y="84"/>
                    <a:pt x="74" y="84"/>
                    <a:pt x="121" y="59"/>
                  </a:cubicBezTo>
                  <a:lnTo>
                    <a:pt x="121" y="514"/>
                  </a:lnTo>
                  <a:cubicBezTo>
                    <a:pt x="121" y="546"/>
                    <a:pt x="118" y="556"/>
                    <a:pt x="34" y="556"/>
                  </a:cubicBezTo>
                  <a:lnTo>
                    <a:pt x="6" y="556"/>
                  </a:lnTo>
                  <a:lnTo>
                    <a:pt x="6" y="583"/>
                  </a:lnTo>
                  <a:cubicBezTo>
                    <a:pt x="40" y="581"/>
                    <a:pt x="118" y="581"/>
                    <a:pt x="158" y="581"/>
                  </a:cubicBezTo>
                  <a:cubicBezTo>
                    <a:pt x="194" y="581"/>
                    <a:pt x="276" y="581"/>
                    <a:pt x="307" y="583"/>
                  </a:cubicBezTo>
                  <a:lnTo>
                    <a:pt x="307" y="556"/>
                  </a:lnTo>
                  <a:lnTo>
                    <a:pt x="278" y="556"/>
                  </a:lnTo>
                  <a:cubicBezTo>
                    <a:pt x="194" y="556"/>
                    <a:pt x="192" y="546"/>
                    <a:pt x="192" y="51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7EDD91-302B-CC06-B76F-2D23046B3AA2}"/>
                </a:ext>
              </a:extLst>
            </p:cNvPr>
            <p:cNvSpPr/>
            <p:nvPr/>
          </p:nvSpPr>
          <p:spPr>
            <a:xfrm>
              <a:off x="8418960" y="6900840"/>
              <a:ext cx="203760" cy="129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67" h="37">
                  <a:moveTo>
                    <a:pt x="533" y="37"/>
                  </a:moveTo>
                  <a:cubicBezTo>
                    <a:pt x="548" y="37"/>
                    <a:pt x="567" y="37"/>
                    <a:pt x="567" y="20"/>
                  </a:cubicBezTo>
                  <a:cubicBezTo>
                    <a:pt x="567" y="0"/>
                    <a:pt x="548" y="0"/>
                    <a:pt x="533" y="0"/>
                  </a:cubicBezTo>
                  <a:lnTo>
                    <a:pt x="31" y="0"/>
                  </a:lnTo>
                  <a:cubicBezTo>
                    <a:pt x="16" y="0"/>
                    <a:pt x="0" y="0"/>
                    <a:pt x="0" y="20"/>
                  </a:cubicBezTo>
                  <a:cubicBezTo>
                    <a:pt x="0" y="37"/>
                    <a:pt x="16" y="37"/>
                    <a:pt x="31" y="3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707F3D9-7C0F-23AC-E3DF-6C6C5030CFCE}"/>
                </a:ext>
              </a:extLst>
            </p:cNvPr>
            <p:cNvSpPr/>
            <p:nvPr/>
          </p:nvSpPr>
          <p:spPr>
            <a:xfrm>
              <a:off x="8732520" y="6846120"/>
              <a:ext cx="165600" cy="1425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61" h="397">
                  <a:moveTo>
                    <a:pt x="283" y="124"/>
                  </a:moveTo>
                  <a:cubicBezTo>
                    <a:pt x="289" y="99"/>
                    <a:pt x="310" y="20"/>
                    <a:pt x="376" y="20"/>
                  </a:cubicBezTo>
                  <a:cubicBezTo>
                    <a:pt x="380" y="20"/>
                    <a:pt x="401" y="20"/>
                    <a:pt x="420" y="30"/>
                  </a:cubicBezTo>
                  <a:cubicBezTo>
                    <a:pt x="396" y="35"/>
                    <a:pt x="377" y="57"/>
                    <a:pt x="377" y="77"/>
                  </a:cubicBezTo>
                  <a:cubicBezTo>
                    <a:pt x="377" y="92"/>
                    <a:pt x="386" y="109"/>
                    <a:pt x="412" y="109"/>
                  </a:cubicBezTo>
                  <a:cubicBezTo>
                    <a:pt x="433" y="109"/>
                    <a:pt x="461" y="92"/>
                    <a:pt x="461" y="57"/>
                  </a:cubicBezTo>
                  <a:cubicBezTo>
                    <a:pt x="461" y="12"/>
                    <a:pt x="407" y="0"/>
                    <a:pt x="376" y="0"/>
                  </a:cubicBezTo>
                  <a:cubicBezTo>
                    <a:pt x="323" y="0"/>
                    <a:pt x="289" y="47"/>
                    <a:pt x="278" y="67"/>
                  </a:cubicBezTo>
                  <a:cubicBezTo>
                    <a:pt x="255" y="10"/>
                    <a:pt x="205" y="0"/>
                    <a:pt x="178" y="0"/>
                  </a:cubicBezTo>
                  <a:cubicBezTo>
                    <a:pt x="81" y="0"/>
                    <a:pt x="29" y="114"/>
                    <a:pt x="29" y="134"/>
                  </a:cubicBezTo>
                  <a:cubicBezTo>
                    <a:pt x="29" y="144"/>
                    <a:pt x="37" y="144"/>
                    <a:pt x="40" y="144"/>
                  </a:cubicBezTo>
                  <a:cubicBezTo>
                    <a:pt x="47" y="144"/>
                    <a:pt x="50" y="142"/>
                    <a:pt x="53" y="134"/>
                  </a:cubicBezTo>
                  <a:cubicBezTo>
                    <a:pt x="84" y="43"/>
                    <a:pt x="144" y="20"/>
                    <a:pt x="176" y="20"/>
                  </a:cubicBezTo>
                  <a:cubicBezTo>
                    <a:pt x="194" y="20"/>
                    <a:pt x="226" y="27"/>
                    <a:pt x="226" y="77"/>
                  </a:cubicBezTo>
                  <a:cubicBezTo>
                    <a:pt x="226" y="105"/>
                    <a:pt x="209" y="164"/>
                    <a:pt x="176" y="288"/>
                  </a:cubicBezTo>
                  <a:cubicBezTo>
                    <a:pt x="160" y="342"/>
                    <a:pt x="128" y="378"/>
                    <a:pt x="90" y="378"/>
                  </a:cubicBezTo>
                  <a:cubicBezTo>
                    <a:pt x="81" y="378"/>
                    <a:pt x="60" y="378"/>
                    <a:pt x="42" y="367"/>
                  </a:cubicBezTo>
                  <a:cubicBezTo>
                    <a:pt x="66" y="363"/>
                    <a:pt x="84" y="345"/>
                    <a:pt x="84" y="320"/>
                  </a:cubicBezTo>
                  <a:cubicBezTo>
                    <a:pt x="84" y="295"/>
                    <a:pt x="66" y="288"/>
                    <a:pt x="50" y="288"/>
                  </a:cubicBezTo>
                  <a:cubicBezTo>
                    <a:pt x="24" y="288"/>
                    <a:pt x="0" y="313"/>
                    <a:pt x="0" y="340"/>
                  </a:cubicBezTo>
                  <a:cubicBezTo>
                    <a:pt x="0" y="379"/>
                    <a:pt x="47" y="397"/>
                    <a:pt x="87" y="397"/>
                  </a:cubicBezTo>
                  <a:cubicBezTo>
                    <a:pt x="150" y="397"/>
                    <a:pt x="181" y="335"/>
                    <a:pt x="184" y="330"/>
                  </a:cubicBezTo>
                  <a:cubicBezTo>
                    <a:pt x="197" y="363"/>
                    <a:pt x="228" y="397"/>
                    <a:pt x="283" y="397"/>
                  </a:cubicBezTo>
                  <a:cubicBezTo>
                    <a:pt x="380" y="397"/>
                    <a:pt x="433" y="285"/>
                    <a:pt x="433" y="263"/>
                  </a:cubicBezTo>
                  <a:cubicBezTo>
                    <a:pt x="433" y="254"/>
                    <a:pt x="426" y="254"/>
                    <a:pt x="423" y="254"/>
                  </a:cubicBezTo>
                  <a:cubicBezTo>
                    <a:pt x="414" y="254"/>
                    <a:pt x="412" y="258"/>
                    <a:pt x="410" y="263"/>
                  </a:cubicBezTo>
                  <a:cubicBezTo>
                    <a:pt x="380" y="357"/>
                    <a:pt x="317" y="378"/>
                    <a:pt x="286" y="378"/>
                  </a:cubicBezTo>
                  <a:cubicBezTo>
                    <a:pt x="249" y="378"/>
                    <a:pt x="236" y="350"/>
                    <a:pt x="236" y="320"/>
                  </a:cubicBezTo>
                  <a:cubicBezTo>
                    <a:pt x="236" y="300"/>
                    <a:pt x="242" y="283"/>
                    <a:pt x="252" y="24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FE4C555-AE0B-7F8D-C45E-018546C4013A}"/>
                </a:ext>
              </a:extLst>
            </p:cNvPr>
            <p:cNvSpPr/>
            <p:nvPr/>
          </p:nvSpPr>
          <p:spPr>
            <a:xfrm>
              <a:off x="8930880" y="6750000"/>
              <a:ext cx="78120" cy="3142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18" h="874">
                  <a:moveTo>
                    <a:pt x="218" y="437"/>
                  </a:moveTo>
                  <a:cubicBezTo>
                    <a:pt x="218" y="370"/>
                    <a:pt x="208" y="263"/>
                    <a:pt x="155" y="164"/>
                  </a:cubicBezTo>
                  <a:cubicBezTo>
                    <a:pt x="100" y="57"/>
                    <a:pt x="18" y="0"/>
                    <a:pt x="10" y="0"/>
                  </a:cubicBezTo>
                  <a:cubicBezTo>
                    <a:pt x="3" y="0"/>
                    <a:pt x="0" y="3"/>
                    <a:pt x="0" y="10"/>
                  </a:cubicBezTo>
                  <a:cubicBezTo>
                    <a:pt x="0" y="12"/>
                    <a:pt x="0" y="12"/>
                    <a:pt x="18" y="30"/>
                  </a:cubicBezTo>
                  <a:cubicBezTo>
                    <a:pt x="110" y="117"/>
                    <a:pt x="162" y="255"/>
                    <a:pt x="162" y="437"/>
                  </a:cubicBezTo>
                  <a:cubicBezTo>
                    <a:pt x="162" y="589"/>
                    <a:pt x="128" y="742"/>
                    <a:pt x="13" y="851"/>
                  </a:cubicBezTo>
                  <a:cubicBezTo>
                    <a:pt x="0" y="862"/>
                    <a:pt x="0" y="863"/>
                    <a:pt x="0" y="866"/>
                  </a:cubicBezTo>
                  <a:cubicBezTo>
                    <a:pt x="0" y="871"/>
                    <a:pt x="3" y="874"/>
                    <a:pt x="10" y="874"/>
                  </a:cubicBezTo>
                  <a:cubicBezTo>
                    <a:pt x="18" y="874"/>
                    <a:pt x="102" y="814"/>
                    <a:pt x="158" y="705"/>
                  </a:cubicBezTo>
                  <a:cubicBezTo>
                    <a:pt x="205" y="608"/>
                    <a:pt x="218" y="511"/>
                    <a:pt x="218" y="43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38BA46C-E194-2C2E-0F60-B357826966BE}"/>
                </a:ext>
              </a:extLst>
            </p:cNvPr>
            <p:cNvSpPr/>
            <p:nvPr/>
          </p:nvSpPr>
          <p:spPr>
            <a:xfrm>
              <a:off x="9133200" y="6802560"/>
              <a:ext cx="221760" cy="2095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17" h="583">
                  <a:moveTo>
                    <a:pt x="328" y="310"/>
                  </a:moveTo>
                  <a:lnTo>
                    <a:pt x="585" y="310"/>
                  </a:lnTo>
                  <a:cubicBezTo>
                    <a:pt x="598" y="310"/>
                    <a:pt x="617" y="310"/>
                    <a:pt x="617" y="293"/>
                  </a:cubicBezTo>
                  <a:cubicBezTo>
                    <a:pt x="617" y="273"/>
                    <a:pt x="598" y="273"/>
                    <a:pt x="585" y="273"/>
                  </a:cubicBezTo>
                  <a:lnTo>
                    <a:pt x="328" y="273"/>
                  </a:lnTo>
                  <a:lnTo>
                    <a:pt x="328" y="30"/>
                  </a:lnTo>
                  <a:cubicBezTo>
                    <a:pt x="328" y="18"/>
                    <a:pt x="328" y="0"/>
                    <a:pt x="310" y="0"/>
                  </a:cubicBezTo>
                  <a:cubicBezTo>
                    <a:pt x="292" y="0"/>
                    <a:pt x="289" y="18"/>
                    <a:pt x="289" y="30"/>
                  </a:cubicBezTo>
                  <a:lnTo>
                    <a:pt x="289" y="273"/>
                  </a:lnTo>
                  <a:lnTo>
                    <a:pt x="31" y="273"/>
                  </a:lnTo>
                  <a:cubicBezTo>
                    <a:pt x="18" y="273"/>
                    <a:pt x="0" y="273"/>
                    <a:pt x="0" y="293"/>
                  </a:cubicBezTo>
                  <a:cubicBezTo>
                    <a:pt x="0" y="310"/>
                    <a:pt x="18" y="310"/>
                    <a:pt x="31" y="310"/>
                  </a:cubicBezTo>
                  <a:lnTo>
                    <a:pt x="289" y="310"/>
                  </a:lnTo>
                  <a:lnTo>
                    <a:pt x="289" y="553"/>
                  </a:lnTo>
                  <a:cubicBezTo>
                    <a:pt x="289" y="566"/>
                    <a:pt x="289" y="583"/>
                    <a:pt x="310" y="583"/>
                  </a:cubicBezTo>
                  <a:cubicBezTo>
                    <a:pt x="328" y="583"/>
                    <a:pt x="328" y="566"/>
                    <a:pt x="328" y="55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9F16DFB-093A-7A59-0C4B-E6FD3CDB57DF}"/>
                </a:ext>
              </a:extLst>
            </p:cNvPr>
            <p:cNvSpPr/>
            <p:nvPr/>
          </p:nvSpPr>
          <p:spPr>
            <a:xfrm>
              <a:off x="9461880" y="6775920"/>
              <a:ext cx="132840" cy="2095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70" h="583">
                  <a:moveTo>
                    <a:pt x="71" y="516"/>
                  </a:moveTo>
                  <a:lnTo>
                    <a:pt x="171" y="427"/>
                  </a:lnTo>
                  <a:cubicBezTo>
                    <a:pt x="315" y="305"/>
                    <a:pt x="370" y="258"/>
                    <a:pt x="370" y="168"/>
                  </a:cubicBezTo>
                  <a:cubicBezTo>
                    <a:pt x="370" y="69"/>
                    <a:pt x="286" y="0"/>
                    <a:pt x="174" y="0"/>
                  </a:cubicBezTo>
                  <a:cubicBezTo>
                    <a:pt x="68" y="0"/>
                    <a:pt x="0" y="80"/>
                    <a:pt x="0" y="159"/>
                  </a:cubicBezTo>
                  <a:cubicBezTo>
                    <a:pt x="0" y="208"/>
                    <a:pt x="47" y="208"/>
                    <a:pt x="50" y="208"/>
                  </a:cubicBezTo>
                  <a:cubicBezTo>
                    <a:pt x="66" y="208"/>
                    <a:pt x="97" y="196"/>
                    <a:pt x="97" y="161"/>
                  </a:cubicBezTo>
                  <a:cubicBezTo>
                    <a:pt x="97" y="139"/>
                    <a:pt x="81" y="117"/>
                    <a:pt x="47" y="117"/>
                  </a:cubicBezTo>
                  <a:cubicBezTo>
                    <a:pt x="42" y="117"/>
                    <a:pt x="40" y="117"/>
                    <a:pt x="37" y="117"/>
                  </a:cubicBezTo>
                  <a:cubicBezTo>
                    <a:pt x="58" y="59"/>
                    <a:pt x="108" y="27"/>
                    <a:pt x="162" y="27"/>
                  </a:cubicBezTo>
                  <a:cubicBezTo>
                    <a:pt x="246" y="27"/>
                    <a:pt x="286" y="99"/>
                    <a:pt x="286" y="168"/>
                  </a:cubicBezTo>
                  <a:cubicBezTo>
                    <a:pt x="286" y="241"/>
                    <a:pt x="239" y="310"/>
                    <a:pt x="189" y="363"/>
                  </a:cubicBezTo>
                  <a:lnTo>
                    <a:pt x="10" y="551"/>
                  </a:lnTo>
                  <a:cubicBezTo>
                    <a:pt x="0" y="561"/>
                    <a:pt x="0" y="564"/>
                    <a:pt x="0" y="583"/>
                  </a:cubicBezTo>
                  <a:lnTo>
                    <a:pt x="343" y="583"/>
                  </a:lnTo>
                  <a:lnTo>
                    <a:pt x="370" y="432"/>
                  </a:lnTo>
                  <a:lnTo>
                    <a:pt x="346" y="432"/>
                  </a:lnTo>
                  <a:cubicBezTo>
                    <a:pt x="343" y="457"/>
                    <a:pt x="336" y="496"/>
                    <a:pt x="328" y="509"/>
                  </a:cubicBezTo>
                  <a:cubicBezTo>
                    <a:pt x="320" y="516"/>
                    <a:pt x="260" y="516"/>
                    <a:pt x="239" y="51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DE52554-89C9-9967-8C3E-812EFE0F3509}"/>
                </a:ext>
              </a:extLst>
            </p:cNvPr>
            <p:cNvSpPr/>
            <p:nvPr/>
          </p:nvSpPr>
          <p:spPr>
            <a:xfrm>
              <a:off x="9623520" y="6775920"/>
              <a:ext cx="140400" cy="2167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91" h="603">
                  <a:moveTo>
                    <a:pt x="391" y="303"/>
                  </a:moveTo>
                  <a:cubicBezTo>
                    <a:pt x="391" y="233"/>
                    <a:pt x="386" y="164"/>
                    <a:pt x="354" y="99"/>
                  </a:cubicBezTo>
                  <a:cubicBezTo>
                    <a:pt x="312" y="15"/>
                    <a:pt x="236" y="0"/>
                    <a:pt x="197" y="0"/>
                  </a:cubicBezTo>
                  <a:cubicBezTo>
                    <a:pt x="139" y="0"/>
                    <a:pt x="74" y="22"/>
                    <a:pt x="34" y="105"/>
                  </a:cubicBezTo>
                  <a:cubicBezTo>
                    <a:pt x="6" y="164"/>
                    <a:pt x="0" y="233"/>
                    <a:pt x="0" y="303"/>
                  </a:cubicBezTo>
                  <a:cubicBezTo>
                    <a:pt x="0" y="370"/>
                    <a:pt x="3" y="447"/>
                    <a:pt x="42" y="514"/>
                  </a:cubicBezTo>
                  <a:cubicBezTo>
                    <a:pt x="81" y="586"/>
                    <a:pt x="150" y="603"/>
                    <a:pt x="194" y="603"/>
                  </a:cubicBezTo>
                  <a:cubicBezTo>
                    <a:pt x="244" y="603"/>
                    <a:pt x="315" y="583"/>
                    <a:pt x="357" y="502"/>
                  </a:cubicBezTo>
                  <a:cubicBezTo>
                    <a:pt x="386" y="441"/>
                    <a:pt x="391" y="372"/>
                    <a:pt x="391" y="303"/>
                  </a:cubicBezTo>
                  <a:close/>
                  <a:moveTo>
                    <a:pt x="194" y="583"/>
                  </a:moveTo>
                  <a:cubicBezTo>
                    <a:pt x="160" y="583"/>
                    <a:pt x="105" y="561"/>
                    <a:pt x="87" y="477"/>
                  </a:cubicBezTo>
                  <a:cubicBezTo>
                    <a:pt x="76" y="425"/>
                    <a:pt x="76" y="345"/>
                    <a:pt x="76" y="293"/>
                  </a:cubicBezTo>
                  <a:cubicBezTo>
                    <a:pt x="76" y="236"/>
                    <a:pt x="76" y="179"/>
                    <a:pt x="84" y="131"/>
                  </a:cubicBezTo>
                  <a:cubicBezTo>
                    <a:pt x="102" y="27"/>
                    <a:pt x="171" y="20"/>
                    <a:pt x="194" y="20"/>
                  </a:cubicBezTo>
                  <a:cubicBezTo>
                    <a:pt x="226" y="20"/>
                    <a:pt x="286" y="35"/>
                    <a:pt x="305" y="121"/>
                  </a:cubicBezTo>
                  <a:cubicBezTo>
                    <a:pt x="315" y="171"/>
                    <a:pt x="315" y="238"/>
                    <a:pt x="315" y="293"/>
                  </a:cubicBezTo>
                  <a:cubicBezTo>
                    <a:pt x="315" y="357"/>
                    <a:pt x="315" y="417"/>
                    <a:pt x="305" y="474"/>
                  </a:cubicBezTo>
                  <a:cubicBezTo>
                    <a:pt x="289" y="556"/>
                    <a:pt x="236" y="583"/>
                    <a:pt x="194" y="58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FE0F464-2A90-6222-EB76-76EF66D9D8D4}"/>
                </a:ext>
              </a:extLst>
            </p:cNvPr>
            <p:cNvSpPr/>
            <p:nvPr/>
          </p:nvSpPr>
          <p:spPr>
            <a:xfrm>
              <a:off x="3927600" y="7221600"/>
              <a:ext cx="109440" cy="1443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05" h="402">
                  <a:moveTo>
                    <a:pt x="162" y="223"/>
                  </a:moveTo>
                  <a:cubicBezTo>
                    <a:pt x="184" y="226"/>
                    <a:pt x="260" y="241"/>
                    <a:pt x="260" y="303"/>
                  </a:cubicBezTo>
                  <a:cubicBezTo>
                    <a:pt x="260" y="347"/>
                    <a:pt x="228" y="385"/>
                    <a:pt x="155" y="385"/>
                  </a:cubicBezTo>
                  <a:cubicBezTo>
                    <a:pt x="76" y="385"/>
                    <a:pt x="42" y="332"/>
                    <a:pt x="26" y="258"/>
                  </a:cubicBezTo>
                  <a:cubicBezTo>
                    <a:pt x="24" y="248"/>
                    <a:pt x="21" y="243"/>
                    <a:pt x="13" y="243"/>
                  </a:cubicBezTo>
                  <a:cubicBezTo>
                    <a:pt x="0" y="243"/>
                    <a:pt x="0" y="251"/>
                    <a:pt x="0" y="266"/>
                  </a:cubicBezTo>
                  <a:lnTo>
                    <a:pt x="0" y="382"/>
                  </a:lnTo>
                  <a:cubicBezTo>
                    <a:pt x="0" y="397"/>
                    <a:pt x="0" y="402"/>
                    <a:pt x="10" y="402"/>
                  </a:cubicBezTo>
                  <a:cubicBezTo>
                    <a:pt x="16" y="402"/>
                    <a:pt x="16" y="402"/>
                    <a:pt x="34" y="385"/>
                  </a:cubicBezTo>
                  <a:cubicBezTo>
                    <a:pt x="34" y="385"/>
                    <a:pt x="34" y="382"/>
                    <a:pt x="53" y="365"/>
                  </a:cubicBezTo>
                  <a:cubicBezTo>
                    <a:pt x="92" y="402"/>
                    <a:pt x="134" y="402"/>
                    <a:pt x="155" y="402"/>
                  </a:cubicBezTo>
                  <a:cubicBezTo>
                    <a:pt x="262" y="402"/>
                    <a:pt x="305" y="345"/>
                    <a:pt x="305" y="280"/>
                  </a:cubicBezTo>
                  <a:cubicBezTo>
                    <a:pt x="305" y="233"/>
                    <a:pt x="276" y="208"/>
                    <a:pt x="265" y="199"/>
                  </a:cubicBezTo>
                  <a:cubicBezTo>
                    <a:pt x="233" y="168"/>
                    <a:pt x="199" y="161"/>
                    <a:pt x="160" y="156"/>
                  </a:cubicBezTo>
                  <a:cubicBezTo>
                    <a:pt x="108" y="146"/>
                    <a:pt x="44" y="134"/>
                    <a:pt x="44" y="84"/>
                  </a:cubicBezTo>
                  <a:cubicBezTo>
                    <a:pt x="44" y="52"/>
                    <a:pt x="68" y="18"/>
                    <a:pt x="150" y="18"/>
                  </a:cubicBezTo>
                  <a:cubicBezTo>
                    <a:pt x="252" y="18"/>
                    <a:pt x="255" y="97"/>
                    <a:pt x="258" y="124"/>
                  </a:cubicBezTo>
                  <a:cubicBezTo>
                    <a:pt x="260" y="131"/>
                    <a:pt x="268" y="131"/>
                    <a:pt x="268" y="131"/>
                  </a:cubicBezTo>
                  <a:cubicBezTo>
                    <a:pt x="281" y="131"/>
                    <a:pt x="281" y="127"/>
                    <a:pt x="281" y="109"/>
                  </a:cubicBezTo>
                  <a:lnTo>
                    <a:pt x="281" y="20"/>
                  </a:lnTo>
                  <a:cubicBezTo>
                    <a:pt x="281" y="5"/>
                    <a:pt x="281" y="0"/>
                    <a:pt x="270" y="0"/>
                  </a:cubicBezTo>
                  <a:cubicBezTo>
                    <a:pt x="265" y="0"/>
                    <a:pt x="265" y="0"/>
                    <a:pt x="252" y="10"/>
                  </a:cubicBezTo>
                  <a:cubicBezTo>
                    <a:pt x="249" y="15"/>
                    <a:pt x="239" y="22"/>
                    <a:pt x="236" y="25"/>
                  </a:cubicBezTo>
                  <a:cubicBezTo>
                    <a:pt x="202" y="0"/>
                    <a:pt x="162" y="0"/>
                    <a:pt x="150" y="0"/>
                  </a:cubicBezTo>
                  <a:cubicBezTo>
                    <a:pt x="34" y="0"/>
                    <a:pt x="0" y="59"/>
                    <a:pt x="0" y="106"/>
                  </a:cubicBezTo>
                  <a:cubicBezTo>
                    <a:pt x="0" y="139"/>
                    <a:pt x="16" y="164"/>
                    <a:pt x="40" y="183"/>
                  </a:cubicBezTo>
                  <a:cubicBezTo>
                    <a:pt x="71" y="206"/>
                    <a:pt x="97" y="211"/>
                    <a:pt x="162" y="22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1DE20F43-AAB2-7703-91BC-85EFF7C1AB4D}"/>
                </a:ext>
              </a:extLst>
            </p:cNvPr>
            <p:cNvSpPr/>
            <p:nvPr/>
          </p:nvSpPr>
          <p:spPr>
            <a:xfrm>
              <a:off x="4075200" y="7328880"/>
              <a:ext cx="35640" cy="334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00" h="94">
                  <a:moveTo>
                    <a:pt x="100" y="47"/>
                  </a:moveTo>
                  <a:cubicBezTo>
                    <a:pt x="100" y="22"/>
                    <a:pt x="78" y="0"/>
                    <a:pt x="50" y="0"/>
                  </a:cubicBezTo>
                  <a:cubicBezTo>
                    <a:pt x="24" y="0"/>
                    <a:pt x="0" y="22"/>
                    <a:pt x="0" y="47"/>
                  </a:cubicBezTo>
                  <a:cubicBezTo>
                    <a:pt x="0" y="74"/>
                    <a:pt x="24" y="94"/>
                    <a:pt x="50" y="94"/>
                  </a:cubicBezTo>
                  <a:cubicBezTo>
                    <a:pt x="78" y="94"/>
                    <a:pt x="100" y="74"/>
                    <a:pt x="100" y="4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6457045-8F17-E8DE-55D9-A929468499FF}"/>
                </a:ext>
              </a:extLst>
            </p:cNvPr>
            <p:cNvSpPr/>
            <p:nvPr/>
          </p:nvSpPr>
          <p:spPr>
            <a:xfrm>
              <a:off x="4145039" y="7169040"/>
              <a:ext cx="104760" cy="1972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92" h="549">
                  <a:moveTo>
                    <a:pt x="144" y="189"/>
                  </a:moveTo>
                  <a:lnTo>
                    <a:pt x="276" y="189"/>
                  </a:lnTo>
                  <a:lnTo>
                    <a:pt x="276" y="161"/>
                  </a:lnTo>
                  <a:lnTo>
                    <a:pt x="144" y="161"/>
                  </a:lnTo>
                  <a:lnTo>
                    <a:pt x="144" y="0"/>
                  </a:lnTo>
                  <a:lnTo>
                    <a:pt x="121" y="0"/>
                  </a:lnTo>
                  <a:cubicBezTo>
                    <a:pt x="118" y="72"/>
                    <a:pt x="92" y="167"/>
                    <a:pt x="0" y="168"/>
                  </a:cubicBezTo>
                  <a:lnTo>
                    <a:pt x="0" y="189"/>
                  </a:lnTo>
                  <a:lnTo>
                    <a:pt x="78" y="189"/>
                  </a:lnTo>
                  <a:lnTo>
                    <a:pt x="78" y="429"/>
                  </a:lnTo>
                  <a:cubicBezTo>
                    <a:pt x="78" y="539"/>
                    <a:pt x="165" y="549"/>
                    <a:pt x="199" y="549"/>
                  </a:cubicBezTo>
                  <a:cubicBezTo>
                    <a:pt x="265" y="549"/>
                    <a:pt x="292" y="487"/>
                    <a:pt x="292" y="429"/>
                  </a:cubicBezTo>
                  <a:lnTo>
                    <a:pt x="292" y="379"/>
                  </a:lnTo>
                  <a:lnTo>
                    <a:pt x="268" y="379"/>
                  </a:lnTo>
                  <a:lnTo>
                    <a:pt x="268" y="429"/>
                  </a:lnTo>
                  <a:cubicBezTo>
                    <a:pt x="268" y="494"/>
                    <a:pt x="239" y="527"/>
                    <a:pt x="205" y="527"/>
                  </a:cubicBezTo>
                  <a:cubicBezTo>
                    <a:pt x="144" y="527"/>
                    <a:pt x="144" y="447"/>
                    <a:pt x="144" y="43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48F3E425-1409-985E-458E-D48B2CED48AD}"/>
                </a:ext>
              </a:extLst>
            </p:cNvPr>
            <p:cNvSpPr/>
            <p:nvPr/>
          </p:nvSpPr>
          <p:spPr>
            <a:xfrm>
              <a:off x="4296240" y="7328880"/>
              <a:ext cx="35640" cy="334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00" h="94">
                  <a:moveTo>
                    <a:pt x="100" y="47"/>
                  </a:moveTo>
                  <a:cubicBezTo>
                    <a:pt x="100" y="22"/>
                    <a:pt x="78" y="0"/>
                    <a:pt x="50" y="0"/>
                  </a:cubicBezTo>
                  <a:cubicBezTo>
                    <a:pt x="24" y="0"/>
                    <a:pt x="0" y="22"/>
                    <a:pt x="0" y="47"/>
                  </a:cubicBezTo>
                  <a:cubicBezTo>
                    <a:pt x="0" y="74"/>
                    <a:pt x="24" y="94"/>
                    <a:pt x="50" y="94"/>
                  </a:cubicBezTo>
                  <a:cubicBezTo>
                    <a:pt x="78" y="94"/>
                    <a:pt x="100" y="74"/>
                    <a:pt x="100" y="4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4D57F40-5F06-B083-6F58-0A825890BAC9}"/>
                </a:ext>
              </a:extLst>
            </p:cNvPr>
            <p:cNvSpPr/>
            <p:nvPr/>
          </p:nvSpPr>
          <p:spPr>
            <a:xfrm>
              <a:off x="5481000" y="7152840"/>
              <a:ext cx="140400" cy="2167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91" h="603">
                  <a:moveTo>
                    <a:pt x="391" y="303"/>
                  </a:moveTo>
                  <a:cubicBezTo>
                    <a:pt x="391" y="233"/>
                    <a:pt x="386" y="164"/>
                    <a:pt x="354" y="99"/>
                  </a:cubicBezTo>
                  <a:cubicBezTo>
                    <a:pt x="312" y="15"/>
                    <a:pt x="236" y="0"/>
                    <a:pt x="197" y="0"/>
                  </a:cubicBezTo>
                  <a:cubicBezTo>
                    <a:pt x="139" y="0"/>
                    <a:pt x="74" y="22"/>
                    <a:pt x="34" y="105"/>
                  </a:cubicBezTo>
                  <a:cubicBezTo>
                    <a:pt x="6" y="164"/>
                    <a:pt x="0" y="233"/>
                    <a:pt x="0" y="303"/>
                  </a:cubicBezTo>
                  <a:cubicBezTo>
                    <a:pt x="0" y="370"/>
                    <a:pt x="3" y="447"/>
                    <a:pt x="42" y="514"/>
                  </a:cubicBezTo>
                  <a:cubicBezTo>
                    <a:pt x="81" y="586"/>
                    <a:pt x="150" y="603"/>
                    <a:pt x="194" y="603"/>
                  </a:cubicBezTo>
                  <a:cubicBezTo>
                    <a:pt x="244" y="603"/>
                    <a:pt x="315" y="583"/>
                    <a:pt x="357" y="502"/>
                  </a:cubicBezTo>
                  <a:cubicBezTo>
                    <a:pt x="386" y="441"/>
                    <a:pt x="391" y="372"/>
                    <a:pt x="391" y="303"/>
                  </a:cubicBezTo>
                  <a:close/>
                  <a:moveTo>
                    <a:pt x="194" y="583"/>
                  </a:moveTo>
                  <a:cubicBezTo>
                    <a:pt x="158" y="583"/>
                    <a:pt x="105" y="561"/>
                    <a:pt x="87" y="477"/>
                  </a:cubicBezTo>
                  <a:cubicBezTo>
                    <a:pt x="76" y="425"/>
                    <a:pt x="76" y="345"/>
                    <a:pt x="76" y="293"/>
                  </a:cubicBezTo>
                  <a:cubicBezTo>
                    <a:pt x="76" y="236"/>
                    <a:pt x="76" y="179"/>
                    <a:pt x="84" y="131"/>
                  </a:cubicBezTo>
                  <a:cubicBezTo>
                    <a:pt x="102" y="27"/>
                    <a:pt x="171" y="20"/>
                    <a:pt x="194" y="20"/>
                  </a:cubicBezTo>
                  <a:cubicBezTo>
                    <a:pt x="226" y="20"/>
                    <a:pt x="286" y="35"/>
                    <a:pt x="305" y="121"/>
                  </a:cubicBezTo>
                  <a:cubicBezTo>
                    <a:pt x="315" y="171"/>
                    <a:pt x="315" y="238"/>
                    <a:pt x="315" y="293"/>
                  </a:cubicBezTo>
                  <a:cubicBezTo>
                    <a:pt x="315" y="357"/>
                    <a:pt x="315" y="417"/>
                    <a:pt x="305" y="474"/>
                  </a:cubicBezTo>
                  <a:cubicBezTo>
                    <a:pt x="289" y="556"/>
                    <a:pt x="236" y="583"/>
                    <a:pt x="194" y="58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B26555A-E3A2-B834-E276-98735CEFFC56}"/>
                </a:ext>
              </a:extLst>
            </p:cNvPr>
            <p:cNvSpPr/>
            <p:nvPr/>
          </p:nvSpPr>
          <p:spPr>
            <a:xfrm>
              <a:off x="5752800" y="7162920"/>
              <a:ext cx="203760" cy="2433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67" h="677">
                  <a:moveTo>
                    <a:pt x="548" y="37"/>
                  </a:moveTo>
                  <a:cubicBezTo>
                    <a:pt x="559" y="32"/>
                    <a:pt x="567" y="27"/>
                    <a:pt x="567" y="18"/>
                  </a:cubicBezTo>
                  <a:cubicBezTo>
                    <a:pt x="567" y="7"/>
                    <a:pt x="559" y="0"/>
                    <a:pt x="548" y="0"/>
                  </a:cubicBezTo>
                  <a:cubicBezTo>
                    <a:pt x="544" y="0"/>
                    <a:pt x="535" y="3"/>
                    <a:pt x="530" y="5"/>
                  </a:cubicBezTo>
                  <a:lnTo>
                    <a:pt x="18" y="233"/>
                  </a:lnTo>
                  <a:cubicBezTo>
                    <a:pt x="3" y="241"/>
                    <a:pt x="0" y="246"/>
                    <a:pt x="0" y="254"/>
                  </a:cubicBezTo>
                  <a:cubicBezTo>
                    <a:pt x="0" y="261"/>
                    <a:pt x="6" y="268"/>
                    <a:pt x="18" y="273"/>
                  </a:cubicBezTo>
                  <a:lnTo>
                    <a:pt x="530" y="502"/>
                  </a:lnTo>
                  <a:cubicBezTo>
                    <a:pt x="544" y="506"/>
                    <a:pt x="545" y="506"/>
                    <a:pt x="548" y="506"/>
                  </a:cubicBezTo>
                  <a:cubicBezTo>
                    <a:pt x="559" y="506"/>
                    <a:pt x="567" y="499"/>
                    <a:pt x="567" y="489"/>
                  </a:cubicBezTo>
                  <a:cubicBezTo>
                    <a:pt x="567" y="481"/>
                    <a:pt x="561" y="477"/>
                    <a:pt x="545" y="469"/>
                  </a:cubicBezTo>
                  <a:lnTo>
                    <a:pt x="63" y="254"/>
                  </a:lnTo>
                  <a:close/>
                  <a:moveTo>
                    <a:pt x="533" y="677"/>
                  </a:moveTo>
                  <a:cubicBezTo>
                    <a:pt x="548" y="677"/>
                    <a:pt x="567" y="677"/>
                    <a:pt x="567" y="660"/>
                  </a:cubicBezTo>
                  <a:cubicBezTo>
                    <a:pt x="567" y="643"/>
                    <a:pt x="545" y="643"/>
                    <a:pt x="533" y="643"/>
                  </a:cubicBezTo>
                  <a:lnTo>
                    <a:pt x="34" y="643"/>
                  </a:lnTo>
                  <a:cubicBezTo>
                    <a:pt x="18" y="643"/>
                    <a:pt x="0" y="643"/>
                    <a:pt x="0" y="660"/>
                  </a:cubicBezTo>
                  <a:cubicBezTo>
                    <a:pt x="0" y="677"/>
                    <a:pt x="16" y="677"/>
                    <a:pt x="31" y="67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04B485A-B73B-D2FF-3F67-88151A9A5CAC}"/>
                </a:ext>
              </a:extLst>
            </p:cNvPr>
            <p:cNvSpPr/>
            <p:nvPr/>
          </p:nvSpPr>
          <p:spPr>
            <a:xfrm>
              <a:off x="6084360" y="7223399"/>
              <a:ext cx="165600" cy="1425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61" h="397">
                  <a:moveTo>
                    <a:pt x="283" y="124"/>
                  </a:moveTo>
                  <a:cubicBezTo>
                    <a:pt x="289" y="99"/>
                    <a:pt x="310" y="20"/>
                    <a:pt x="376" y="20"/>
                  </a:cubicBezTo>
                  <a:cubicBezTo>
                    <a:pt x="380" y="20"/>
                    <a:pt x="401" y="20"/>
                    <a:pt x="420" y="30"/>
                  </a:cubicBezTo>
                  <a:cubicBezTo>
                    <a:pt x="396" y="35"/>
                    <a:pt x="377" y="57"/>
                    <a:pt x="377" y="77"/>
                  </a:cubicBezTo>
                  <a:cubicBezTo>
                    <a:pt x="377" y="92"/>
                    <a:pt x="386" y="109"/>
                    <a:pt x="412" y="109"/>
                  </a:cubicBezTo>
                  <a:cubicBezTo>
                    <a:pt x="433" y="109"/>
                    <a:pt x="461" y="92"/>
                    <a:pt x="461" y="57"/>
                  </a:cubicBezTo>
                  <a:cubicBezTo>
                    <a:pt x="461" y="12"/>
                    <a:pt x="407" y="0"/>
                    <a:pt x="376" y="0"/>
                  </a:cubicBezTo>
                  <a:cubicBezTo>
                    <a:pt x="323" y="0"/>
                    <a:pt x="289" y="47"/>
                    <a:pt x="278" y="67"/>
                  </a:cubicBezTo>
                  <a:cubicBezTo>
                    <a:pt x="255" y="10"/>
                    <a:pt x="205" y="0"/>
                    <a:pt x="178" y="0"/>
                  </a:cubicBezTo>
                  <a:cubicBezTo>
                    <a:pt x="81" y="0"/>
                    <a:pt x="29" y="114"/>
                    <a:pt x="29" y="134"/>
                  </a:cubicBezTo>
                  <a:cubicBezTo>
                    <a:pt x="29" y="144"/>
                    <a:pt x="40" y="144"/>
                    <a:pt x="40" y="144"/>
                  </a:cubicBezTo>
                  <a:cubicBezTo>
                    <a:pt x="47" y="144"/>
                    <a:pt x="50" y="142"/>
                    <a:pt x="53" y="134"/>
                  </a:cubicBezTo>
                  <a:cubicBezTo>
                    <a:pt x="84" y="43"/>
                    <a:pt x="144" y="20"/>
                    <a:pt x="176" y="20"/>
                  </a:cubicBezTo>
                  <a:cubicBezTo>
                    <a:pt x="194" y="20"/>
                    <a:pt x="226" y="27"/>
                    <a:pt x="226" y="77"/>
                  </a:cubicBezTo>
                  <a:cubicBezTo>
                    <a:pt x="226" y="105"/>
                    <a:pt x="209" y="164"/>
                    <a:pt x="176" y="288"/>
                  </a:cubicBezTo>
                  <a:cubicBezTo>
                    <a:pt x="162" y="342"/>
                    <a:pt x="128" y="378"/>
                    <a:pt x="90" y="378"/>
                  </a:cubicBezTo>
                  <a:cubicBezTo>
                    <a:pt x="81" y="378"/>
                    <a:pt x="60" y="378"/>
                    <a:pt x="42" y="367"/>
                  </a:cubicBezTo>
                  <a:cubicBezTo>
                    <a:pt x="66" y="363"/>
                    <a:pt x="87" y="345"/>
                    <a:pt x="87" y="320"/>
                  </a:cubicBezTo>
                  <a:cubicBezTo>
                    <a:pt x="87" y="295"/>
                    <a:pt x="66" y="288"/>
                    <a:pt x="50" y="288"/>
                  </a:cubicBezTo>
                  <a:cubicBezTo>
                    <a:pt x="24" y="288"/>
                    <a:pt x="0" y="313"/>
                    <a:pt x="0" y="340"/>
                  </a:cubicBezTo>
                  <a:cubicBezTo>
                    <a:pt x="0" y="379"/>
                    <a:pt x="47" y="397"/>
                    <a:pt x="87" y="397"/>
                  </a:cubicBezTo>
                  <a:cubicBezTo>
                    <a:pt x="150" y="397"/>
                    <a:pt x="181" y="335"/>
                    <a:pt x="184" y="330"/>
                  </a:cubicBezTo>
                  <a:cubicBezTo>
                    <a:pt x="197" y="363"/>
                    <a:pt x="228" y="397"/>
                    <a:pt x="286" y="397"/>
                  </a:cubicBezTo>
                  <a:cubicBezTo>
                    <a:pt x="380" y="397"/>
                    <a:pt x="433" y="285"/>
                    <a:pt x="433" y="263"/>
                  </a:cubicBezTo>
                  <a:cubicBezTo>
                    <a:pt x="433" y="254"/>
                    <a:pt x="426" y="254"/>
                    <a:pt x="423" y="254"/>
                  </a:cubicBezTo>
                  <a:cubicBezTo>
                    <a:pt x="414" y="254"/>
                    <a:pt x="412" y="258"/>
                    <a:pt x="410" y="263"/>
                  </a:cubicBezTo>
                  <a:cubicBezTo>
                    <a:pt x="380" y="357"/>
                    <a:pt x="317" y="378"/>
                    <a:pt x="286" y="378"/>
                  </a:cubicBezTo>
                  <a:cubicBezTo>
                    <a:pt x="249" y="378"/>
                    <a:pt x="236" y="350"/>
                    <a:pt x="236" y="320"/>
                  </a:cubicBezTo>
                  <a:cubicBezTo>
                    <a:pt x="236" y="300"/>
                    <a:pt x="242" y="283"/>
                    <a:pt x="252" y="24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F7F1439B-5309-73C6-1E70-DD8A57FEBEA7}"/>
                </a:ext>
              </a:extLst>
            </p:cNvPr>
            <p:cNvSpPr/>
            <p:nvPr/>
          </p:nvSpPr>
          <p:spPr>
            <a:xfrm>
              <a:off x="6384240" y="7162920"/>
              <a:ext cx="203760" cy="2433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67" h="677">
                  <a:moveTo>
                    <a:pt x="548" y="37"/>
                  </a:moveTo>
                  <a:cubicBezTo>
                    <a:pt x="559" y="32"/>
                    <a:pt x="567" y="27"/>
                    <a:pt x="567" y="18"/>
                  </a:cubicBezTo>
                  <a:cubicBezTo>
                    <a:pt x="567" y="7"/>
                    <a:pt x="559" y="0"/>
                    <a:pt x="548" y="0"/>
                  </a:cubicBezTo>
                  <a:cubicBezTo>
                    <a:pt x="544" y="0"/>
                    <a:pt x="535" y="3"/>
                    <a:pt x="530" y="5"/>
                  </a:cubicBezTo>
                  <a:lnTo>
                    <a:pt x="18" y="233"/>
                  </a:lnTo>
                  <a:cubicBezTo>
                    <a:pt x="3" y="241"/>
                    <a:pt x="0" y="246"/>
                    <a:pt x="0" y="254"/>
                  </a:cubicBezTo>
                  <a:cubicBezTo>
                    <a:pt x="0" y="261"/>
                    <a:pt x="6" y="268"/>
                    <a:pt x="18" y="273"/>
                  </a:cubicBezTo>
                  <a:lnTo>
                    <a:pt x="530" y="502"/>
                  </a:lnTo>
                  <a:cubicBezTo>
                    <a:pt x="544" y="506"/>
                    <a:pt x="545" y="506"/>
                    <a:pt x="548" y="506"/>
                  </a:cubicBezTo>
                  <a:cubicBezTo>
                    <a:pt x="559" y="506"/>
                    <a:pt x="567" y="499"/>
                    <a:pt x="567" y="489"/>
                  </a:cubicBezTo>
                  <a:cubicBezTo>
                    <a:pt x="567" y="481"/>
                    <a:pt x="561" y="477"/>
                    <a:pt x="545" y="469"/>
                  </a:cubicBezTo>
                  <a:lnTo>
                    <a:pt x="63" y="254"/>
                  </a:lnTo>
                  <a:close/>
                  <a:moveTo>
                    <a:pt x="533" y="677"/>
                  </a:moveTo>
                  <a:cubicBezTo>
                    <a:pt x="548" y="677"/>
                    <a:pt x="567" y="677"/>
                    <a:pt x="567" y="660"/>
                  </a:cubicBezTo>
                  <a:cubicBezTo>
                    <a:pt x="567" y="643"/>
                    <a:pt x="545" y="643"/>
                    <a:pt x="533" y="643"/>
                  </a:cubicBezTo>
                  <a:lnTo>
                    <a:pt x="34" y="643"/>
                  </a:lnTo>
                  <a:cubicBezTo>
                    <a:pt x="18" y="643"/>
                    <a:pt x="0" y="643"/>
                    <a:pt x="0" y="660"/>
                  </a:cubicBezTo>
                  <a:cubicBezTo>
                    <a:pt x="0" y="677"/>
                    <a:pt x="16" y="677"/>
                    <a:pt x="31" y="67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BFA470C0-3ECB-FFDB-D71B-F3FD8AFBB47D}"/>
                </a:ext>
              </a:extLst>
            </p:cNvPr>
            <p:cNvSpPr/>
            <p:nvPr/>
          </p:nvSpPr>
          <p:spPr>
            <a:xfrm>
              <a:off x="6735600" y="7152840"/>
              <a:ext cx="110160" cy="2095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07" h="583">
                  <a:moveTo>
                    <a:pt x="192" y="22"/>
                  </a:moveTo>
                  <a:cubicBezTo>
                    <a:pt x="192" y="3"/>
                    <a:pt x="192" y="0"/>
                    <a:pt x="171" y="0"/>
                  </a:cubicBezTo>
                  <a:cubicBezTo>
                    <a:pt x="113" y="57"/>
                    <a:pt x="29" y="57"/>
                    <a:pt x="0" y="57"/>
                  </a:cubicBezTo>
                  <a:lnTo>
                    <a:pt x="0" y="84"/>
                  </a:lnTo>
                  <a:cubicBezTo>
                    <a:pt x="18" y="84"/>
                    <a:pt x="74" y="84"/>
                    <a:pt x="121" y="59"/>
                  </a:cubicBezTo>
                  <a:lnTo>
                    <a:pt x="121" y="514"/>
                  </a:lnTo>
                  <a:cubicBezTo>
                    <a:pt x="121" y="546"/>
                    <a:pt x="118" y="556"/>
                    <a:pt x="34" y="556"/>
                  </a:cubicBezTo>
                  <a:lnTo>
                    <a:pt x="6" y="556"/>
                  </a:lnTo>
                  <a:lnTo>
                    <a:pt x="6" y="583"/>
                  </a:lnTo>
                  <a:cubicBezTo>
                    <a:pt x="40" y="581"/>
                    <a:pt x="118" y="581"/>
                    <a:pt x="158" y="581"/>
                  </a:cubicBezTo>
                  <a:cubicBezTo>
                    <a:pt x="194" y="581"/>
                    <a:pt x="276" y="581"/>
                    <a:pt x="307" y="583"/>
                  </a:cubicBezTo>
                  <a:lnTo>
                    <a:pt x="307" y="556"/>
                  </a:lnTo>
                  <a:lnTo>
                    <a:pt x="278" y="556"/>
                  </a:lnTo>
                  <a:cubicBezTo>
                    <a:pt x="194" y="556"/>
                    <a:pt x="192" y="546"/>
                    <a:pt x="192" y="51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</p:grpSp>
      <p:grpSp>
        <p:nvGrpSpPr>
          <p:cNvPr id="41" name="Group 40" descr="28§display§\max \sum_{j=1}^n \sqrt{V_j(X_j)}§svg§600§FALSE§" title="TexMaths">
            <a:extLst>
              <a:ext uri="{FF2B5EF4-FFF2-40B4-BE49-F238E27FC236}">
                <a16:creationId xmlns:a16="http://schemas.microsoft.com/office/drawing/2014/main" id="{A27AD8AD-212B-72B6-DCA3-47747FE7DCC4}"/>
              </a:ext>
            </a:extLst>
          </p:cNvPr>
          <p:cNvGrpSpPr/>
          <p:nvPr/>
        </p:nvGrpSpPr>
        <p:grpSpPr>
          <a:xfrm>
            <a:off x="274320" y="2453760"/>
            <a:ext cx="2718360" cy="1020600"/>
            <a:chOff x="274320" y="2453760"/>
            <a:chExt cx="2718360" cy="1020600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E44DF9F3-099F-BF4C-5E5F-9653A6471D7B}"/>
                </a:ext>
              </a:extLst>
            </p:cNvPr>
            <p:cNvSpPr/>
            <p:nvPr/>
          </p:nvSpPr>
          <p:spPr>
            <a:xfrm>
              <a:off x="274320" y="2456639"/>
              <a:ext cx="2718360" cy="1015559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552" h="2822">
                  <a:moveTo>
                    <a:pt x="3777" y="2822"/>
                  </a:moveTo>
                  <a:lnTo>
                    <a:pt x="0" y="2822"/>
                  </a:lnTo>
                  <a:lnTo>
                    <a:pt x="0" y="0"/>
                  </a:lnTo>
                  <a:lnTo>
                    <a:pt x="7552" y="0"/>
                  </a:lnTo>
                  <a:lnTo>
                    <a:pt x="7552" y="28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457718D1-9BCF-5016-7B58-230D56A989D7}"/>
                </a:ext>
              </a:extLst>
            </p:cNvPr>
            <p:cNvSpPr/>
            <p:nvPr/>
          </p:nvSpPr>
          <p:spPr>
            <a:xfrm>
              <a:off x="285480" y="2849760"/>
              <a:ext cx="276840" cy="1569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70" h="437">
                  <a:moveTo>
                    <a:pt x="78" y="98"/>
                  </a:moveTo>
                  <a:lnTo>
                    <a:pt x="78" y="361"/>
                  </a:lnTo>
                  <a:cubicBezTo>
                    <a:pt x="78" y="406"/>
                    <a:pt x="67" y="406"/>
                    <a:pt x="0" y="406"/>
                  </a:cubicBezTo>
                  <a:lnTo>
                    <a:pt x="0" y="437"/>
                  </a:lnTo>
                  <a:cubicBezTo>
                    <a:pt x="34" y="437"/>
                    <a:pt x="84" y="434"/>
                    <a:pt x="112" y="434"/>
                  </a:cubicBezTo>
                  <a:cubicBezTo>
                    <a:pt x="137" y="434"/>
                    <a:pt x="188" y="437"/>
                    <a:pt x="221" y="437"/>
                  </a:cubicBezTo>
                  <a:lnTo>
                    <a:pt x="221" y="406"/>
                  </a:lnTo>
                  <a:cubicBezTo>
                    <a:pt x="157" y="406"/>
                    <a:pt x="146" y="406"/>
                    <a:pt x="146" y="361"/>
                  </a:cubicBezTo>
                  <a:lnTo>
                    <a:pt x="146" y="179"/>
                  </a:lnTo>
                  <a:cubicBezTo>
                    <a:pt x="146" y="78"/>
                    <a:pt x="216" y="22"/>
                    <a:pt x="277" y="22"/>
                  </a:cubicBezTo>
                  <a:cubicBezTo>
                    <a:pt x="342" y="22"/>
                    <a:pt x="353" y="76"/>
                    <a:pt x="353" y="132"/>
                  </a:cubicBezTo>
                  <a:lnTo>
                    <a:pt x="353" y="361"/>
                  </a:lnTo>
                  <a:cubicBezTo>
                    <a:pt x="353" y="406"/>
                    <a:pt x="342" y="406"/>
                    <a:pt x="274" y="406"/>
                  </a:cubicBezTo>
                  <a:lnTo>
                    <a:pt x="274" y="437"/>
                  </a:lnTo>
                  <a:cubicBezTo>
                    <a:pt x="308" y="437"/>
                    <a:pt x="358" y="434"/>
                    <a:pt x="386" y="434"/>
                  </a:cubicBezTo>
                  <a:cubicBezTo>
                    <a:pt x="412" y="434"/>
                    <a:pt x="462" y="437"/>
                    <a:pt x="496" y="437"/>
                  </a:cubicBezTo>
                  <a:lnTo>
                    <a:pt x="496" y="406"/>
                  </a:lnTo>
                  <a:cubicBezTo>
                    <a:pt x="431" y="406"/>
                    <a:pt x="420" y="406"/>
                    <a:pt x="420" y="361"/>
                  </a:cubicBezTo>
                  <a:lnTo>
                    <a:pt x="420" y="179"/>
                  </a:lnTo>
                  <a:cubicBezTo>
                    <a:pt x="420" y="78"/>
                    <a:pt x="490" y="22"/>
                    <a:pt x="554" y="22"/>
                  </a:cubicBezTo>
                  <a:cubicBezTo>
                    <a:pt x="616" y="22"/>
                    <a:pt x="627" y="76"/>
                    <a:pt x="627" y="132"/>
                  </a:cubicBezTo>
                  <a:lnTo>
                    <a:pt x="627" y="361"/>
                  </a:lnTo>
                  <a:cubicBezTo>
                    <a:pt x="627" y="406"/>
                    <a:pt x="616" y="406"/>
                    <a:pt x="549" y="406"/>
                  </a:cubicBezTo>
                  <a:lnTo>
                    <a:pt x="549" y="437"/>
                  </a:lnTo>
                  <a:cubicBezTo>
                    <a:pt x="582" y="437"/>
                    <a:pt x="633" y="434"/>
                    <a:pt x="661" y="434"/>
                  </a:cubicBezTo>
                  <a:cubicBezTo>
                    <a:pt x="686" y="434"/>
                    <a:pt x="736" y="437"/>
                    <a:pt x="770" y="437"/>
                  </a:cubicBezTo>
                  <a:lnTo>
                    <a:pt x="770" y="406"/>
                  </a:lnTo>
                  <a:cubicBezTo>
                    <a:pt x="720" y="406"/>
                    <a:pt x="694" y="406"/>
                    <a:pt x="694" y="378"/>
                  </a:cubicBezTo>
                  <a:lnTo>
                    <a:pt x="694" y="188"/>
                  </a:lnTo>
                  <a:cubicBezTo>
                    <a:pt x="694" y="104"/>
                    <a:pt x="694" y="73"/>
                    <a:pt x="664" y="36"/>
                  </a:cubicBezTo>
                  <a:cubicBezTo>
                    <a:pt x="650" y="20"/>
                    <a:pt x="616" y="0"/>
                    <a:pt x="560" y="0"/>
                  </a:cubicBezTo>
                  <a:cubicBezTo>
                    <a:pt x="476" y="0"/>
                    <a:pt x="434" y="59"/>
                    <a:pt x="417" y="98"/>
                  </a:cubicBezTo>
                  <a:cubicBezTo>
                    <a:pt x="403" y="11"/>
                    <a:pt x="330" y="0"/>
                    <a:pt x="286" y="0"/>
                  </a:cubicBezTo>
                  <a:cubicBezTo>
                    <a:pt x="213" y="0"/>
                    <a:pt x="168" y="42"/>
                    <a:pt x="140" y="104"/>
                  </a:cubicBezTo>
                  <a:lnTo>
                    <a:pt x="140" y="0"/>
                  </a:lnTo>
                  <a:lnTo>
                    <a:pt x="0" y="11"/>
                  </a:lnTo>
                  <a:lnTo>
                    <a:pt x="0" y="42"/>
                  </a:lnTo>
                  <a:cubicBezTo>
                    <a:pt x="70" y="42"/>
                    <a:pt x="78" y="48"/>
                    <a:pt x="78" y="9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9DE65F-C49D-4B7B-28FE-BA66AFCE25F3}"/>
                </a:ext>
              </a:extLst>
            </p:cNvPr>
            <p:cNvSpPr/>
            <p:nvPr/>
          </p:nvSpPr>
          <p:spPr>
            <a:xfrm>
              <a:off x="583920" y="2846880"/>
              <a:ext cx="160920" cy="1630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48" h="454">
                  <a:moveTo>
                    <a:pt x="288" y="370"/>
                  </a:moveTo>
                  <a:cubicBezTo>
                    <a:pt x="291" y="409"/>
                    <a:pt x="319" y="451"/>
                    <a:pt x="367" y="451"/>
                  </a:cubicBezTo>
                  <a:cubicBezTo>
                    <a:pt x="386" y="451"/>
                    <a:pt x="448" y="437"/>
                    <a:pt x="448" y="356"/>
                  </a:cubicBezTo>
                  <a:lnTo>
                    <a:pt x="448" y="300"/>
                  </a:lnTo>
                  <a:lnTo>
                    <a:pt x="423" y="300"/>
                  </a:lnTo>
                  <a:lnTo>
                    <a:pt x="423" y="356"/>
                  </a:lnTo>
                  <a:cubicBezTo>
                    <a:pt x="423" y="412"/>
                    <a:pt x="398" y="420"/>
                    <a:pt x="386" y="420"/>
                  </a:cubicBezTo>
                  <a:cubicBezTo>
                    <a:pt x="353" y="420"/>
                    <a:pt x="350" y="375"/>
                    <a:pt x="350" y="370"/>
                  </a:cubicBezTo>
                  <a:lnTo>
                    <a:pt x="350" y="171"/>
                  </a:lnTo>
                  <a:cubicBezTo>
                    <a:pt x="350" y="129"/>
                    <a:pt x="350" y="92"/>
                    <a:pt x="314" y="53"/>
                  </a:cubicBezTo>
                  <a:cubicBezTo>
                    <a:pt x="274" y="17"/>
                    <a:pt x="227" y="0"/>
                    <a:pt x="179" y="0"/>
                  </a:cubicBezTo>
                  <a:cubicBezTo>
                    <a:pt x="98" y="0"/>
                    <a:pt x="28" y="48"/>
                    <a:pt x="28" y="112"/>
                  </a:cubicBezTo>
                  <a:cubicBezTo>
                    <a:pt x="28" y="143"/>
                    <a:pt x="48" y="160"/>
                    <a:pt x="76" y="160"/>
                  </a:cubicBezTo>
                  <a:cubicBezTo>
                    <a:pt x="101" y="160"/>
                    <a:pt x="120" y="140"/>
                    <a:pt x="120" y="112"/>
                  </a:cubicBezTo>
                  <a:cubicBezTo>
                    <a:pt x="120" y="101"/>
                    <a:pt x="115" y="67"/>
                    <a:pt x="70" y="67"/>
                  </a:cubicBezTo>
                  <a:cubicBezTo>
                    <a:pt x="95" y="34"/>
                    <a:pt x="146" y="22"/>
                    <a:pt x="176" y="22"/>
                  </a:cubicBezTo>
                  <a:cubicBezTo>
                    <a:pt x="224" y="22"/>
                    <a:pt x="280" y="62"/>
                    <a:pt x="280" y="148"/>
                  </a:cubicBezTo>
                  <a:lnTo>
                    <a:pt x="280" y="185"/>
                  </a:lnTo>
                  <a:cubicBezTo>
                    <a:pt x="230" y="188"/>
                    <a:pt x="162" y="190"/>
                    <a:pt x="98" y="221"/>
                  </a:cubicBezTo>
                  <a:cubicBezTo>
                    <a:pt x="25" y="255"/>
                    <a:pt x="0" y="305"/>
                    <a:pt x="0" y="350"/>
                  </a:cubicBezTo>
                  <a:cubicBezTo>
                    <a:pt x="0" y="428"/>
                    <a:pt x="95" y="454"/>
                    <a:pt x="160" y="454"/>
                  </a:cubicBezTo>
                  <a:cubicBezTo>
                    <a:pt x="224" y="454"/>
                    <a:pt x="269" y="414"/>
                    <a:pt x="288" y="370"/>
                  </a:cubicBezTo>
                  <a:close/>
                  <a:moveTo>
                    <a:pt x="280" y="207"/>
                  </a:moveTo>
                  <a:lnTo>
                    <a:pt x="280" y="305"/>
                  </a:lnTo>
                  <a:cubicBezTo>
                    <a:pt x="280" y="400"/>
                    <a:pt x="210" y="434"/>
                    <a:pt x="165" y="434"/>
                  </a:cubicBezTo>
                  <a:cubicBezTo>
                    <a:pt x="118" y="434"/>
                    <a:pt x="76" y="398"/>
                    <a:pt x="76" y="347"/>
                  </a:cubicBezTo>
                  <a:cubicBezTo>
                    <a:pt x="76" y="294"/>
                    <a:pt x="118" y="213"/>
                    <a:pt x="280" y="20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3237EDA-9AC7-A577-E372-5FBD3E29526C}"/>
                </a:ext>
              </a:extLst>
            </p:cNvPr>
            <p:cNvSpPr/>
            <p:nvPr/>
          </p:nvSpPr>
          <p:spPr>
            <a:xfrm>
              <a:off x="749160" y="2853000"/>
              <a:ext cx="178920" cy="1530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98" h="426">
                  <a:moveTo>
                    <a:pt x="272" y="193"/>
                  </a:moveTo>
                  <a:cubicBezTo>
                    <a:pt x="302" y="157"/>
                    <a:pt x="339" y="109"/>
                    <a:pt x="364" y="81"/>
                  </a:cubicBezTo>
                  <a:cubicBezTo>
                    <a:pt x="395" y="48"/>
                    <a:pt x="434" y="31"/>
                    <a:pt x="482" y="31"/>
                  </a:cubicBezTo>
                  <a:lnTo>
                    <a:pt x="482" y="0"/>
                  </a:lnTo>
                  <a:cubicBezTo>
                    <a:pt x="456" y="3"/>
                    <a:pt x="426" y="3"/>
                    <a:pt x="400" y="3"/>
                  </a:cubicBezTo>
                  <a:cubicBezTo>
                    <a:pt x="370" y="3"/>
                    <a:pt x="316" y="0"/>
                    <a:pt x="305" y="0"/>
                  </a:cubicBezTo>
                  <a:lnTo>
                    <a:pt x="305" y="31"/>
                  </a:lnTo>
                  <a:cubicBezTo>
                    <a:pt x="325" y="34"/>
                    <a:pt x="333" y="45"/>
                    <a:pt x="333" y="62"/>
                  </a:cubicBezTo>
                  <a:cubicBezTo>
                    <a:pt x="333" y="78"/>
                    <a:pt x="325" y="90"/>
                    <a:pt x="319" y="95"/>
                  </a:cubicBezTo>
                  <a:lnTo>
                    <a:pt x="258" y="174"/>
                  </a:lnTo>
                  <a:lnTo>
                    <a:pt x="179" y="73"/>
                  </a:lnTo>
                  <a:cubicBezTo>
                    <a:pt x="171" y="64"/>
                    <a:pt x="171" y="62"/>
                    <a:pt x="171" y="56"/>
                  </a:cubicBezTo>
                  <a:cubicBezTo>
                    <a:pt x="171" y="42"/>
                    <a:pt x="185" y="31"/>
                    <a:pt x="207" y="31"/>
                  </a:cubicBezTo>
                  <a:lnTo>
                    <a:pt x="207" y="0"/>
                  </a:lnTo>
                  <a:cubicBezTo>
                    <a:pt x="179" y="0"/>
                    <a:pt x="115" y="3"/>
                    <a:pt x="98" y="3"/>
                  </a:cubicBezTo>
                  <a:cubicBezTo>
                    <a:pt x="78" y="3"/>
                    <a:pt x="31" y="3"/>
                    <a:pt x="6" y="0"/>
                  </a:cubicBezTo>
                  <a:lnTo>
                    <a:pt x="6" y="31"/>
                  </a:lnTo>
                  <a:cubicBezTo>
                    <a:pt x="76" y="31"/>
                    <a:pt x="76" y="31"/>
                    <a:pt x="120" y="92"/>
                  </a:cubicBezTo>
                  <a:lnTo>
                    <a:pt x="218" y="218"/>
                  </a:lnTo>
                  <a:lnTo>
                    <a:pt x="126" y="336"/>
                  </a:lnTo>
                  <a:cubicBezTo>
                    <a:pt x="78" y="395"/>
                    <a:pt x="20" y="398"/>
                    <a:pt x="0" y="398"/>
                  </a:cubicBezTo>
                  <a:lnTo>
                    <a:pt x="0" y="426"/>
                  </a:lnTo>
                  <a:cubicBezTo>
                    <a:pt x="25" y="426"/>
                    <a:pt x="56" y="423"/>
                    <a:pt x="81" y="423"/>
                  </a:cubicBezTo>
                  <a:cubicBezTo>
                    <a:pt x="112" y="423"/>
                    <a:pt x="151" y="426"/>
                    <a:pt x="176" y="426"/>
                  </a:cubicBezTo>
                  <a:lnTo>
                    <a:pt x="176" y="398"/>
                  </a:lnTo>
                  <a:cubicBezTo>
                    <a:pt x="154" y="392"/>
                    <a:pt x="148" y="381"/>
                    <a:pt x="148" y="367"/>
                  </a:cubicBezTo>
                  <a:cubicBezTo>
                    <a:pt x="148" y="344"/>
                    <a:pt x="176" y="311"/>
                    <a:pt x="235" y="241"/>
                  </a:cubicBezTo>
                  <a:lnTo>
                    <a:pt x="311" y="339"/>
                  </a:lnTo>
                  <a:cubicBezTo>
                    <a:pt x="319" y="350"/>
                    <a:pt x="333" y="367"/>
                    <a:pt x="333" y="372"/>
                  </a:cubicBezTo>
                  <a:cubicBezTo>
                    <a:pt x="333" y="381"/>
                    <a:pt x="325" y="395"/>
                    <a:pt x="297" y="398"/>
                  </a:cubicBezTo>
                  <a:lnTo>
                    <a:pt x="297" y="426"/>
                  </a:lnTo>
                  <a:cubicBezTo>
                    <a:pt x="328" y="426"/>
                    <a:pt x="381" y="423"/>
                    <a:pt x="403" y="423"/>
                  </a:cubicBezTo>
                  <a:cubicBezTo>
                    <a:pt x="431" y="423"/>
                    <a:pt x="470" y="426"/>
                    <a:pt x="498" y="426"/>
                  </a:cubicBezTo>
                  <a:lnTo>
                    <a:pt x="498" y="398"/>
                  </a:lnTo>
                  <a:cubicBezTo>
                    <a:pt x="445" y="398"/>
                    <a:pt x="428" y="395"/>
                    <a:pt x="406" y="36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D3CD31E0-4A79-8449-3A81-3CD7D26BDAD0}"/>
                </a:ext>
              </a:extLst>
            </p:cNvPr>
            <p:cNvSpPr/>
            <p:nvPr/>
          </p:nvSpPr>
          <p:spPr>
            <a:xfrm>
              <a:off x="1172520" y="2453760"/>
              <a:ext cx="151920" cy="1126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23" h="314">
                  <a:moveTo>
                    <a:pt x="53" y="263"/>
                  </a:moveTo>
                  <a:cubicBezTo>
                    <a:pt x="50" y="272"/>
                    <a:pt x="45" y="288"/>
                    <a:pt x="45" y="291"/>
                  </a:cubicBezTo>
                  <a:cubicBezTo>
                    <a:pt x="45" y="305"/>
                    <a:pt x="59" y="314"/>
                    <a:pt x="70" y="314"/>
                  </a:cubicBezTo>
                  <a:cubicBezTo>
                    <a:pt x="81" y="314"/>
                    <a:pt x="92" y="305"/>
                    <a:pt x="95" y="297"/>
                  </a:cubicBezTo>
                  <a:cubicBezTo>
                    <a:pt x="98" y="291"/>
                    <a:pt x="104" y="269"/>
                    <a:pt x="109" y="255"/>
                  </a:cubicBezTo>
                  <a:cubicBezTo>
                    <a:pt x="112" y="241"/>
                    <a:pt x="120" y="210"/>
                    <a:pt x="123" y="193"/>
                  </a:cubicBezTo>
                  <a:cubicBezTo>
                    <a:pt x="129" y="176"/>
                    <a:pt x="132" y="162"/>
                    <a:pt x="134" y="146"/>
                  </a:cubicBezTo>
                  <a:cubicBezTo>
                    <a:pt x="143" y="118"/>
                    <a:pt x="146" y="112"/>
                    <a:pt x="165" y="84"/>
                  </a:cubicBezTo>
                  <a:cubicBezTo>
                    <a:pt x="185" y="56"/>
                    <a:pt x="216" y="20"/>
                    <a:pt x="269" y="20"/>
                  </a:cubicBezTo>
                  <a:cubicBezTo>
                    <a:pt x="308" y="20"/>
                    <a:pt x="308" y="56"/>
                    <a:pt x="308" y="67"/>
                  </a:cubicBezTo>
                  <a:cubicBezTo>
                    <a:pt x="308" y="109"/>
                    <a:pt x="280" y="188"/>
                    <a:pt x="269" y="216"/>
                  </a:cubicBezTo>
                  <a:cubicBezTo>
                    <a:pt x="260" y="235"/>
                    <a:pt x="258" y="241"/>
                    <a:pt x="258" y="255"/>
                  </a:cubicBezTo>
                  <a:cubicBezTo>
                    <a:pt x="258" y="291"/>
                    <a:pt x="288" y="314"/>
                    <a:pt x="325" y="314"/>
                  </a:cubicBezTo>
                  <a:cubicBezTo>
                    <a:pt x="392" y="314"/>
                    <a:pt x="423" y="218"/>
                    <a:pt x="423" y="207"/>
                  </a:cubicBezTo>
                  <a:cubicBezTo>
                    <a:pt x="423" y="199"/>
                    <a:pt x="414" y="199"/>
                    <a:pt x="412" y="199"/>
                  </a:cubicBezTo>
                  <a:cubicBezTo>
                    <a:pt x="403" y="199"/>
                    <a:pt x="403" y="202"/>
                    <a:pt x="400" y="210"/>
                  </a:cubicBezTo>
                  <a:cubicBezTo>
                    <a:pt x="384" y="266"/>
                    <a:pt x="353" y="294"/>
                    <a:pt x="325" y="294"/>
                  </a:cubicBezTo>
                  <a:cubicBezTo>
                    <a:pt x="311" y="294"/>
                    <a:pt x="308" y="286"/>
                    <a:pt x="308" y="269"/>
                  </a:cubicBezTo>
                  <a:cubicBezTo>
                    <a:pt x="308" y="255"/>
                    <a:pt x="311" y="244"/>
                    <a:pt x="325" y="213"/>
                  </a:cubicBezTo>
                  <a:cubicBezTo>
                    <a:pt x="333" y="193"/>
                    <a:pt x="361" y="118"/>
                    <a:pt x="361" y="78"/>
                  </a:cubicBezTo>
                  <a:cubicBezTo>
                    <a:pt x="361" y="11"/>
                    <a:pt x="308" y="0"/>
                    <a:pt x="272" y="0"/>
                  </a:cubicBezTo>
                  <a:cubicBezTo>
                    <a:pt x="213" y="0"/>
                    <a:pt x="174" y="36"/>
                    <a:pt x="154" y="64"/>
                  </a:cubicBezTo>
                  <a:cubicBezTo>
                    <a:pt x="148" y="14"/>
                    <a:pt x="109" y="0"/>
                    <a:pt x="78" y="0"/>
                  </a:cubicBezTo>
                  <a:cubicBezTo>
                    <a:pt x="50" y="0"/>
                    <a:pt x="34" y="22"/>
                    <a:pt x="25" y="36"/>
                  </a:cubicBezTo>
                  <a:cubicBezTo>
                    <a:pt x="8" y="64"/>
                    <a:pt x="0" y="104"/>
                    <a:pt x="0" y="106"/>
                  </a:cubicBezTo>
                  <a:cubicBezTo>
                    <a:pt x="0" y="115"/>
                    <a:pt x="8" y="115"/>
                    <a:pt x="11" y="115"/>
                  </a:cubicBezTo>
                  <a:cubicBezTo>
                    <a:pt x="22" y="115"/>
                    <a:pt x="22" y="112"/>
                    <a:pt x="28" y="95"/>
                  </a:cubicBezTo>
                  <a:cubicBezTo>
                    <a:pt x="36" y="53"/>
                    <a:pt x="50" y="20"/>
                    <a:pt x="78" y="20"/>
                  </a:cubicBezTo>
                  <a:cubicBezTo>
                    <a:pt x="95" y="20"/>
                    <a:pt x="101" y="34"/>
                    <a:pt x="101" y="53"/>
                  </a:cubicBezTo>
                  <a:cubicBezTo>
                    <a:pt x="101" y="67"/>
                    <a:pt x="95" y="92"/>
                    <a:pt x="90" y="112"/>
                  </a:cubicBezTo>
                  <a:cubicBezTo>
                    <a:pt x="84" y="129"/>
                    <a:pt x="78" y="160"/>
                    <a:pt x="73" y="17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82BD982C-8DA7-BC7D-C53A-939141873897}"/>
                </a:ext>
              </a:extLst>
            </p:cNvPr>
            <p:cNvSpPr/>
            <p:nvPr/>
          </p:nvSpPr>
          <p:spPr>
            <a:xfrm>
              <a:off x="1012319" y="2669400"/>
              <a:ext cx="472320" cy="4964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313" h="1380">
                  <a:moveTo>
                    <a:pt x="1193" y="1380"/>
                  </a:moveTo>
                  <a:lnTo>
                    <a:pt x="1313" y="1064"/>
                  </a:lnTo>
                  <a:lnTo>
                    <a:pt x="1288" y="1064"/>
                  </a:lnTo>
                  <a:cubicBezTo>
                    <a:pt x="1249" y="1167"/>
                    <a:pt x="1145" y="1235"/>
                    <a:pt x="1030" y="1263"/>
                  </a:cubicBezTo>
                  <a:cubicBezTo>
                    <a:pt x="1011" y="1268"/>
                    <a:pt x="916" y="1293"/>
                    <a:pt x="725" y="1293"/>
                  </a:cubicBezTo>
                  <a:lnTo>
                    <a:pt x="129" y="1293"/>
                  </a:lnTo>
                  <a:lnTo>
                    <a:pt x="633" y="706"/>
                  </a:lnTo>
                  <a:cubicBezTo>
                    <a:pt x="638" y="697"/>
                    <a:pt x="641" y="694"/>
                    <a:pt x="641" y="692"/>
                  </a:cubicBezTo>
                  <a:cubicBezTo>
                    <a:pt x="641" y="689"/>
                    <a:pt x="641" y="686"/>
                    <a:pt x="633" y="675"/>
                  </a:cubicBezTo>
                  <a:lnTo>
                    <a:pt x="174" y="48"/>
                  </a:lnTo>
                  <a:lnTo>
                    <a:pt x="714" y="48"/>
                  </a:lnTo>
                  <a:cubicBezTo>
                    <a:pt x="848" y="48"/>
                    <a:pt x="938" y="62"/>
                    <a:pt x="946" y="64"/>
                  </a:cubicBezTo>
                  <a:cubicBezTo>
                    <a:pt x="1000" y="70"/>
                    <a:pt x="1084" y="87"/>
                    <a:pt x="1162" y="137"/>
                  </a:cubicBezTo>
                  <a:cubicBezTo>
                    <a:pt x="1187" y="154"/>
                    <a:pt x="1254" y="196"/>
                    <a:pt x="1288" y="277"/>
                  </a:cubicBezTo>
                  <a:lnTo>
                    <a:pt x="1313" y="277"/>
                  </a:lnTo>
                  <a:lnTo>
                    <a:pt x="1193" y="0"/>
                  </a:lnTo>
                  <a:lnTo>
                    <a:pt x="28" y="0"/>
                  </a:lnTo>
                  <a:cubicBezTo>
                    <a:pt x="6" y="0"/>
                    <a:pt x="3" y="0"/>
                    <a:pt x="0" y="6"/>
                  </a:cubicBezTo>
                  <a:cubicBezTo>
                    <a:pt x="0" y="11"/>
                    <a:pt x="0" y="28"/>
                    <a:pt x="0" y="39"/>
                  </a:cubicBezTo>
                  <a:lnTo>
                    <a:pt x="521" y="753"/>
                  </a:lnTo>
                  <a:lnTo>
                    <a:pt x="11" y="1352"/>
                  </a:lnTo>
                  <a:cubicBezTo>
                    <a:pt x="0" y="1363"/>
                    <a:pt x="0" y="1369"/>
                    <a:pt x="0" y="1369"/>
                  </a:cubicBezTo>
                  <a:cubicBezTo>
                    <a:pt x="0" y="1380"/>
                    <a:pt x="11" y="1380"/>
                    <a:pt x="28" y="138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AE717044-AA8D-4C83-178C-7D246D4B0F45}"/>
                </a:ext>
              </a:extLst>
            </p:cNvPr>
            <p:cNvSpPr/>
            <p:nvPr/>
          </p:nvSpPr>
          <p:spPr>
            <a:xfrm>
              <a:off x="1003320" y="3259080"/>
              <a:ext cx="109440" cy="2152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05" h="599">
                  <a:moveTo>
                    <a:pt x="305" y="25"/>
                  </a:moveTo>
                  <a:cubicBezTo>
                    <a:pt x="305" y="14"/>
                    <a:pt x="297" y="0"/>
                    <a:pt x="277" y="0"/>
                  </a:cubicBezTo>
                  <a:cubicBezTo>
                    <a:pt x="258" y="0"/>
                    <a:pt x="238" y="20"/>
                    <a:pt x="238" y="39"/>
                  </a:cubicBezTo>
                  <a:cubicBezTo>
                    <a:pt x="238" y="50"/>
                    <a:pt x="246" y="64"/>
                    <a:pt x="266" y="64"/>
                  </a:cubicBezTo>
                  <a:cubicBezTo>
                    <a:pt x="286" y="64"/>
                    <a:pt x="305" y="48"/>
                    <a:pt x="305" y="25"/>
                  </a:cubicBezTo>
                  <a:close/>
                  <a:moveTo>
                    <a:pt x="157" y="493"/>
                  </a:moveTo>
                  <a:cubicBezTo>
                    <a:pt x="146" y="540"/>
                    <a:pt x="109" y="580"/>
                    <a:pt x="67" y="580"/>
                  </a:cubicBezTo>
                  <a:cubicBezTo>
                    <a:pt x="59" y="580"/>
                    <a:pt x="50" y="580"/>
                    <a:pt x="42" y="577"/>
                  </a:cubicBezTo>
                  <a:cubicBezTo>
                    <a:pt x="62" y="568"/>
                    <a:pt x="67" y="552"/>
                    <a:pt x="67" y="540"/>
                  </a:cubicBezTo>
                  <a:cubicBezTo>
                    <a:pt x="67" y="524"/>
                    <a:pt x="53" y="515"/>
                    <a:pt x="39" y="515"/>
                  </a:cubicBezTo>
                  <a:cubicBezTo>
                    <a:pt x="17" y="515"/>
                    <a:pt x="0" y="535"/>
                    <a:pt x="0" y="557"/>
                  </a:cubicBezTo>
                  <a:cubicBezTo>
                    <a:pt x="0" y="582"/>
                    <a:pt x="28" y="599"/>
                    <a:pt x="70" y="599"/>
                  </a:cubicBezTo>
                  <a:cubicBezTo>
                    <a:pt x="109" y="599"/>
                    <a:pt x="193" y="574"/>
                    <a:pt x="213" y="490"/>
                  </a:cubicBezTo>
                  <a:lnTo>
                    <a:pt x="277" y="244"/>
                  </a:lnTo>
                  <a:cubicBezTo>
                    <a:pt x="277" y="235"/>
                    <a:pt x="280" y="230"/>
                    <a:pt x="280" y="218"/>
                  </a:cubicBezTo>
                  <a:cubicBezTo>
                    <a:pt x="280" y="182"/>
                    <a:pt x="246" y="154"/>
                    <a:pt x="204" y="154"/>
                  </a:cubicBezTo>
                  <a:cubicBezTo>
                    <a:pt x="129" y="154"/>
                    <a:pt x="84" y="249"/>
                    <a:pt x="84" y="260"/>
                  </a:cubicBezTo>
                  <a:cubicBezTo>
                    <a:pt x="84" y="269"/>
                    <a:pt x="92" y="269"/>
                    <a:pt x="95" y="269"/>
                  </a:cubicBezTo>
                  <a:cubicBezTo>
                    <a:pt x="104" y="269"/>
                    <a:pt x="104" y="266"/>
                    <a:pt x="109" y="255"/>
                  </a:cubicBezTo>
                  <a:cubicBezTo>
                    <a:pt x="126" y="216"/>
                    <a:pt x="162" y="174"/>
                    <a:pt x="204" y="174"/>
                  </a:cubicBezTo>
                  <a:cubicBezTo>
                    <a:pt x="221" y="174"/>
                    <a:pt x="227" y="185"/>
                    <a:pt x="227" y="207"/>
                  </a:cubicBezTo>
                  <a:cubicBezTo>
                    <a:pt x="227" y="216"/>
                    <a:pt x="224" y="224"/>
                    <a:pt x="224" y="22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71F085D-609F-C35D-56DC-958749F35652}"/>
                </a:ext>
              </a:extLst>
            </p:cNvPr>
            <p:cNvSpPr/>
            <p:nvPr/>
          </p:nvSpPr>
          <p:spPr>
            <a:xfrm>
              <a:off x="1152360" y="3328559"/>
              <a:ext cx="183240" cy="673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10" h="188">
                  <a:moveTo>
                    <a:pt x="484" y="34"/>
                  </a:moveTo>
                  <a:cubicBezTo>
                    <a:pt x="493" y="34"/>
                    <a:pt x="510" y="34"/>
                    <a:pt x="510" y="17"/>
                  </a:cubicBezTo>
                  <a:cubicBezTo>
                    <a:pt x="510" y="0"/>
                    <a:pt x="493" y="0"/>
                    <a:pt x="484" y="0"/>
                  </a:cubicBezTo>
                  <a:lnTo>
                    <a:pt x="25" y="0"/>
                  </a:lnTo>
                  <a:cubicBezTo>
                    <a:pt x="17" y="0"/>
                    <a:pt x="0" y="0"/>
                    <a:pt x="0" y="17"/>
                  </a:cubicBezTo>
                  <a:cubicBezTo>
                    <a:pt x="0" y="34"/>
                    <a:pt x="17" y="34"/>
                    <a:pt x="25" y="34"/>
                  </a:cubicBezTo>
                  <a:close/>
                  <a:moveTo>
                    <a:pt x="484" y="188"/>
                  </a:moveTo>
                  <a:cubicBezTo>
                    <a:pt x="493" y="188"/>
                    <a:pt x="510" y="188"/>
                    <a:pt x="510" y="171"/>
                  </a:cubicBezTo>
                  <a:cubicBezTo>
                    <a:pt x="510" y="154"/>
                    <a:pt x="493" y="154"/>
                    <a:pt x="484" y="154"/>
                  </a:cubicBezTo>
                  <a:lnTo>
                    <a:pt x="25" y="154"/>
                  </a:lnTo>
                  <a:cubicBezTo>
                    <a:pt x="17" y="154"/>
                    <a:pt x="0" y="154"/>
                    <a:pt x="0" y="171"/>
                  </a:cubicBezTo>
                  <a:cubicBezTo>
                    <a:pt x="0" y="188"/>
                    <a:pt x="17" y="188"/>
                    <a:pt x="25" y="18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C06CFD3C-E0AD-CA7F-5F65-40AED3940539}"/>
                </a:ext>
              </a:extLst>
            </p:cNvPr>
            <p:cNvSpPr/>
            <p:nvPr/>
          </p:nvSpPr>
          <p:spPr>
            <a:xfrm>
              <a:off x="1378080" y="3259080"/>
              <a:ext cx="91440" cy="1648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55" h="459">
                  <a:moveTo>
                    <a:pt x="157" y="20"/>
                  </a:moveTo>
                  <a:cubicBezTo>
                    <a:pt x="157" y="0"/>
                    <a:pt x="157" y="0"/>
                    <a:pt x="137" y="0"/>
                  </a:cubicBezTo>
                  <a:cubicBezTo>
                    <a:pt x="92" y="45"/>
                    <a:pt x="28" y="45"/>
                    <a:pt x="0" y="45"/>
                  </a:cubicBezTo>
                  <a:lnTo>
                    <a:pt x="0" y="70"/>
                  </a:lnTo>
                  <a:cubicBezTo>
                    <a:pt x="17" y="70"/>
                    <a:pt x="62" y="70"/>
                    <a:pt x="101" y="50"/>
                  </a:cubicBezTo>
                  <a:lnTo>
                    <a:pt x="101" y="403"/>
                  </a:lnTo>
                  <a:cubicBezTo>
                    <a:pt x="101" y="426"/>
                    <a:pt x="101" y="434"/>
                    <a:pt x="31" y="434"/>
                  </a:cubicBezTo>
                  <a:lnTo>
                    <a:pt x="6" y="434"/>
                  </a:lnTo>
                  <a:lnTo>
                    <a:pt x="6" y="459"/>
                  </a:lnTo>
                  <a:cubicBezTo>
                    <a:pt x="17" y="459"/>
                    <a:pt x="104" y="456"/>
                    <a:pt x="129" y="456"/>
                  </a:cubicBezTo>
                  <a:cubicBezTo>
                    <a:pt x="151" y="456"/>
                    <a:pt x="238" y="459"/>
                    <a:pt x="255" y="459"/>
                  </a:cubicBezTo>
                  <a:lnTo>
                    <a:pt x="255" y="434"/>
                  </a:lnTo>
                  <a:lnTo>
                    <a:pt x="227" y="434"/>
                  </a:lnTo>
                  <a:cubicBezTo>
                    <a:pt x="157" y="434"/>
                    <a:pt x="157" y="426"/>
                    <a:pt x="157" y="40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E4B66634-255E-DC9E-FBB5-8A6F9E755ED7}"/>
                </a:ext>
              </a:extLst>
            </p:cNvPr>
            <p:cNvSpPr/>
            <p:nvPr/>
          </p:nvSpPr>
          <p:spPr>
            <a:xfrm>
              <a:off x="1603080" y="2571839"/>
              <a:ext cx="323280" cy="6386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99" h="1775">
                  <a:moveTo>
                    <a:pt x="350" y="1627"/>
                  </a:moveTo>
                  <a:lnTo>
                    <a:pt x="137" y="887"/>
                  </a:lnTo>
                  <a:lnTo>
                    <a:pt x="0" y="1047"/>
                  </a:lnTo>
                  <a:lnTo>
                    <a:pt x="17" y="1061"/>
                  </a:lnTo>
                  <a:lnTo>
                    <a:pt x="84" y="983"/>
                  </a:lnTo>
                  <a:lnTo>
                    <a:pt x="311" y="1775"/>
                  </a:lnTo>
                  <a:cubicBezTo>
                    <a:pt x="342" y="1775"/>
                    <a:pt x="344" y="1775"/>
                    <a:pt x="353" y="1750"/>
                  </a:cubicBezTo>
                  <a:lnTo>
                    <a:pt x="893" y="39"/>
                  </a:lnTo>
                  <a:cubicBezTo>
                    <a:pt x="899" y="25"/>
                    <a:pt x="899" y="20"/>
                    <a:pt x="899" y="20"/>
                  </a:cubicBezTo>
                  <a:cubicBezTo>
                    <a:pt x="899" y="8"/>
                    <a:pt x="890" y="0"/>
                    <a:pt x="879" y="0"/>
                  </a:cubicBezTo>
                  <a:cubicBezTo>
                    <a:pt x="862" y="0"/>
                    <a:pt x="860" y="14"/>
                    <a:pt x="857" y="2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1C5328D-92F4-A268-E89D-3A6DF8298FC8}"/>
                </a:ext>
              </a:extLst>
            </p:cNvPr>
            <p:cNvSpPr/>
            <p:nvPr/>
          </p:nvSpPr>
          <p:spPr>
            <a:xfrm>
              <a:off x="1917359" y="2571839"/>
              <a:ext cx="1075320" cy="147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988" h="42">
                  <a:moveTo>
                    <a:pt x="1492" y="42"/>
                  </a:moveTo>
                  <a:lnTo>
                    <a:pt x="0" y="42"/>
                  </a:lnTo>
                  <a:lnTo>
                    <a:pt x="0" y="0"/>
                  </a:lnTo>
                  <a:lnTo>
                    <a:pt x="2988" y="0"/>
                  </a:lnTo>
                  <a:lnTo>
                    <a:pt x="2988" y="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3214185-B0F3-7D7C-2F78-E22CC0591E67}"/>
                </a:ext>
              </a:extLst>
            </p:cNvPr>
            <p:cNvSpPr/>
            <p:nvPr/>
          </p:nvSpPr>
          <p:spPr>
            <a:xfrm>
              <a:off x="1937519" y="2764080"/>
              <a:ext cx="253800" cy="2505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06" h="697">
                  <a:moveTo>
                    <a:pt x="566" y="112"/>
                  </a:moveTo>
                  <a:cubicBezTo>
                    <a:pt x="613" y="36"/>
                    <a:pt x="655" y="34"/>
                    <a:pt x="692" y="31"/>
                  </a:cubicBezTo>
                  <a:cubicBezTo>
                    <a:pt x="703" y="31"/>
                    <a:pt x="706" y="14"/>
                    <a:pt x="706" y="11"/>
                  </a:cubicBezTo>
                  <a:cubicBezTo>
                    <a:pt x="706" y="3"/>
                    <a:pt x="700" y="0"/>
                    <a:pt x="692" y="0"/>
                  </a:cubicBezTo>
                  <a:cubicBezTo>
                    <a:pt x="666" y="0"/>
                    <a:pt x="638" y="3"/>
                    <a:pt x="610" y="3"/>
                  </a:cubicBezTo>
                  <a:cubicBezTo>
                    <a:pt x="577" y="3"/>
                    <a:pt x="543" y="0"/>
                    <a:pt x="512" y="0"/>
                  </a:cubicBezTo>
                  <a:cubicBezTo>
                    <a:pt x="507" y="0"/>
                    <a:pt x="493" y="0"/>
                    <a:pt x="493" y="20"/>
                  </a:cubicBezTo>
                  <a:cubicBezTo>
                    <a:pt x="493" y="31"/>
                    <a:pt x="504" y="31"/>
                    <a:pt x="510" y="31"/>
                  </a:cubicBezTo>
                  <a:cubicBezTo>
                    <a:pt x="538" y="34"/>
                    <a:pt x="554" y="42"/>
                    <a:pt x="554" y="64"/>
                  </a:cubicBezTo>
                  <a:cubicBezTo>
                    <a:pt x="554" y="78"/>
                    <a:pt x="540" y="101"/>
                    <a:pt x="540" y="101"/>
                  </a:cubicBezTo>
                  <a:lnTo>
                    <a:pt x="238" y="582"/>
                  </a:lnTo>
                  <a:lnTo>
                    <a:pt x="171" y="62"/>
                  </a:lnTo>
                  <a:cubicBezTo>
                    <a:pt x="171" y="45"/>
                    <a:pt x="193" y="31"/>
                    <a:pt x="238" y="31"/>
                  </a:cubicBezTo>
                  <a:cubicBezTo>
                    <a:pt x="252" y="31"/>
                    <a:pt x="263" y="31"/>
                    <a:pt x="263" y="11"/>
                  </a:cubicBezTo>
                  <a:cubicBezTo>
                    <a:pt x="263" y="3"/>
                    <a:pt x="255" y="0"/>
                    <a:pt x="249" y="0"/>
                  </a:cubicBezTo>
                  <a:cubicBezTo>
                    <a:pt x="210" y="0"/>
                    <a:pt x="168" y="3"/>
                    <a:pt x="126" y="3"/>
                  </a:cubicBezTo>
                  <a:cubicBezTo>
                    <a:pt x="109" y="3"/>
                    <a:pt x="90" y="3"/>
                    <a:pt x="73" y="3"/>
                  </a:cubicBezTo>
                  <a:cubicBezTo>
                    <a:pt x="53" y="3"/>
                    <a:pt x="36" y="0"/>
                    <a:pt x="20" y="0"/>
                  </a:cubicBezTo>
                  <a:cubicBezTo>
                    <a:pt x="11" y="0"/>
                    <a:pt x="0" y="0"/>
                    <a:pt x="0" y="20"/>
                  </a:cubicBezTo>
                  <a:cubicBezTo>
                    <a:pt x="0" y="31"/>
                    <a:pt x="8" y="31"/>
                    <a:pt x="25" y="31"/>
                  </a:cubicBezTo>
                  <a:cubicBezTo>
                    <a:pt x="81" y="31"/>
                    <a:pt x="81" y="39"/>
                    <a:pt x="84" y="64"/>
                  </a:cubicBezTo>
                  <a:lnTo>
                    <a:pt x="162" y="675"/>
                  </a:lnTo>
                  <a:cubicBezTo>
                    <a:pt x="165" y="694"/>
                    <a:pt x="168" y="697"/>
                    <a:pt x="182" y="697"/>
                  </a:cubicBezTo>
                  <a:cubicBezTo>
                    <a:pt x="199" y="697"/>
                    <a:pt x="202" y="692"/>
                    <a:pt x="210" y="67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77AAEDB-48AA-9A84-CB33-011EC75A9693}"/>
                </a:ext>
              </a:extLst>
            </p:cNvPr>
            <p:cNvSpPr/>
            <p:nvPr/>
          </p:nvSpPr>
          <p:spPr>
            <a:xfrm>
              <a:off x="2124000" y="2894040"/>
              <a:ext cx="109440" cy="2152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05" h="599">
                  <a:moveTo>
                    <a:pt x="305" y="25"/>
                  </a:moveTo>
                  <a:cubicBezTo>
                    <a:pt x="305" y="14"/>
                    <a:pt x="297" y="0"/>
                    <a:pt x="277" y="0"/>
                  </a:cubicBezTo>
                  <a:cubicBezTo>
                    <a:pt x="258" y="0"/>
                    <a:pt x="238" y="20"/>
                    <a:pt x="238" y="39"/>
                  </a:cubicBezTo>
                  <a:cubicBezTo>
                    <a:pt x="238" y="50"/>
                    <a:pt x="246" y="64"/>
                    <a:pt x="266" y="64"/>
                  </a:cubicBezTo>
                  <a:cubicBezTo>
                    <a:pt x="286" y="64"/>
                    <a:pt x="305" y="48"/>
                    <a:pt x="305" y="25"/>
                  </a:cubicBezTo>
                  <a:close/>
                  <a:moveTo>
                    <a:pt x="157" y="493"/>
                  </a:moveTo>
                  <a:cubicBezTo>
                    <a:pt x="146" y="540"/>
                    <a:pt x="109" y="580"/>
                    <a:pt x="67" y="580"/>
                  </a:cubicBezTo>
                  <a:cubicBezTo>
                    <a:pt x="59" y="580"/>
                    <a:pt x="50" y="580"/>
                    <a:pt x="42" y="577"/>
                  </a:cubicBezTo>
                  <a:cubicBezTo>
                    <a:pt x="62" y="568"/>
                    <a:pt x="67" y="552"/>
                    <a:pt x="67" y="540"/>
                  </a:cubicBezTo>
                  <a:cubicBezTo>
                    <a:pt x="67" y="524"/>
                    <a:pt x="53" y="515"/>
                    <a:pt x="39" y="515"/>
                  </a:cubicBezTo>
                  <a:cubicBezTo>
                    <a:pt x="17" y="515"/>
                    <a:pt x="0" y="535"/>
                    <a:pt x="0" y="557"/>
                  </a:cubicBezTo>
                  <a:cubicBezTo>
                    <a:pt x="0" y="582"/>
                    <a:pt x="28" y="599"/>
                    <a:pt x="70" y="599"/>
                  </a:cubicBezTo>
                  <a:cubicBezTo>
                    <a:pt x="109" y="599"/>
                    <a:pt x="193" y="574"/>
                    <a:pt x="213" y="490"/>
                  </a:cubicBezTo>
                  <a:lnTo>
                    <a:pt x="277" y="244"/>
                  </a:lnTo>
                  <a:cubicBezTo>
                    <a:pt x="277" y="235"/>
                    <a:pt x="280" y="230"/>
                    <a:pt x="280" y="218"/>
                  </a:cubicBezTo>
                  <a:cubicBezTo>
                    <a:pt x="280" y="182"/>
                    <a:pt x="246" y="154"/>
                    <a:pt x="204" y="154"/>
                  </a:cubicBezTo>
                  <a:cubicBezTo>
                    <a:pt x="129" y="154"/>
                    <a:pt x="84" y="249"/>
                    <a:pt x="84" y="260"/>
                  </a:cubicBezTo>
                  <a:cubicBezTo>
                    <a:pt x="84" y="269"/>
                    <a:pt x="92" y="269"/>
                    <a:pt x="95" y="269"/>
                  </a:cubicBezTo>
                  <a:cubicBezTo>
                    <a:pt x="104" y="269"/>
                    <a:pt x="104" y="266"/>
                    <a:pt x="109" y="255"/>
                  </a:cubicBezTo>
                  <a:cubicBezTo>
                    <a:pt x="126" y="216"/>
                    <a:pt x="162" y="174"/>
                    <a:pt x="202" y="174"/>
                  </a:cubicBezTo>
                  <a:cubicBezTo>
                    <a:pt x="221" y="174"/>
                    <a:pt x="227" y="185"/>
                    <a:pt x="227" y="207"/>
                  </a:cubicBezTo>
                  <a:cubicBezTo>
                    <a:pt x="227" y="216"/>
                    <a:pt x="224" y="224"/>
                    <a:pt x="224" y="22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A842A0C4-C56C-1C96-A5EE-A56435AA52B1}"/>
                </a:ext>
              </a:extLst>
            </p:cNvPr>
            <p:cNvSpPr/>
            <p:nvPr/>
          </p:nvSpPr>
          <p:spPr>
            <a:xfrm>
              <a:off x="2308680" y="2739960"/>
              <a:ext cx="83160" cy="3542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2" h="985">
                  <a:moveTo>
                    <a:pt x="232" y="977"/>
                  </a:moveTo>
                  <a:cubicBezTo>
                    <a:pt x="232" y="974"/>
                    <a:pt x="232" y="971"/>
                    <a:pt x="213" y="955"/>
                  </a:cubicBezTo>
                  <a:cubicBezTo>
                    <a:pt x="90" y="831"/>
                    <a:pt x="59" y="644"/>
                    <a:pt x="59" y="493"/>
                  </a:cubicBezTo>
                  <a:cubicBezTo>
                    <a:pt x="59" y="322"/>
                    <a:pt x="95" y="151"/>
                    <a:pt x="218" y="28"/>
                  </a:cubicBezTo>
                  <a:cubicBezTo>
                    <a:pt x="232" y="14"/>
                    <a:pt x="232" y="14"/>
                    <a:pt x="232" y="11"/>
                  </a:cubicBezTo>
                  <a:cubicBezTo>
                    <a:pt x="232" y="3"/>
                    <a:pt x="227" y="0"/>
                    <a:pt x="221" y="0"/>
                  </a:cubicBezTo>
                  <a:cubicBezTo>
                    <a:pt x="210" y="0"/>
                    <a:pt x="120" y="67"/>
                    <a:pt x="62" y="193"/>
                  </a:cubicBezTo>
                  <a:cubicBezTo>
                    <a:pt x="11" y="302"/>
                    <a:pt x="0" y="412"/>
                    <a:pt x="0" y="493"/>
                  </a:cubicBezTo>
                  <a:cubicBezTo>
                    <a:pt x="0" y="571"/>
                    <a:pt x="11" y="689"/>
                    <a:pt x="64" y="801"/>
                  </a:cubicBezTo>
                  <a:cubicBezTo>
                    <a:pt x="126" y="924"/>
                    <a:pt x="210" y="985"/>
                    <a:pt x="221" y="985"/>
                  </a:cubicBezTo>
                  <a:cubicBezTo>
                    <a:pt x="227" y="985"/>
                    <a:pt x="232" y="983"/>
                    <a:pt x="232" y="97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2F16D5D1-B2A5-C4ED-5DAB-26583647D197}"/>
                </a:ext>
              </a:extLst>
            </p:cNvPr>
            <p:cNvSpPr/>
            <p:nvPr/>
          </p:nvSpPr>
          <p:spPr>
            <a:xfrm>
              <a:off x="2419560" y="2764080"/>
              <a:ext cx="293040" cy="2426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15" h="675">
                  <a:moveTo>
                    <a:pt x="454" y="269"/>
                  </a:moveTo>
                  <a:lnTo>
                    <a:pt x="370" y="73"/>
                  </a:lnTo>
                  <a:cubicBezTo>
                    <a:pt x="367" y="64"/>
                    <a:pt x="364" y="62"/>
                    <a:pt x="364" y="59"/>
                  </a:cubicBezTo>
                  <a:cubicBezTo>
                    <a:pt x="364" y="53"/>
                    <a:pt x="381" y="34"/>
                    <a:pt x="423" y="31"/>
                  </a:cubicBezTo>
                  <a:cubicBezTo>
                    <a:pt x="431" y="31"/>
                    <a:pt x="442" y="28"/>
                    <a:pt x="442" y="11"/>
                  </a:cubicBezTo>
                  <a:cubicBezTo>
                    <a:pt x="442" y="0"/>
                    <a:pt x="431" y="0"/>
                    <a:pt x="428" y="0"/>
                  </a:cubicBezTo>
                  <a:cubicBezTo>
                    <a:pt x="386" y="0"/>
                    <a:pt x="344" y="3"/>
                    <a:pt x="302" y="3"/>
                  </a:cubicBezTo>
                  <a:cubicBezTo>
                    <a:pt x="277" y="3"/>
                    <a:pt x="218" y="0"/>
                    <a:pt x="193" y="0"/>
                  </a:cubicBezTo>
                  <a:cubicBezTo>
                    <a:pt x="188" y="0"/>
                    <a:pt x="174" y="0"/>
                    <a:pt x="174" y="20"/>
                  </a:cubicBezTo>
                  <a:cubicBezTo>
                    <a:pt x="174" y="31"/>
                    <a:pt x="185" y="31"/>
                    <a:pt x="199" y="31"/>
                  </a:cubicBezTo>
                  <a:cubicBezTo>
                    <a:pt x="258" y="31"/>
                    <a:pt x="263" y="39"/>
                    <a:pt x="272" y="62"/>
                  </a:cubicBezTo>
                  <a:lnTo>
                    <a:pt x="389" y="339"/>
                  </a:lnTo>
                  <a:lnTo>
                    <a:pt x="179" y="563"/>
                  </a:lnTo>
                  <a:lnTo>
                    <a:pt x="168" y="574"/>
                  </a:lnTo>
                  <a:cubicBezTo>
                    <a:pt x="118" y="624"/>
                    <a:pt x="73" y="641"/>
                    <a:pt x="22" y="644"/>
                  </a:cubicBezTo>
                  <a:cubicBezTo>
                    <a:pt x="8" y="644"/>
                    <a:pt x="0" y="644"/>
                    <a:pt x="0" y="664"/>
                  </a:cubicBezTo>
                  <a:cubicBezTo>
                    <a:pt x="0" y="666"/>
                    <a:pt x="0" y="675"/>
                    <a:pt x="14" y="675"/>
                  </a:cubicBezTo>
                  <a:cubicBezTo>
                    <a:pt x="42" y="675"/>
                    <a:pt x="76" y="672"/>
                    <a:pt x="106" y="672"/>
                  </a:cubicBezTo>
                  <a:cubicBezTo>
                    <a:pt x="143" y="672"/>
                    <a:pt x="182" y="675"/>
                    <a:pt x="216" y="675"/>
                  </a:cubicBezTo>
                  <a:cubicBezTo>
                    <a:pt x="221" y="675"/>
                    <a:pt x="235" y="675"/>
                    <a:pt x="235" y="655"/>
                  </a:cubicBezTo>
                  <a:cubicBezTo>
                    <a:pt x="235" y="644"/>
                    <a:pt x="224" y="644"/>
                    <a:pt x="221" y="644"/>
                  </a:cubicBezTo>
                  <a:cubicBezTo>
                    <a:pt x="213" y="644"/>
                    <a:pt x="182" y="641"/>
                    <a:pt x="182" y="613"/>
                  </a:cubicBezTo>
                  <a:cubicBezTo>
                    <a:pt x="182" y="599"/>
                    <a:pt x="199" y="582"/>
                    <a:pt x="210" y="568"/>
                  </a:cubicBezTo>
                  <a:lnTo>
                    <a:pt x="311" y="462"/>
                  </a:lnTo>
                  <a:lnTo>
                    <a:pt x="398" y="367"/>
                  </a:lnTo>
                  <a:lnTo>
                    <a:pt x="498" y="602"/>
                  </a:lnTo>
                  <a:cubicBezTo>
                    <a:pt x="504" y="613"/>
                    <a:pt x="504" y="613"/>
                    <a:pt x="504" y="616"/>
                  </a:cubicBezTo>
                  <a:cubicBezTo>
                    <a:pt x="504" y="624"/>
                    <a:pt x="484" y="641"/>
                    <a:pt x="445" y="644"/>
                  </a:cubicBezTo>
                  <a:cubicBezTo>
                    <a:pt x="437" y="644"/>
                    <a:pt x="426" y="647"/>
                    <a:pt x="426" y="664"/>
                  </a:cubicBezTo>
                  <a:cubicBezTo>
                    <a:pt x="426" y="675"/>
                    <a:pt x="437" y="675"/>
                    <a:pt x="442" y="675"/>
                  </a:cubicBezTo>
                  <a:cubicBezTo>
                    <a:pt x="470" y="675"/>
                    <a:pt x="538" y="672"/>
                    <a:pt x="566" y="672"/>
                  </a:cubicBezTo>
                  <a:cubicBezTo>
                    <a:pt x="591" y="672"/>
                    <a:pt x="650" y="675"/>
                    <a:pt x="675" y="675"/>
                  </a:cubicBezTo>
                  <a:cubicBezTo>
                    <a:pt x="683" y="675"/>
                    <a:pt x="694" y="675"/>
                    <a:pt x="694" y="655"/>
                  </a:cubicBezTo>
                  <a:cubicBezTo>
                    <a:pt x="694" y="644"/>
                    <a:pt x="683" y="644"/>
                    <a:pt x="678" y="644"/>
                  </a:cubicBezTo>
                  <a:cubicBezTo>
                    <a:pt x="610" y="644"/>
                    <a:pt x="608" y="641"/>
                    <a:pt x="591" y="602"/>
                  </a:cubicBezTo>
                  <a:cubicBezTo>
                    <a:pt x="554" y="510"/>
                    <a:pt x="487" y="356"/>
                    <a:pt x="465" y="297"/>
                  </a:cubicBezTo>
                  <a:cubicBezTo>
                    <a:pt x="532" y="227"/>
                    <a:pt x="636" y="109"/>
                    <a:pt x="666" y="81"/>
                  </a:cubicBezTo>
                  <a:cubicBezTo>
                    <a:pt x="694" y="56"/>
                    <a:pt x="734" y="34"/>
                    <a:pt x="792" y="31"/>
                  </a:cubicBezTo>
                  <a:cubicBezTo>
                    <a:pt x="804" y="31"/>
                    <a:pt x="815" y="31"/>
                    <a:pt x="815" y="11"/>
                  </a:cubicBezTo>
                  <a:cubicBezTo>
                    <a:pt x="815" y="11"/>
                    <a:pt x="815" y="0"/>
                    <a:pt x="801" y="0"/>
                  </a:cubicBezTo>
                  <a:cubicBezTo>
                    <a:pt x="770" y="0"/>
                    <a:pt x="739" y="3"/>
                    <a:pt x="708" y="3"/>
                  </a:cubicBezTo>
                  <a:cubicBezTo>
                    <a:pt x="672" y="3"/>
                    <a:pt x="633" y="0"/>
                    <a:pt x="599" y="0"/>
                  </a:cubicBezTo>
                  <a:cubicBezTo>
                    <a:pt x="594" y="0"/>
                    <a:pt x="580" y="0"/>
                    <a:pt x="580" y="20"/>
                  </a:cubicBezTo>
                  <a:cubicBezTo>
                    <a:pt x="580" y="28"/>
                    <a:pt x="585" y="31"/>
                    <a:pt x="591" y="31"/>
                  </a:cubicBezTo>
                  <a:cubicBezTo>
                    <a:pt x="599" y="31"/>
                    <a:pt x="630" y="34"/>
                    <a:pt x="630" y="62"/>
                  </a:cubicBezTo>
                  <a:cubicBezTo>
                    <a:pt x="630" y="76"/>
                    <a:pt x="619" y="87"/>
                    <a:pt x="613" y="9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9113610-EE8D-AF4F-F986-A144409D1797}"/>
                </a:ext>
              </a:extLst>
            </p:cNvPr>
            <p:cNvSpPr/>
            <p:nvPr/>
          </p:nvSpPr>
          <p:spPr>
            <a:xfrm>
              <a:off x="2702880" y="2894040"/>
              <a:ext cx="109440" cy="2152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05" h="599">
                  <a:moveTo>
                    <a:pt x="305" y="25"/>
                  </a:moveTo>
                  <a:cubicBezTo>
                    <a:pt x="305" y="14"/>
                    <a:pt x="297" y="0"/>
                    <a:pt x="277" y="0"/>
                  </a:cubicBezTo>
                  <a:cubicBezTo>
                    <a:pt x="258" y="0"/>
                    <a:pt x="238" y="20"/>
                    <a:pt x="238" y="39"/>
                  </a:cubicBezTo>
                  <a:cubicBezTo>
                    <a:pt x="238" y="50"/>
                    <a:pt x="246" y="64"/>
                    <a:pt x="266" y="64"/>
                  </a:cubicBezTo>
                  <a:cubicBezTo>
                    <a:pt x="286" y="64"/>
                    <a:pt x="305" y="48"/>
                    <a:pt x="305" y="25"/>
                  </a:cubicBezTo>
                  <a:close/>
                  <a:moveTo>
                    <a:pt x="157" y="493"/>
                  </a:moveTo>
                  <a:cubicBezTo>
                    <a:pt x="146" y="540"/>
                    <a:pt x="109" y="580"/>
                    <a:pt x="67" y="580"/>
                  </a:cubicBezTo>
                  <a:cubicBezTo>
                    <a:pt x="59" y="580"/>
                    <a:pt x="50" y="580"/>
                    <a:pt x="42" y="577"/>
                  </a:cubicBezTo>
                  <a:cubicBezTo>
                    <a:pt x="62" y="568"/>
                    <a:pt x="67" y="552"/>
                    <a:pt x="67" y="540"/>
                  </a:cubicBezTo>
                  <a:cubicBezTo>
                    <a:pt x="67" y="524"/>
                    <a:pt x="53" y="515"/>
                    <a:pt x="39" y="515"/>
                  </a:cubicBezTo>
                  <a:cubicBezTo>
                    <a:pt x="17" y="515"/>
                    <a:pt x="0" y="535"/>
                    <a:pt x="0" y="557"/>
                  </a:cubicBezTo>
                  <a:cubicBezTo>
                    <a:pt x="0" y="582"/>
                    <a:pt x="28" y="599"/>
                    <a:pt x="70" y="599"/>
                  </a:cubicBezTo>
                  <a:cubicBezTo>
                    <a:pt x="112" y="599"/>
                    <a:pt x="193" y="574"/>
                    <a:pt x="213" y="490"/>
                  </a:cubicBezTo>
                  <a:lnTo>
                    <a:pt x="277" y="244"/>
                  </a:lnTo>
                  <a:cubicBezTo>
                    <a:pt x="277" y="235"/>
                    <a:pt x="280" y="230"/>
                    <a:pt x="280" y="218"/>
                  </a:cubicBezTo>
                  <a:cubicBezTo>
                    <a:pt x="280" y="182"/>
                    <a:pt x="246" y="154"/>
                    <a:pt x="204" y="154"/>
                  </a:cubicBezTo>
                  <a:cubicBezTo>
                    <a:pt x="129" y="154"/>
                    <a:pt x="84" y="249"/>
                    <a:pt x="84" y="260"/>
                  </a:cubicBezTo>
                  <a:cubicBezTo>
                    <a:pt x="84" y="269"/>
                    <a:pt x="92" y="269"/>
                    <a:pt x="95" y="269"/>
                  </a:cubicBezTo>
                  <a:cubicBezTo>
                    <a:pt x="104" y="269"/>
                    <a:pt x="104" y="266"/>
                    <a:pt x="109" y="255"/>
                  </a:cubicBezTo>
                  <a:cubicBezTo>
                    <a:pt x="126" y="216"/>
                    <a:pt x="162" y="174"/>
                    <a:pt x="204" y="174"/>
                  </a:cubicBezTo>
                  <a:cubicBezTo>
                    <a:pt x="221" y="174"/>
                    <a:pt x="227" y="185"/>
                    <a:pt x="227" y="207"/>
                  </a:cubicBezTo>
                  <a:cubicBezTo>
                    <a:pt x="227" y="216"/>
                    <a:pt x="224" y="224"/>
                    <a:pt x="224" y="22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DED0E70-55D0-88B4-A6A9-720F43368414}"/>
                </a:ext>
              </a:extLst>
            </p:cNvPr>
            <p:cNvSpPr/>
            <p:nvPr/>
          </p:nvSpPr>
          <p:spPr>
            <a:xfrm>
              <a:off x="2872080" y="2739960"/>
              <a:ext cx="83160" cy="3542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2" h="985">
                  <a:moveTo>
                    <a:pt x="232" y="493"/>
                  </a:moveTo>
                  <a:cubicBezTo>
                    <a:pt x="232" y="417"/>
                    <a:pt x="221" y="297"/>
                    <a:pt x="165" y="185"/>
                  </a:cubicBezTo>
                  <a:cubicBezTo>
                    <a:pt x="106" y="64"/>
                    <a:pt x="20" y="0"/>
                    <a:pt x="11" y="0"/>
                  </a:cubicBezTo>
                  <a:cubicBezTo>
                    <a:pt x="3" y="0"/>
                    <a:pt x="0" y="3"/>
                    <a:pt x="0" y="11"/>
                  </a:cubicBezTo>
                  <a:cubicBezTo>
                    <a:pt x="0" y="14"/>
                    <a:pt x="0" y="14"/>
                    <a:pt x="20" y="34"/>
                  </a:cubicBezTo>
                  <a:cubicBezTo>
                    <a:pt x="118" y="132"/>
                    <a:pt x="174" y="288"/>
                    <a:pt x="174" y="493"/>
                  </a:cubicBezTo>
                  <a:cubicBezTo>
                    <a:pt x="174" y="664"/>
                    <a:pt x="137" y="837"/>
                    <a:pt x="14" y="960"/>
                  </a:cubicBezTo>
                  <a:cubicBezTo>
                    <a:pt x="0" y="971"/>
                    <a:pt x="0" y="974"/>
                    <a:pt x="0" y="977"/>
                  </a:cubicBezTo>
                  <a:cubicBezTo>
                    <a:pt x="0" y="983"/>
                    <a:pt x="3" y="985"/>
                    <a:pt x="11" y="985"/>
                  </a:cubicBezTo>
                  <a:cubicBezTo>
                    <a:pt x="20" y="985"/>
                    <a:pt x="109" y="918"/>
                    <a:pt x="168" y="795"/>
                  </a:cubicBezTo>
                  <a:cubicBezTo>
                    <a:pt x="218" y="686"/>
                    <a:pt x="232" y="577"/>
                    <a:pt x="232" y="49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B344EC96-CC96-6C3C-7973-0FBEA77C54CB}"/>
              </a:ext>
            </a:extLst>
          </p:cNvPr>
          <p:cNvSpPr txBox="1"/>
          <p:nvPr/>
        </p:nvSpPr>
        <p:spPr>
          <a:xfrm>
            <a:off x="104805" y="6406920"/>
            <a:ext cx="3827115" cy="103459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0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המקסימום ב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x~0.5 – </a:t>
            </a:r>
            <a:br>
              <a:rPr lang="en-US" sz="3200" b="0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en-US" sz="3200" b="0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במקרה הזה הוגן!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CF767A4D-6230-720A-B152-3903BFC357F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6680" y="5288400"/>
            <a:ext cx="1660319" cy="912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9B90D-E894-E94F-97E0-994A2C8F926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43560"/>
            <a:ext cx="10149840" cy="96372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rtl="1" hangingPunct="1"/>
            <a:r>
              <a:rPr lang="he-IL" sz="6000">
                <a:cs typeface="David" pitchFamily="34"/>
              </a:rPr>
              <a:t>יעילות אגליטרית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45F5F9-10A5-AFB6-FCE3-477D2FEA8FCB}"/>
              </a:ext>
            </a:extLst>
          </p:cNvPr>
          <p:cNvSpPr txBox="1"/>
          <p:nvPr/>
        </p:nvSpPr>
        <p:spPr>
          <a:xfrm>
            <a:off x="69120" y="1280520"/>
            <a:ext cx="10080720" cy="1683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CC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הגדרה: חלוקה </a:t>
            </a:r>
            <a:r>
              <a:rPr lang="he-IL" sz="3600" b="1" i="0" u="none" strike="noStrike" kern="1200" cap="none">
                <a:ln>
                  <a:noFill/>
                </a:ln>
                <a:solidFill>
                  <a:srgbClr val="CC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אגליטרית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CC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(egalitarian) היא חלוקה הממקסמת את </a:t>
            </a:r>
            <a:r>
              <a:rPr lang="he-IL" sz="3600" b="0" i="1" u="none" strike="noStrike" kern="1200" cap="none">
                <a:ln>
                  <a:noFill/>
                </a:ln>
                <a:solidFill>
                  <a:srgbClr val="CC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הערך הקטן ביותר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CC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max</a:t>
            </a:r>
            <a:r>
              <a:rPr lang="en-US" sz="3600" b="0" i="1" u="none" strike="noStrike" kern="1200" cap="none" baseline="-8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X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min</a:t>
            </a:r>
            <a:r>
              <a:rPr lang="en-US" sz="3600" b="0" i="1" u="none" strike="noStrike" kern="1200" cap="none" baseline="-8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V</a:t>
            </a:r>
            <a:r>
              <a:rPr lang="en-US" sz="3600" b="0" i="1" u="none" strike="noStrike" kern="1200" cap="none" baseline="-8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(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X</a:t>
            </a:r>
            <a:r>
              <a:rPr lang="en-US" sz="3600" b="0" i="1" u="none" strike="noStrike" kern="1200" cap="none" baseline="-8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8FBF4E-FB91-0A4F-7AFD-7AAED0F3D28B}"/>
              </a:ext>
            </a:extLst>
          </p:cNvPr>
          <p:cNvSpPr txBox="1"/>
          <p:nvPr/>
        </p:nvSpPr>
        <p:spPr>
          <a:xfrm>
            <a:off x="293408" y="2856014"/>
            <a:ext cx="9856432" cy="21391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אלגוריתם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 פתור את בעיית האופטימיזציה הבאה:</a:t>
            </a:r>
          </a:p>
          <a:p>
            <a:pPr algn="r" rtl="1" hangingPunct="0"/>
            <a:r>
              <a:rPr lang="he-IL" sz="3200" i="1">
                <a:latin typeface="Liberation Sans" pitchFamily="34"/>
                <a:ea typeface="Noto Sans CJK SC Regular" pitchFamily="2"/>
                <a:cs typeface="Liberation Sans" pitchFamily="34"/>
              </a:rPr>
              <a:t>(ה</a:t>
            </a:r>
            <a:r>
              <a:rPr lang="he-IL" sz="32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משתנה</a:t>
            </a:r>
            <a:r>
              <a:rPr lang="he-IL" sz="3200" i="1"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200" i="1">
                <a:latin typeface="Liberation Sans" pitchFamily="34"/>
                <a:ea typeface="Noto Sans CJK SC Regular" pitchFamily="2"/>
                <a:cs typeface="Liberation Sans" pitchFamily="34"/>
              </a:rPr>
              <a:t>z</a:t>
            </a:r>
            <a:r>
              <a:rPr lang="he-IL" sz="3200" i="1"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2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מייצג את הערך הקטן ביותר</a:t>
            </a:r>
            <a:r>
              <a:rPr lang="he-IL" sz="32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)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 maximize    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z</a:t>
            </a:r>
            <a:b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</a:b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 subject to    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V</a:t>
            </a:r>
            <a:r>
              <a:rPr lang="en-US" sz="3600" b="0" i="1" u="none" strike="noStrike" kern="1200" cap="none" baseline="-8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(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X</a:t>
            </a:r>
            <a:r>
              <a:rPr lang="en-US" sz="3600" b="0" i="1" u="none" strike="noStrike" kern="1200" cap="none" baseline="-8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)  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Times New Roman" pitchFamily="18"/>
                <a:cs typeface="Times New Roman" pitchFamily="18"/>
              </a:rPr>
              <a:t>≥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 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z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  for all 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in 1,…,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6CED3C5-2E31-EC94-BD99-2F6E7A3CB5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357270"/>
              </p:ext>
            </p:extLst>
          </p:nvPr>
        </p:nvGraphicFramePr>
        <p:xfrm>
          <a:off x="774131" y="4995134"/>
          <a:ext cx="9013086" cy="2609760"/>
        </p:xfrm>
        <a:graphic>
          <a:graphicData uri="http://schemas.openxmlformats.org/drawingml/2006/table">
            <a:tbl>
              <a:tblPr firstRow="1" bandRow="1">
                <a:tableStyleId>{23491858-C0AF-4D33-B05B-DAE2F88B037C}</a:tableStyleId>
              </a:tblPr>
              <a:tblGrid>
                <a:gridCol w="2093325">
                  <a:extLst>
                    <a:ext uri="{9D8B030D-6E8A-4147-A177-3AD203B41FA5}">
                      <a16:colId xmlns:a16="http://schemas.microsoft.com/office/drawing/2014/main" val="3936534014"/>
                    </a:ext>
                  </a:extLst>
                </a:gridCol>
                <a:gridCol w="2093325">
                  <a:extLst>
                    <a:ext uri="{9D8B030D-6E8A-4147-A177-3AD203B41FA5}">
                      <a16:colId xmlns:a16="http://schemas.microsoft.com/office/drawing/2014/main" val="1478691318"/>
                    </a:ext>
                  </a:extLst>
                </a:gridCol>
                <a:gridCol w="1378982">
                  <a:extLst>
                    <a:ext uri="{9D8B030D-6E8A-4147-A177-3AD203B41FA5}">
                      <a16:colId xmlns:a16="http://schemas.microsoft.com/office/drawing/2014/main" val="2991468009"/>
                    </a:ext>
                  </a:extLst>
                </a:gridCol>
                <a:gridCol w="1767604">
                  <a:extLst>
                    <a:ext uri="{9D8B030D-6E8A-4147-A177-3AD203B41FA5}">
                      <a16:colId xmlns:a16="http://schemas.microsoft.com/office/drawing/2014/main" val="3617321342"/>
                    </a:ext>
                  </a:extLst>
                </a:gridCol>
                <a:gridCol w="1679850">
                  <a:extLst>
                    <a:ext uri="{9D8B030D-6E8A-4147-A177-3AD203B41FA5}">
                      <a16:colId xmlns:a16="http://schemas.microsoft.com/office/drawing/2014/main" val="2163660975"/>
                    </a:ext>
                  </a:extLst>
                </a:gridCol>
              </a:tblGrid>
              <a:tr h="62604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28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0.503 טון עצים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28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0.497 טון עצים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2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 טון נפט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2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 טון פלדה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24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המשאב: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1337187"/>
                  </a:ext>
                </a:extLst>
              </a:tr>
              <a:tr h="62604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0"/>
                      </a:pPr>
                      <a:r>
                        <a:rPr lang="en-US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40.25</a:t>
                      </a:r>
                      <a:endParaRPr lang="en-US" sz="3600" b="0" i="0" u="none" strike="noStrike" kern="1200" cap="none">
                        <a:ln>
                          <a:noFill/>
                        </a:ln>
                        <a:latin typeface="Liberation Sans" pitchFamily="18"/>
                        <a:ea typeface="Noto Sans CJK SC Regular" pitchFamily="2"/>
                        <a:cs typeface="Nachlieli CLM" pitchFamily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39.75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0"/>
                      </a:pPr>
                      <a:r>
                        <a:rPr lang="en-US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24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ערך אבי</a:t>
                      </a:r>
                    </a:p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24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(מיליוני ₪):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6587247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39.75</a:t>
                      </a:r>
                      <a:endParaRPr lang="en-US" sz="3600" b="1" i="0" u="none" strike="noStrike" kern="1200" cap="none">
                        <a:ln>
                          <a:noFill/>
                        </a:ln>
                        <a:latin typeface="Liberation Sans" pitchFamily="18"/>
                        <a:ea typeface="Noto Sans CJK SC Regular" pitchFamily="2"/>
                        <a:cs typeface="Nachlieli CLM" pitchFamily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0"/>
                      </a:pPr>
                      <a:r>
                        <a:rPr lang="en-US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39.25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en-US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24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ערך בתיה: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765316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9C8A6-6AD6-A510-F7D5-58740079977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43560"/>
            <a:ext cx="10149840" cy="96372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rtl="1" hangingPunct="1"/>
            <a:r>
              <a:rPr lang="he-IL" sz="6000">
                <a:cs typeface="David" pitchFamily="34"/>
              </a:rPr>
              <a:t>יעילות</a:t>
            </a:r>
            <a:r>
              <a:rPr lang="he-IL" sz="6000" i="1">
                <a:cs typeface="David" pitchFamily="34"/>
              </a:rPr>
              <a:t> </a:t>
            </a:r>
            <a:r>
              <a:rPr lang="he-IL" sz="6000">
                <a:cs typeface="David" pitchFamily="34"/>
              </a:rPr>
              <a:t>אגליטרית ויעילות פארטו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7C5013-6F2F-7F56-C676-91B474CB31C9}"/>
              </a:ext>
            </a:extLst>
          </p:cNvPr>
          <p:cNvSpPr txBox="1"/>
          <p:nvPr/>
        </p:nvSpPr>
        <p:spPr>
          <a:xfrm>
            <a:off x="207034" y="914760"/>
            <a:ext cx="9942806" cy="115270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lvl="0" algn="r" rtl="1" hangingPunct="0"/>
            <a:r>
              <a:rPr lang="he-IL" sz="36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אם חלק מהשחקנים מייחסים ערך 0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לחלק מהמשאבים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אז לא כל חלוקה אגליטרית היא יעילה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דוגמה: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5B7AA23-386D-035A-D07F-75903A877C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240042"/>
              </p:ext>
            </p:extLst>
          </p:nvPr>
        </p:nvGraphicFramePr>
        <p:xfrm>
          <a:off x="0" y="2192980"/>
          <a:ext cx="8458201" cy="2000160"/>
        </p:xfrm>
        <a:graphic>
          <a:graphicData uri="http://schemas.openxmlformats.org/drawingml/2006/table">
            <a:tbl>
              <a:tblPr firstRow="1" bandRow="1">
                <a:tableStyleId>{23491858-C0AF-4D33-B05B-DAE2F88B037C}</a:tableStyleId>
              </a:tblPr>
              <a:tblGrid>
                <a:gridCol w="2993131">
                  <a:extLst>
                    <a:ext uri="{9D8B030D-6E8A-4147-A177-3AD203B41FA5}">
                      <a16:colId xmlns:a16="http://schemas.microsoft.com/office/drawing/2014/main" val="1693869999"/>
                    </a:ext>
                  </a:extLst>
                </a:gridCol>
                <a:gridCol w="2519121">
                  <a:extLst>
                    <a:ext uri="{9D8B030D-6E8A-4147-A177-3AD203B41FA5}">
                      <a16:colId xmlns:a16="http://schemas.microsoft.com/office/drawing/2014/main" val="940241790"/>
                    </a:ext>
                  </a:extLst>
                </a:gridCol>
                <a:gridCol w="2945949">
                  <a:extLst>
                    <a:ext uri="{9D8B030D-6E8A-4147-A177-3AD203B41FA5}">
                      <a16:colId xmlns:a16="http://schemas.microsoft.com/office/drawing/2014/main" val="2622257179"/>
                    </a:ext>
                  </a:extLst>
                </a:gridCol>
              </a:tblGrid>
              <a:tr h="62604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 טון נפט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 טון פלדה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800" b="0" i="0" u="none" strike="noStrike" kern="1200" cap="none">
                        <a:ln>
                          <a:noFill/>
                        </a:ln>
                        <a:latin typeface="Liberation Sans" pitchFamily="18"/>
                        <a:cs typeface="Nachlieli CLM" pitchFamily="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0708645"/>
                  </a:ext>
                </a:extLst>
              </a:tr>
              <a:tr h="62604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0"/>
                      </a:pP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 ₪ </a:t>
                      </a: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100 ₪ </a:t>
                      </a:r>
                      <a:endParaRPr lang="en-US" sz="3600" b="0" i="0" u="none" strike="noStrike" kern="1200" cap="none">
                        <a:ln>
                          <a:noFill/>
                        </a:ln>
                        <a:latin typeface="Liberation Sans" pitchFamily="18"/>
                        <a:ea typeface="Noto Sans CJK SC Regular" pitchFamily="2"/>
                        <a:cs typeface="Nachlieli CLM" pitchFamily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ערך אבי: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77811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 ₪ </a:t>
                      </a: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0"/>
                      </a:pPr>
                      <a:r>
                        <a:rPr lang="he-IL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 ₪ </a:t>
                      </a: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ערך בתיה: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210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3DD3114-71F4-516E-809F-DF964FF55F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540002"/>
              </p:ext>
            </p:extLst>
          </p:nvPr>
        </p:nvGraphicFramePr>
        <p:xfrm>
          <a:off x="207035" y="4644755"/>
          <a:ext cx="9590485" cy="2834640"/>
        </p:xfrm>
        <a:graphic>
          <a:graphicData uri="http://schemas.openxmlformats.org/drawingml/2006/table">
            <a:tbl>
              <a:tblPr firstRow="1" bandRow="1">
                <a:tableStyleId>{23491858-C0AF-4D33-B05B-DAE2F88B037C}</a:tableStyleId>
              </a:tblPr>
              <a:tblGrid>
                <a:gridCol w="3393816">
                  <a:extLst>
                    <a:ext uri="{9D8B030D-6E8A-4147-A177-3AD203B41FA5}">
                      <a16:colId xmlns:a16="http://schemas.microsoft.com/office/drawing/2014/main" val="1693869999"/>
                    </a:ext>
                  </a:extLst>
                </a:gridCol>
                <a:gridCol w="2856351">
                  <a:extLst>
                    <a:ext uri="{9D8B030D-6E8A-4147-A177-3AD203B41FA5}">
                      <a16:colId xmlns:a16="http://schemas.microsoft.com/office/drawing/2014/main" val="940241790"/>
                    </a:ext>
                  </a:extLst>
                </a:gridCol>
                <a:gridCol w="3340318">
                  <a:extLst>
                    <a:ext uri="{9D8B030D-6E8A-4147-A177-3AD203B41FA5}">
                      <a16:colId xmlns:a16="http://schemas.microsoft.com/office/drawing/2014/main" val="2622257179"/>
                    </a:ext>
                  </a:extLst>
                </a:gridCol>
              </a:tblGrid>
              <a:tr h="62604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בתיה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אבי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800" b="0" i="0" u="none" strike="noStrike" kern="1200" cap="none">
                        <a:ln>
                          <a:noFill/>
                        </a:ln>
                        <a:latin typeface="Liberation Sans" pitchFamily="18"/>
                        <a:cs typeface="Nachlieli CLM" pitchFamily="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0708645"/>
                  </a:ext>
                </a:extLst>
              </a:tr>
              <a:tr h="626040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b="0"/>
                      </a:pPr>
                      <a:r>
                        <a:rPr lang="he-IL" sz="24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0.5 טון פלדה</a:t>
                      </a:r>
                      <a:endParaRPr lang="en-US" sz="2400" b="0" i="0" u="none" strike="noStrike" kern="1200" cap="none">
                        <a:ln>
                          <a:noFill/>
                        </a:ln>
                        <a:latin typeface="Liberation Sans" pitchFamily="18"/>
                        <a:ea typeface="Noto Sans CJK SC Regular" pitchFamily="2"/>
                        <a:cs typeface="Nachlieli CLM" pitchFamily="2"/>
                      </a:endParaRPr>
                    </a:p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0"/>
                      </a:pPr>
                      <a:r>
                        <a:rPr lang="he-IL" sz="24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+</a:t>
                      </a:r>
                      <a:r>
                        <a:rPr lang="en-US" sz="24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 </a:t>
                      </a:r>
                      <a:r>
                        <a:rPr lang="he-IL" sz="24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 טון נפט. </a:t>
                      </a:r>
                    </a:p>
                    <a:p>
                      <a:pPr marL="0" marR="0" lvl="0" indent="0" algn="ctr" defTabSz="914400" rtl="1" eaLnBrk="1" fontAlgn="auto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b="0"/>
                      </a:pPr>
                      <a:r>
                        <a:rPr lang="he-IL" sz="2400" b="0" i="0" u="none" strike="noStrike" kern="1200" cap="none">
                          <a:ln>
                            <a:noFill/>
                          </a:ln>
                          <a:solidFill>
                            <a:schemeClr val="accent3"/>
                          </a:solidFill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ערך=50  ₪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he-IL" sz="24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0.5 טון פלדה.</a:t>
                      </a:r>
                    </a:p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he-IL" sz="2400" b="0" i="0" u="none" strike="noStrike" kern="1200" cap="none">
                          <a:ln>
                            <a:noFill/>
                          </a:ln>
                          <a:solidFill>
                            <a:schemeClr val="accent3"/>
                          </a:solidFill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ערך=50 ₪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חלוקה א</a:t>
                      </a:r>
                    </a:p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24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אגליטרית ולא יעילה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77811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he-IL" sz="24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 טון נפט.</a:t>
                      </a:r>
                    </a:p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he-IL" sz="2400" b="0" i="0" u="none" strike="noStrike" kern="1200" cap="none">
                          <a:ln>
                            <a:noFill/>
                          </a:ln>
                          <a:solidFill>
                            <a:schemeClr val="accent3"/>
                          </a:solidFill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ערך=50 ₪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0"/>
                      </a:pPr>
                      <a:r>
                        <a:rPr lang="he-IL" sz="24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 טון פלדה.</a:t>
                      </a:r>
                    </a:p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0"/>
                      </a:pPr>
                      <a:r>
                        <a:rPr lang="he-IL" sz="2400" b="0" i="0" u="none" strike="noStrike" kern="1200" cap="none">
                          <a:ln>
                            <a:noFill/>
                          </a:ln>
                          <a:solidFill>
                            <a:schemeClr val="accent3"/>
                          </a:solidFill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ערך=100₪ </a:t>
                      </a:r>
                      <a:endParaRPr lang="en-US" sz="2400" b="0" i="0" u="none" strike="noStrike" kern="1200" cap="none">
                        <a:ln>
                          <a:noFill/>
                        </a:ln>
                        <a:solidFill>
                          <a:schemeClr val="accent3"/>
                        </a:solidFill>
                        <a:latin typeface="Liberation Sans" pitchFamily="18"/>
                        <a:ea typeface="Noto Sans CJK SC Regular" pitchFamily="2"/>
                        <a:cs typeface="Nachlieli CLM" pitchFamily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חלוקה ב</a:t>
                      </a:r>
                    </a:p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24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אגליטרית ויעילה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821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00571-8E42-26B2-7901-4ACB98CF0E9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43560"/>
            <a:ext cx="10149840" cy="96372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rtl="1" hangingPunct="1"/>
            <a:r>
              <a:rPr lang="he-IL" sz="6000">
                <a:cs typeface="David" pitchFamily="34"/>
              </a:rPr>
              <a:t>סדר לקסימין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86F7AD-A9E0-868A-2C9F-15637449C4CF}"/>
              </a:ext>
            </a:extLst>
          </p:cNvPr>
          <p:cNvSpPr txBox="1"/>
          <p:nvPr/>
        </p:nvSpPr>
        <p:spPr>
          <a:xfrm>
            <a:off x="138023" y="1102434"/>
            <a:ext cx="10011817" cy="380728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solidFill>
                  <a:srgbClr val="CC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הגדרה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CC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חלוקה </a:t>
            </a:r>
            <a:r>
              <a:rPr lang="he-IL" sz="3600" b="1" i="0" u="none" strike="noStrike" kern="1200" cap="none">
                <a:ln>
                  <a:noFill/>
                </a:ln>
                <a:solidFill>
                  <a:srgbClr val="CC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לקסימין-אגליטרית</a:t>
            </a:r>
            <a:br>
              <a:rPr lang="en-US" sz="3600" b="1" i="0" u="none" strike="noStrike" kern="1200" cap="none">
                <a:ln>
                  <a:noFill/>
                </a:ln>
                <a:solidFill>
                  <a:srgbClr val="CC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he-IL" sz="3600" b="1" i="0" u="none" strike="noStrike" kern="1200" cap="none">
                <a:ln>
                  <a:noFill/>
                </a:ln>
                <a:solidFill>
                  <a:srgbClr val="CC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CC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(leximin-egalitarian)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CC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CC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היא חלוקה הממקסמת את </a:t>
            </a:r>
            <a:r>
              <a:rPr lang="he-IL" sz="3600" b="0" i="1" u="none" strike="noStrike" kern="1200" cap="none">
                <a:ln>
                  <a:noFill/>
                </a:ln>
                <a:solidFill>
                  <a:srgbClr val="CC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וקטור הערכים המסודר מהקטן לגדול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CC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CC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לפי סדר </a:t>
            </a:r>
            <a:r>
              <a:rPr lang="he-IL" sz="3600" b="0" i="1" u="none" strike="noStrike" kern="1200" cap="none">
                <a:ln>
                  <a:noFill/>
                </a:ln>
                <a:solidFill>
                  <a:srgbClr val="CC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מילוני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CC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CC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כלומר: ממקסמת את הערך הקטן ביותר;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CC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בכפוף לזה, את הערך השני הכי קטן;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CC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בכפוף לזה, את הערך השלישי הכי קטן; וכו’.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621A74-071C-6773-1E32-A423DC735B84}"/>
              </a:ext>
            </a:extLst>
          </p:cNvPr>
          <p:cNvSpPr txBox="1"/>
          <p:nvPr/>
        </p:nvSpPr>
        <p:spPr>
          <a:xfrm>
            <a:off x="69011" y="4814223"/>
            <a:ext cx="10011817" cy="2745452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דוגמה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חלוקה עם ערכים (50, 100)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טובה </a:t>
            </a:r>
            <a:r>
              <a:rPr lang="en-US" sz="3600" b="0" i="0" u="none" strike="noStrike" kern="1200" cap="none" err="1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יותר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 err="1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בסדר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לקסימין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 err="1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מחלוקה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עם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ערכים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(50, 50).</a:t>
            </a:r>
            <a:endParaRPr lang="en-US" sz="36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חלוקה עם ערכים (3, 1, 3)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טובה </a:t>
            </a:r>
            <a:r>
              <a:rPr lang="en-US" sz="3600" b="0" i="0" u="none" strike="noStrike" kern="1200" cap="none" err="1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יותר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 err="1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בסדר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לקסימין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 err="1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מחלוקה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עם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ערכים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(2, 99, 1).</a:t>
            </a:r>
            <a:endParaRPr lang="en-US" sz="36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6413F-CCEB-1082-2BE8-0E051D9F3A6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43560"/>
            <a:ext cx="10149840" cy="96372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rtl="1" hangingPunct="1"/>
            <a:r>
              <a:rPr lang="he-IL" sz="5400">
                <a:cs typeface="David" pitchFamily="34"/>
              </a:rPr>
              <a:t>לקסימין ויעילות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A1B4E2-E33D-37B7-88F6-994FBE63A602}"/>
              </a:ext>
            </a:extLst>
          </p:cNvPr>
          <p:cNvSpPr txBox="1"/>
          <p:nvPr/>
        </p:nvSpPr>
        <p:spPr>
          <a:xfrm>
            <a:off x="276046" y="914760"/>
            <a:ext cx="9873794" cy="118836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משפט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כל חלוקה לקסימין-אגליטרית היא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600" b="0" i="1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יעילה- פארטו.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D1DF10-69FE-440E-0D0C-3C3CED37D725}"/>
              </a:ext>
            </a:extLst>
          </p:cNvPr>
          <p:cNvSpPr txBox="1"/>
          <p:nvPr/>
        </p:nvSpPr>
        <p:spPr>
          <a:xfrm>
            <a:off x="276046" y="2039039"/>
            <a:ext cx="9804674" cy="46976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הוכחה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נתונה חלוקה לקסימין-אגליטרית </a:t>
            </a: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א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b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נניח בשלילה שקיים לה שיפור-פארטו - חלוקה </a:t>
            </a: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ב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בחלוקה </a:t>
            </a:r>
            <a:r>
              <a:rPr lang="he-IL" sz="3600" b="1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לכל השחקנים יש ערך </a:t>
            </a:r>
            <a:r>
              <a:rPr lang="he-IL" sz="3600" b="0" i="1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לפחות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כמו ב-א</a:t>
            </a:r>
            <a:br>
              <a:rPr lang="en-US" sz="36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en-US" sz="36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ולחלק מהשחקנים יש ערך </a:t>
            </a:r>
            <a:r>
              <a:rPr lang="he-IL" sz="3600" b="0" i="1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גדול יותר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he-IL" sz="3600" b="0" i="0" u="none" strike="noStrike" kern="1200" cap="none">
              <a:ln>
                <a:noFill/>
              </a:ln>
              <a:solidFill>
                <a:srgbClr val="5983B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לכן וקטור-הערכים המסודר בחלוקה </a:t>
            </a: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ב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גדול יותר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,</a:t>
            </a:r>
            <a:b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בסדר מילוני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מבחלוקה </a:t>
            </a: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א</a:t>
            </a:r>
            <a:br>
              <a:rPr lang="en-US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en-US" sz="36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– סתירה להנחה שחלוקה </a:t>
            </a:r>
            <a:r>
              <a:rPr lang="he-IL" sz="3600" b="1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לקסימין-אגליטרית.</a:t>
            </a:r>
            <a:endParaRPr lang="he-IL" sz="3600" b="0" i="0" u="none" strike="noStrike" kern="1200" cap="none">
              <a:ln>
                <a:noFill/>
              </a:ln>
              <a:solidFill>
                <a:srgbClr val="5983B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3600">
                <a:latin typeface="Liberation Sans" pitchFamily="34"/>
                <a:ea typeface="Noto Sans CJK SC Regular" pitchFamily="2"/>
                <a:cs typeface="Liberation Sans" pitchFamily="34"/>
              </a:rPr>
              <a:t>***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43CC0-24EE-DA09-B48C-B2F5572FB1B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43560"/>
            <a:ext cx="10046268" cy="96372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rtl="1" hangingPunct="1"/>
            <a:r>
              <a:rPr lang="he-IL" sz="6000">
                <a:cs typeface="David" pitchFamily="34"/>
              </a:rPr>
              <a:t>חישוב חלוקה</a:t>
            </a:r>
            <a:r>
              <a:rPr lang="he-IL" sz="6000" i="1">
                <a:cs typeface="David" pitchFamily="34"/>
              </a:rPr>
              <a:t> </a:t>
            </a:r>
            <a:r>
              <a:rPr lang="he-IL" sz="6000">
                <a:cs typeface="David" pitchFamily="34"/>
              </a:rPr>
              <a:t>לקסימין (א)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1BE384-E225-1543-B1F5-8652FF629F35}"/>
              </a:ext>
            </a:extLst>
          </p:cNvPr>
          <p:cNvSpPr txBox="1"/>
          <p:nvPr/>
        </p:nvSpPr>
        <p:spPr>
          <a:xfrm>
            <a:off x="103571" y="1007280"/>
            <a:ext cx="9942697" cy="62798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80008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אלגוריתם פשוט אבל לא מעשי:</a:t>
            </a:r>
          </a:p>
          <a:p>
            <a:pPr marL="457200" marR="0" lvl="0" indent="0" algn="just" rtl="1" hangingPunct="0">
              <a:lnSpc>
                <a:spcPct val="100000"/>
              </a:lnSpc>
              <a:spcBef>
                <a:spcPts val="1417"/>
              </a:spcBef>
              <a:spcAft>
                <a:spcPts val="1417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David (Hebrew)" pitchFamily="34"/>
              </a:rPr>
              <a:t>1. מצא חלוקה שבה הערך המינימלי גדול ביותר </a:t>
            </a:r>
            <a:b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David (Hebrew)" pitchFamily="34"/>
              </a:rPr>
            </a:b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David (Hebrew)" pitchFamily="34"/>
              </a:rPr>
              <a:t>(חלוקה אגליטרית). סמן ערך זה באות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z</a:t>
            </a:r>
            <a:r>
              <a:rPr lang="en-US" sz="3600" b="0" i="0" u="none" strike="noStrike" kern="1200" cap="none" baseline="-25000">
                <a:ln>
                  <a:noFill/>
                </a:ln>
                <a:latin typeface="Liberation Sans" pitchFamily="34"/>
                <a:ea typeface="Noto Sans CJK SC Regular" pitchFamily="2"/>
                <a:cs typeface="David" pitchFamily="34"/>
              </a:rPr>
              <a:t>1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David" pitchFamily="34"/>
              </a:rPr>
              <a:t>.</a:t>
            </a:r>
            <a:b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David" pitchFamily="34"/>
              </a:rPr>
            </a:b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David (Hebrew)" pitchFamily="34"/>
              </a:rPr>
              <a:t>2. מבין כל החלוקות שבהן הערך המינימלי הוא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z</a:t>
            </a:r>
            <a:r>
              <a:rPr lang="en-US" sz="3600" b="0" i="0" u="none" strike="noStrike" kern="1200" cap="none" baseline="-25000">
                <a:ln>
                  <a:noFill/>
                </a:ln>
                <a:latin typeface="Liberation Sans" pitchFamily="34"/>
                <a:ea typeface="Noto Sans CJK SC Regular" pitchFamily="2"/>
                <a:cs typeface="David" pitchFamily="34"/>
              </a:rPr>
              <a:t>1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David (Hebrew)" pitchFamily="34"/>
              </a:rPr>
              <a:t>, </a:t>
            </a:r>
            <a:b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David (Hebrew)" pitchFamily="34"/>
              </a:rPr>
            </a:b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David (Hebrew)" pitchFamily="34"/>
              </a:rPr>
              <a:t>מצא חלוקה שבה הערך השני מלמטה גדול ביותר. </a:t>
            </a:r>
            <a:b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David (Hebrew)" pitchFamily="34"/>
              </a:rPr>
            </a:b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David (Hebrew)" pitchFamily="34"/>
              </a:rPr>
              <a:t>סמן ערך זה באות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z</a:t>
            </a:r>
            <a:r>
              <a:rPr lang="en-US" sz="3600" b="0" i="0" u="none" strike="noStrike" kern="1200" cap="none" baseline="-25000">
                <a:ln>
                  <a:noFill/>
                </a:ln>
                <a:latin typeface="Liberation Sans" pitchFamily="34"/>
                <a:ea typeface="Noto Sans CJK SC Regular" pitchFamily="2"/>
                <a:cs typeface="David" pitchFamily="34"/>
              </a:rPr>
              <a:t>2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David" pitchFamily="34"/>
              </a:rPr>
              <a:t>.</a:t>
            </a:r>
            <a:b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David" pitchFamily="34"/>
              </a:rPr>
            </a:b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David" pitchFamily="34"/>
              </a:rPr>
              <a:t>3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David (Hebrew)" pitchFamily="34"/>
              </a:rPr>
              <a:t>. מבין כל החלוקות עם ערך מינימלי 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z</a:t>
            </a:r>
            <a:r>
              <a:rPr lang="en-US" sz="3600" b="0" i="0" u="none" strike="noStrike" kern="1200" cap="none" baseline="-25000">
                <a:ln>
                  <a:noFill/>
                </a:ln>
                <a:latin typeface="Liberation Sans" pitchFamily="34"/>
                <a:ea typeface="Noto Sans CJK SC Regular" pitchFamily="2"/>
                <a:cs typeface="David" pitchFamily="34"/>
              </a:rPr>
              <a:t>1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David (Hebrew)" pitchFamily="34"/>
              </a:rPr>
              <a:t>, והערך השני </a:t>
            </a:r>
            <a:b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David (Hebrew)" pitchFamily="34"/>
              </a:rPr>
            </a:b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David (Hebrew)" pitchFamily="34"/>
              </a:rPr>
              <a:t>מלמטה הוא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z</a:t>
            </a:r>
            <a:r>
              <a:rPr lang="en-US" sz="3600" b="0" i="0" u="none" strike="noStrike" kern="1200" cap="none" baseline="-25000">
                <a:ln>
                  <a:noFill/>
                </a:ln>
                <a:latin typeface="Liberation Sans" pitchFamily="34"/>
                <a:ea typeface="Noto Sans CJK SC Regular" pitchFamily="2"/>
                <a:cs typeface="David" pitchFamily="34"/>
              </a:rPr>
              <a:t>2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David" pitchFamily="34"/>
              </a:rPr>
              <a:t>,  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David (Hebrew)" pitchFamily="34"/>
              </a:rPr>
              <a:t>מצא חלוקה שבה הערך השלישי מלמטה </a:t>
            </a:r>
            <a:b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David (Hebrew)" pitchFamily="34"/>
              </a:rPr>
            </a:b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David (Hebrew)" pitchFamily="34"/>
              </a:rPr>
              <a:t>גדול ביותר.  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David" pitchFamily="34"/>
              </a:rPr>
              <a:t>... 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David (Hebrew)" pitchFamily="34"/>
              </a:rPr>
              <a:t>המשך באותו אופן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n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David (Hebrew)" pitchFamily="34"/>
              </a:rPr>
              <a:t> פעמים.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FF4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לא מעשי – כי “הערך השני מלמטה” לא ניתן </a:t>
            </a:r>
            <a:br>
              <a:rPr lang="en-US" sz="3600" b="0" i="0" u="none" strike="noStrike" kern="1200" cap="none">
                <a:ln>
                  <a:noFill/>
                </a:ln>
                <a:solidFill>
                  <a:srgbClr val="FF4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he-IL" sz="3600" b="0" i="0" u="none" strike="noStrike" kern="1200" cap="none">
                <a:ln>
                  <a:noFill/>
                </a:ln>
                <a:solidFill>
                  <a:srgbClr val="FF4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לייצוג ע”י אילוצים פשוטים כמו “הערך הקטן ביותר”.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he-IL" sz="3600" b="0" i="0" u="none" strike="noStrike" kern="1200" cap="none">
              <a:ln>
                <a:noFill/>
              </a:ln>
              <a:solidFill>
                <a:srgbClr val="FF40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he-IL" sz="3600" b="0" i="0" u="none" strike="noStrike" kern="1200" cap="none">
              <a:ln>
                <a:noFill/>
              </a:ln>
              <a:solidFill>
                <a:srgbClr val="FF40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60F72-0C50-B5E0-48DF-8FC03A8BB13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43560"/>
            <a:ext cx="10149840" cy="96372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rtl="1" hangingPunct="1"/>
            <a:r>
              <a:rPr lang="he-IL" sz="6000">
                <a:cs typeface="David" pitchFamily="34"/>
              </a:rPr>
              <a:t>חישוב חלוקה</a:t>
            </a:r>
            <a:r>
              <a:rPr lang="he-IL" sz="6000" i="1">
                <a:cs typeface="David" pitchFamily="34"/>
              </a:rPr>
              <a:t> </a:t>
            </a:r>
            <a:r>
              <a:rPr lang="he-IL" sz="6000">
                <a:cs typeface="David" pitchFamily="34"/>
              </a:rPr>
              <a:t>לקסימין (ב)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80D8BE-B6F1-5EB5-107A-E5C03D746C13}"/>
              </a:ext>
            </a:extLst>
          </p:cNvPr>
          <p:cNvSpPr txBox="1"/>
          <p:nvPr/>
        </p:nvSpPr>
        <p:spPr>
          <a:xfrm>
            <a:off x="189781" y="1337400"/>
            <a:ext cx="9890939" cy="647099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1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משפט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מצב הוא לקסימין-אגליטרי אם ורק אם הוא ממקסם</a:t>
            </a:r>
            <a:br>
              <a:rPr lang="en-US" sz="32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he-IL" sz="32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את הערך הקטן ביותר; בכפוף לזה, ממקסם את </a:t>
            </a:r>
            <a:r>
              <a:rPr lang="he-IL" sz="3200" b="0" i="1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סכום שני </a:t>
            </a:r>
            <a:br>
              <a:rPr lang="en-US" sz="3200" b="0" i="1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he-IL" sz="3200" b="0" i="1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הערכים הקטנים ביותר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; בכפוף לזה, את </a:t>
            </a:r>
            <a:r>
              <a:rPr lang="he-IL" sz="3200" b="0" i="1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סכום שלושת </a:t>
            </a:r>
            <a:br>
              <a:rPr lang="en-US" sz="3200" b="0" i="1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he-IL" sz="3200" b="0" i="1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הערכים הקטנים ביותר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; וכן הלאה.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הוכחה</a:t>
            </a: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 באינדוקציה על k = מס’ הערכים הקטנים ביותר.</a:t>
            </a:r>
          </a:p>
          <a:p>
            <a:pPr marL="457200" marR="0" lvl="0" indent="-4572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en-US" sz="32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k=1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הערך הקטן ביותר שווה לפי שתי ההגדרות, כי בשתי </a:t>
            </a:r>
            <a:br>
              <a:rPr lang="en-US" sz="32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he-IL" sz="32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ההגדרות מדובר על הערך המינימלי הגדול ביותר האפשרי.</a:t>
            </a:r>
          </a:p>
          <a:p>
            <a:pPr marL="457200" marR="0" lvl="0" indent="-4572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3200" b="0" i="0" u="none" strike="noStrike" kern="1200" cap="none">
                <a:ln>
                  <a:noFill/>
                </a:ln>
                <a:solidFill>
                  <a:srgbClr val="35526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נניח שנכון עבור k. נסמן את k הערכים הקטנים ביותר </a:t>
            </a:r>
            <a:br>
              <a:rPr lang="en-US" sz="3200" b="0" i="0" u="none" strike="noStrike" kern="1200" cap="none">
                <a:ln>
                  <a:noFill/>
                </a:ln>
                <a:solidFill>
                  <a:srgbClr val="35526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he-IL" sz="3200" b="0" i="0" u="none" strike="noStrike" kern="1200" cap="none">
                <a:ln>
                  <a:noFill/>
                </a:ln>
                <a:solidFill>
                  <a:srgbClr val="35526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בשני הוקטורים ב: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35526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z</a:t>
            </a:r>
            <a:r>
              <a:rPr lang="en-US" sz="3200" b="0" i="0" u="none" strike="noStrike" kern="1200" cap="none" baseline="-25000">
                <a:ln>
                  <a:noFill/>
                </a:ln>
                <a:solidFill>
                  <a:srgbClr val="35526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1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35526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..., z</a:t>
            </a:r>
            <a:r>
              <a:rPr lang="en-US" sz="3200" b="0" i="0" u="none" strike="noStrike" kern="1200" cap="none" baseline="-25000">
                <a:ln>
                  <a:noFill/>
                </a:ln>
                <a:solidFill>
                  <a:srgbClr val="35526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k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rgbClr val="35526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rgbClr val="35526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כעת:</a:t>
            </a:r>
          </a:p>
          <a:p>
            <a:pPr lvl="2" indent="-457200" algn="r" rtl="1" hangingPunct="0">
              <a:buSzPct val="45000"/>
              <a:buFont typeface="Arial" panose="020B0604020202020204" pitchFamily="34" charset="0"/>
              <a:buChar char="•"/>
            </a:pP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בהגדרה הראשונה: ממקסמים את הערך ה</a:t>
            </a:r>
            <a:r>
              <a:rPr lang="en-US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k+1</a:t>
            </a: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מלמטה.</a:t>
            </a:r>
          </a:p>
          <a:p>
            <a:pPr lvl="2" indent="-457200" algn="r" rtl="1" hangingPunct="0">
              <a:buSzPct val="45000"/>
              <a:buFont typeface="Arial" panose="020B0604020202020204" pitchFamily="34" charset="0"/>
              <a:buChar char="•"/>
            </a:pP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בהגדרה השניה: ממקסמים את סכום הערכים</a:t>
            </a:r>
            <a:br>
              <a:rPr lang="en-US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en-US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1, ..., k, k+1</a:t>
            </a: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 אבל, הערכים 1,…,k כבר קבועים </a:t>
            </a:r>
            <a:br>
              <a:rPr lang="en-US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ושווים  </a:t>
            </a:r>
            <a:r>
              <a:rPr lang="en-US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z</a:t>
            </a:r>
            <a:r>
              <a:rPr lang="en-US" sz="3200" b="0" i="0" u="none" strike="noStrike" kern="1200" cap="none" baseline="-2500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1</a:t>
            </a:r>
            <a:r>
              <a:rPr lang="en-US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, ..., z</a:t>
            </a:r>
            <a:r>
              <a:rPr lang="en-US" sz="3200" b="0" i="0" u="none" strike="noStrike" kern="1200" cap="none" baseline="-2500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k</a:t>
            </a:r>
            <a:r>
              <a:rPr lang="he-IL" sz="3200" b="0" i="0" u="none" strike="noStrike" kern="1200" cap="none" baseline="-800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לכן הדבר שקול למיקסום </a:t>
            </a: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ערך </a:t>
            </a:r>
            <a:r>
              <a:rPr lang="en-US" sz="3200">
                <a:latin typeface="Liberation Sans" pitchFamily="34"/>
                <a:ea typeface="Noto Sans CJK SC Regular" pitchFamily="2"/>
                <a:cs typeface="Liberation Sans" pitchFamily="34"/>
              </a:rPr>
              <a:t>k+1</a:t>
            </a:r>
            <a:r>
              <a:rPr lang="he-IL" sz="3200"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he-IL" sz="32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D8F23-4FC9-5C88-1F26-B14C61A68B8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43560"/>
            <a:ext cx="10149840" cy="96372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rtl="1" hangingPunct="1"/>
            <a:r>
              <a:rPr lang="he-IL" sz="6000">
                <a:cs typeface="David" pitchFamily="34"/>
              </a:rPr>
              <a:t>חישוב חלוקה</a:t>
            </a:r>
            <a:r>
              <a:rPr lang="he-IL" sz="6000" i="1">
                <a:cs typeface="David" pitchFamily="34"/>
              </a:rPr>
              <a:t> </a:t>
            </a:r>
            <a:r>
              <a:rPr lang="he-IL" sz="6000">
                <a:cs typeface="David" pitchFamily="34"/>
              </a:rPr>
              <a:t>לקסימין (ג)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E3FA43-C5F3-678E-C441-63DB2C097035}"/>
              </a:ext>
            </a:extLst>
          </p:cNvPr>
          <p:cNvSpPr txBox="1"/>
          <p:nvPr/>
        </p:nvSpPr>
        <p:spPr>
          <a:xfrm>
            <a:off x="75016" y="1319075"/>
            <a:ext cx="10080720" cy="62406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אלגוריתם משופר:</a:t>
            </a:r>
          </a:p>
          <a:p>
            <a:pPr marL="971550" marR="0" lvl="0" indent="-514350" algn="just" rtl="1" hangingPunct="0">
              <a:lnSpc>
                <a:spcPct val="100000"/>
              </a:lnSpc>
              <a:spcBef>
                <a:spcPts val="1417"/>
              </a:spcBef>
              <a:spcAft>
                <a:spcPts val="1417"/>
              </a:spcAft>
              <a:buAutoNum type="arabicPeriod"/>
              <a:tabLst/>
            </a:pP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David (Hebrew)" pitchFamily="34"/>
              </a:rPr>
              <a:t>מצא חלוקה שבה הערך המינימלי גדול ביותר </a:t>
            </a:r>
            <a:br>
              <a:rPr lang="en-US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David (Hebrew)" pitchFamily="34"/>
              </a:rPr>
            </a:b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David (Hebrew)" pitchFamily="34"/>
              </a:rPr>
              <a:t>(חלוקה אגליטרית). סמן ערך זה באות </a:t>
            </a:r>
            <a:r>
              <a:rPr lang="en-US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z</a:t>
            </a:r>
            <a:r>
              <a:rPr lang="en-US" sz="3200" b="0" i="0" u="none" strike="noStrike" kern="1200" cap="none" baseline="-25000">
                <a:ln>
                  <a:noFill/>
                </a:ln>
                <a:latin typeface="Liberation Sans" pitchFamily="34"/>
                <a:ea typeface="Noto Sans CJK SC Regular" pitchFamily="2"/>
                <a:cs typeface="David" pitchFamily="34"/>
              </a:rPr>
              <a:t>1</a:t>
            </a: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David" pitchFamily="34"/>
              </a:rPr>
              <a:t>.</a:t>
            </a:r>
          </a:p>
          <a:p>
            <a:pPr marL="457200" marR="0" lvl="0" algn="just" rtl="1" hangingPunct="0">
              <a:lnSpc>
                <a:spcPct val="100000"/>
              </a:lnSpc>
              <a:spcBef>
                <a:spcPts val="1417"/>
              </a:spcBef>
              <a:spcAft>
                <a:spcPts val="1417"/>
              </a:spcAft>
              <a:tabLst/>
            </a:pP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David (Hebrew)" pitchFamily="34"/>
              </a:rPr>
              <a:t>2. מבין כל החלוקות שבהן הערך המינימלי הוא </a:t>
            </a:r>
            <a:r>
              <a:rPr lang="en-US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z</a:t>
            </a:r>
            <a:r>
              <a:rPr lang="en-US" sz="3200" b="0" i="0" u="none" strike="noStrike" kern="1200" cap="none" baseline="-25000">
                <a:ln>
                  <a:noFill/>
                </a:ln>
                <a:latin typeface="Liberation Sans" pitchFamily="34"/>
                <a:ea typeface="Noto Sans CJK SC Regular" pitchFamily="2"/>
                <a:cs typeface="David" pitchFamily="34"/>
              </a:rPr>
              <a:t>1</a:t>
            </a: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David (Hebrew)" pitchFamily="34"/>
              </a:rPr>
              <a:t>, </a:t>
            </a:r>
            <a:br>
              <a:rPr lang="en-US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David (Hebrew)" pitchFamily="34"/>
              </a:rPr>
            </a:b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David (Hebrew)" pitchFamily="34"/>
              </a:rPr>
              <a:t>מצא חלוקה שבה סכום שני הערכים הקטנים ביותר הוא הגדול </a:t>
            </a:r>
            <a:br>
              <a:rPr lang="en-US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David (Hebrew)" pitchFamily="34"/>
              </a:rPr>
            </a:b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David (Hebrew)" pitchFamily="34"/>
              </a:rPr>
              <a:t>סמן סכום זה ב: </a:t>
            </a:r>
            <a:r>
              <a:rPr lang="en-US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z</a:t>
            </a:r>
            <a:r>
              <a:rPr lang="en-US" sz="3200" b="0" i="0" u="none" strike="noStrike" kern="1200" cap="none" baseline="-2500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1</a:t>
            </a:r>
            <a:r>
              <a:rPr lang="en-US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+z</a:t>
            </a:r>
            <a:r>
              <a:rPr lang="en-US" sz="3200" b="0" i="0" u="none" strike="noStrike" kern="1200" cap="none" baseline="-2500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2</a:t>
            </a: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David" pitchFamily="34"/>
              </a:rPr>
              <a:t>.</a:t>
            </a:r>
            <a:endParaRPr lang="he-IL" sz="3200">
              <a:latin typeface="Liberation Sans" pitchFamily="34"/>
              <a:ea typeface="Noto Sans CJK SC Regular" pitchFamily="2"/>
              <a:cs typeface="David" pitchFamily="34"/>
            </a:endParaRPr>
          </a:p>
          <a:p>
            <a:pPr marL="457200" marR="0" lvl="0" algn="just" rtl="1" hangingPunct="0">
              <a:lnSpc>
                <a:spcPct val="100000"/>
              </a:lnSpc>
              <a:spcBef>
                <a:spcPts val="1417"/>
              </a:spcBef>
              <a:spcAft>
                <a:spcPts val="1417"/>
              </a:spcAft>
              <a:tabLst/>
            </a:pP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David" pitchFamily="34"/>
              </a:rPr>
              <a:t>3</a:t>
            </a: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David (Hebrew)" pitchFamily="34"/>
              </a:rPr>
              <a:t>. מבין כל החלוקות עם ערך מינימלי  </a:t>
            </a:r>
            <a:r>
              <a:rPr lang="en-US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z</a:t>
            </a:r>
            <a:r>
              <a:rPr lang="en-US" sz="3200" b="0" i="0" u="none" strike="noStrike" kern="1200" cap="none" baseline="-25000">
                <a:ln>
                  <a:noFill/>
                </a:ln>
                <a:latin typeface="Liberation Sans" pitchFamily="34"/>
                <a:ea typeface="Noto Sans CJK SC Regular" pitchFamily="2"/>
                <a:cs typeface="David" pitchFamily="34"/>
              </a:rPr>
              <a:t>1</a:t>
            </a: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David (Hebrew)" pitchFamily="34"/>
              </a:rPr>
              <a:t>, וסכום </a:t>
            </a:r>
            <a:r>
              <a:rPr lang="he-IL" sz="3200">
                <a:latin typeface="Liberation Sans" pitchFamily="34"/>
                <a:ea typeface="Noto Sans CJK SC Regular" pitchFamily="2"/>
                <a:cs typeface="David (Hebrew)" pitchFamily="34"/>
              </a:rPr>
              <a:t>שני ערכים</a:t>
            </a:r>
            <a:br>
              <a:rPr lang="en-US" sz="3200">
                <a:latin typeface="Liberation Sans" pitchFamily="34"/>
                <a:ea typeface="Noto Sans CJK SC Regular" pitchFamily="2"/>
                <a:cs typeface="David (Hebrew)" pitchFamily="34"/>
              </a:rPr>
            </a:br>
            <a:r>
              <a:rPr lang="he-IL" sz="3200">
                <a:latin typeface="Liberation Sans" pitchFamily="34"/>
                <a:ea typeface="Noto Sans CJK SC Regular" pitchFamily="2"/>
                <a:cs typeface="David (Hebrew)" pitchFamily="34"/>
              </a:rPr>
              <a:t>מינימליים </a:t>
            </a:r>
            <a:r>
              <a:rPr lang="en-US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z</a:t>
            </a:r>
            <a:r>
              <a:rPr lang="en-US" sz="3200" b="0" i="0" u="none" strike="noStrike" kern="1200" cap="none" baseline="-2500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1</a:t>
            </a:r>
            <a:r>
              <a:rPr lang="en-US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+z</a:t>
            </a:r>
            <a:r>
              <a:rPr lang="en-US" sz="3200" b="0" i="0" u="none" strike="noStrike" kern="1200" cap="none" baseline="-2500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2</a:t>
            </a:r>
            <a:r>
              <a:rPr lang="he-IL" sz="3200">
                <a:latin typeface="Liberation Sans" pitchFamily="34"/>
                <a:ea typeface="Noto Sans CJK SC Regular" pitchFamily="2"/>
                <a:cs typeface="David" pitchFamily="34"/>
              </a:rPr>
              <a:t>, </a:t>
            </a: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David (Hebrew)" pitchFamily="34"/>
              </a:rPr>
              <a:t>מצא חלוקה שבה סכום שלושת הערכים </a:t>
            </a:r>
            <a:br>
              <a:rPr lang="en-US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David (Hebrew)" pitchFamily="34"/>
              </a:rPr>
            </a:b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David (Hebrew)" pitchFamily="34"/>
              </a:rPr>
              <a:t>הקטנים ביותר הוא גדול ביותר.  </a:t>
            </a:r>
            <a:br>
              <a:rPr lang="en-US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David (Hebrew)" pitchFamily="34"/>
              </a:rPr>
            </a:b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David" pitchFamily="34"/>
              </a:rPr>
              <a:t>... </a:t>
            </a: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David (Hebrew)" pitchFamily="34"/>
              </a:rPr>
              <a:t>המשך באותו אופן </a:t>
            </a:r>
            <a:r>
              <a:rPr lang="en-US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n</a:t>
            </a: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David (Hebrew)" pitchFamily="34"/>
              </a:rPr>
              <a:t> פעמים.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45C2E-E300-6C8A-7C39-0F6CDE062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13753-0170-9D61-62F1-66A3536612F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43560"/>
            <a:ext cx="10149840" cy="96372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rtl="1" hangingPunct="1"/>
            <a:r>
              <a:rPr lang="he-IL" sz="6000">
                <a:cs typeface="David" pitchFamily="34"/>
              </a:rPr>
              <a:t>חישוב חלוקה</a:t>
            </a:r>
            <a:r>
              <a:rPr lang="he-IL" sz="6000" i="1">
                <a:cs typeface="David" pitchFamily="34"/>
              </a:rPr>
              <a:t> </a:t>
            </a:r>
            <a:r>
              <a:rPr lang="he-IL" sz="6000">
                <a:cs typeface="David" pitchFamily="34"/>
              </a:rPr>
              <a:t>לקסימין (ד)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812807-22EE-ED9A-2C21-5FFF6A6EE10C}"/>
              </a:ext>
            </a:extLst>
          </p:cNvPr>
          <p:cNvSpPr txBox="1"/>
          <p:nvPr/>
        </p:nvSpPr>
        <p:spPr>
          <a:xfrm>
            <a:off x="224193" y="1286612"/>
            <a:ext cx="9856432" cy="424877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אלגוריתם לשלב 2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 פתור את בעיית האופטימיזציה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הבאה</a:t>
            </a:r>
            <a:r>
              <a:rPr lang="he-IL" sz="3600">
                <a:latin typeface="Liberation Sans" pitchFamily="34"/>
                <a:ea typeface="Noto Sans CJK SC Regular" pitchFamily="2"/>
                <a:cs typeface="Liberation Sans" pitchFamily="34"/>
              </a:rPr>
              <a:t> (כאשר </a:t>
            </a:r>
            <a:r>
              <a:rPr lang="en-US" sz="3600">
                <a:latin typeface="Liberation Sans" pitchFamily="34"/>
                <a:ea typeface="Noto Sans CJK SC Regular" pitchFamily="2"/>
                <a:cs typeface="Liberation Sans" pitchFamily="34"/>
              </a:rPr>
              <a:t>z</a:t>
            </a:r>
            <a:r>
              <a:rPr lang="he-IL" sz="3600">
                <a:latin typeface="Liberation Sans" pitchFamily="34"/>
                <a:ea typeface="Noto Sans CJK SC Regular" pitchFamily="2"/>
                <a:cs typeface="Liberation Sans" pitchFamily="34"/>
              </a:rPr>
              <a:t> מייצג את הסכום הקטן ביותר של שני ערכים)</a:t>
            </a:r>
            <a:r>
              <a:rPr lang="he-IL" sz="3200" b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  <a:endParaRPr lang="en-US" sz="3200" b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he-IL" sz="3200" b="0" i="1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 maximize    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z</a:t>
            </a:r>
            <a:b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</a:b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 subject to: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>
                <a:latin typeface="Times New Roman" pitchFamily="18"/>
                <a:ea typeface="Noto Sans CJK SC Regular" pitchFamily="2"/>
                <a:cs typeface="Liberation Sans" pitchFamily="34"/>
              </a:rPr>
              <a:t>  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   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V</a:t>
            </a:r>
            <a:r>
              <a:rPr lang="en-US" sz="3600" b="0" i="1" u="none" strike="noStrike" kern="1200" cap="none" baseline="-8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(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X</a:t>
            </a:r>
            <a:r>
              <a:rPr lang="en-US" sz="3600" b="0" i="1" u="none" strike="noStrike" kern="1200" cap="none" baseline="-8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)  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Times New Roman" pitchFamily="18"/>
                <a:cs typeface="Times New Roman" pitchFamily="18"/>
              </a:rPr>
              <a:t>≥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 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z</a:t>
            </a:r>
            <a:r>
              <a:rPr lang="en-US" sz="3600" b="0" i="1" u="none" strike="noStrike" kern="1200" cap="none" baseline="-25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1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                      for all 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in 1,…,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n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     V</a:t>
            </a:r>
            <a:r>
              <a:rPr lang="en-US" sz="3600" b="0" i="1" u="none" strike="noStrike" kern="1200" cap="none" baseline="-8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(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X</a:t>
            </a:r>
            <a:r>
              <a:rPr lang="en-US" sz="3600" b="0" i="1" u="none" strike="noStrike" kern="1200" cap="none" baseline="-8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)+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V</a:t>
            </a:r>
            <a:r>
              <a:rPr lang="en-US" sz="3600" b="0" i="1" u="none" strike="noStrike" kern="1200" cap="none" baseline="-8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(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X</a:t>
            </a:r>
            <a:r>
              <a:rPr lang="en-US" sz="3600" b="0" i="1" u="none" strike="noStrike" kern="1200" cap="none" baseline="-8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)  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Times New Roman" pitchFamily="18"/>
                <a:cs typeface="Times New Roman" pitchFamily="18"/>
              </a:rPr>
              <a:t>≥ 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z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  </a:t>
            </a:r>
            <a:r>
              <a:rPr lang="he-IL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      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 for all 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i,j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in 1,…,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18305930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E4AA9-956B-D9F8-10B5-174CF2D7A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514C9-DD99-2D29-EB30-39277AC059E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43560"/>
            <a:ext cx="10149840" cy="96372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rtl="1" hangingPunct="1"/>
            <a:r>
              <a:rPr lang="he-IL" sz="6000">
                <a:cs typeface="David" pitchFamily="34"/>
              </a:rPr>
              <a:t>חישוב חלוקה</a:t>
            </a:r>
            <a:r>
              <a:rPr lang="he-IL" sz="6000" i="1">
                <a:cs typeface="David" pitchFamily="34"/>
              </a:rPr>
              <a:t> </a:t>
            </a:r>
            <a:r>
              <a:rPr lang="he-IL" sz="6000">
                <a:cs typeface="David" pitchFamily="34"/>
              </a:rPr>
              <a:t>לקסימין (ה)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B76ABC-F6C6-9B02-4650-43D083C3ED3B}"/>
              </a:ext>
            </a:extLst>
          </p:cNvPr>
          <p:cNvSpPr txBox="1"/>
          <p:nvPr/>
        </p:nvSpPr>
        <p:spPr>
          <a:xfrm>
            <a:off x="224193" y="1286612"/>
            <a:ext cx="9856432" cy="5440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אלגוריתם לשלב 3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 פתור את בעיית האופטימיזציה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הבאה</a:t>
            </a:r>
            <a:r>
              <a:rPr lang="he-IL" sz="3600">
                <a:latin typeface="Liberation Sans" pitchFamily="34"/>
                <a:ea typeface="Noto Sans CJK SC Regular" pitchFamily="2"/>
                <a:cs typeface="Liberation Sans" pitchFamily="34"/>
              </a:rPr>
              <a:t> (כאשר </a:t>
            </a:r>
            <a:r>
              <a:rPr lang="en-US" sz="3600">
                <a:latin typeface="Liberation Sans" pitchFamily="34"/>
                <a:ea typeface="Noto Sans CJK SC Regular" pitchFamily="2"/>
                <a:cs typeface="Liberation Sans" pitchFamily="34"/>
              </a:rPr>
              <a:t>z</a:t>
            </a:r>
            <a:r>
              <a:rPr lang="he-IL" sz="3600">
                <a:latin typeface="Liberation Sans" pitchFamily="34"/>
                <a:ea typeface="Noto Sans CJK SC Regular" pitchFamily="2"/>
                <a:cs typeface="Liberation Sans" pitchFamily="34"/>
              </a:rPr>
              <a:t> מייצג את הסכום הקטן ביותר של שלושה ערכים)</a:t>
            </a:r>
            <a:r>
              <a:rPr lang="he-IL" sz="3200" b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  <a:endParaRPr lang="en-US" sz="3200" b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he-IL" sz="3200" b="0" i="1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 maximize    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z</a:t>
            </a:r>
            <a:b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</a:b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 subject to: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>
                <a:latin typeface="Times New Roman" pitchFamily="18"/>
                <a:ea typeface="Noto Sans CJK SC Regular" pitchFamily="2"/>
                <a:cs typeface="Liberation Sans" pitchFamily="34"/>
              </a:rPr>
              <a:t>  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   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V</a:t>
            </a:r>
            <a:r>
              <a:rPr lang="en-US" sz="3600" b="0" i="1" u="none" strike="noStrike" kern="1200" cap="none" baseline="-8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(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X</a:t>
            </a:r>
            <a:r>
              <a:rPr lang="en-US" sz="3600" b="0" i="1" u="none" strike="noStrike" kern="1200" cap="none" baseline="-8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)  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Times New Roman" pitchFamily="18"/>
                <a:cs typeface="Times New Roman" pitchFamily="18"/>
              </a:rPr>
              <a:t>≥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 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z</a:t>
            </a:r>
            <a:r>
              <a:rPr lang="en-US" sz="3600" b="0" i="1" u="none" strike="noStrike" kern="1200" cap="none" baseline="-25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1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                         for all 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in 1,…,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n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     V</a:t>
            </a:r>
            <a:r>
              <a:rPr lang="en-US" sz="3600" b="0" i="1" u="none" strike="noStrike" kern="1200" cap="none" baseline="-8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(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X</a:t>
            </a:r>
            <a:r>
              <a:rPr lang="en-US" sz="3600" b="0" i="1" u="none" strike="noStrike" kern="1200" cap="none" baseline="-8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)+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V</a:t>
            </a:r>
            <a:r>
              <a:rPr lang="en-US" sz="3600" b="0" i="1" u="none" strike="noStrike" kern="1200" cap="none" baseline="-8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(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X</a:t>
            </a:r>
            <a:r>
              <a:rPr lang="en-US" sz="3600" b="0" i="1" u="none" strike="noStrike" kern="1200" cap="none" baseline="-8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)  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Times New Roman" pitchFamily="18"/>
                <a:cs typeface="Times New Roman" pitchFamily="18"/>
              </a:rPr>
              <a:t>≥ 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z</a:t>
            </a:r>
            <a:r>
              <a:rPr lang="en-US" sz="3600" b="0" i="1" u="none" strike="noStrike" kern="1200" cap="none" baseline="-25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2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  </a:t>
            </a:r>
            <a:r>
              <a:rPr lang="he-IL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      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   for all 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i,j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in 1,…,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n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     V</a:t>
            </a:r>
            <a:r>
              <a:rPr lang="en-US" sz="3600" b="0" i="1" u="none" strike="noStrike" kern="1200" cap="none" baseline="-8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(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X</a:t>
            </a:r>
            <a:r>
              <a:rPr lang="en-US" sz="3600" b="0" i="1" u="none" strike="noStrike" kern="1200" cap="none" baseline="-8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) +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V</a:t>
            </a:r>
            <a:r>
              <a:rPr lang="en-US" sz="3600" b="0" i="1" u="none" strike="noStrike" kern="1200" cap="none" baseline="-8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(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X</a:t>
            </a:r>
            <a:r>
              <a:rPr lang="en-US" sz="3600" b="0" i="1" u="none" strike="noStrike" kern="1200" cap="none" baseline="-8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)+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V</a:t>
            </a:r>
            <a:r>
              <a:rPr lang="en-US" sz="3600" b="0" i="1" u="none" strike="noStrike" kern="1200" cap="none" baseline="-8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k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(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X</a:t>
            </a:r>
            <a:r>
              <a:rPr lang="en-US" sz="3600" b="0" i="1" u="none" strike="noStrike" kern="1200" cap="none" baseline="-8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k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)  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Times New Roman" pitchFamily="18"/>
                <a:cs typeface="Times New Roman" pitchFamily="18"/>
              </a:rPr>
              <a:t>≥ 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z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  for all 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i,j,k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in 1,…,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33423623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87344-29BB-1424-FE42-5188EE1EF35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43560"/>
            <a:ext cx="10149840" cy="96372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rtl="1" hangingPunct="1"/>
            <a:r>
              <a:rPr lang="he-IL" sz="6000">
                <a:cs typeface="David" pitchFamily="34"/>
              </a:rPr>
              <a:t>חישוב חלוקה</a:t>
            </a:r>
            <a:r>
              <a:rPr lang="he-IL" sz="6000" i="1">
                <a:cs typeface="David" pitchFamily="34"/>
              </a:rPr>
              <a:t> </a:t>
            </a:r>
            <a:r>
              <a:rPr lang="he-IL" sz="6000">
                <a:cs typeface="David" pitchFamily="34"/>
              </a:rPr>
              <a:t>לקסימין - דוגמה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231C75-BD50-5B3D-0B98-A58AF9D3751A}"/>
              </a:ext>
            </a:extLst>
          </p:cNvPr>
          <p:cNvSpPr txBox="1"/>
          <p:nvPr/>
        </p:nvSpPr>
        <p:spPr>
          <a:xfrm>
            <a:off x="4911119" y="1337400"/>
            <a:ext cx="5169601" cy="603252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1" i="0" u="none" strike="noStrike" kern="1200" cap="none">
                <a:ln>
                  <a:noFill/>
                </a:ln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סיבוב 1</a:t>
            </a:r>
            <a:r>
              <a:rPr lang="he-IL" sz="3200" i="0" u="none" strike="noStrike" kern="1200" cap="none">
                <a:ln>
                  <a:noFill/>
                </a:ln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  <a:endParaRPr lang="en-US" sz="3200" i="0" u="none" strike="noStrike" kern="1200" cap="none">
              <a:ln>
                <a:noFill/>
              </a:ln>
              <a:solidFill>
                <a:schemeClr val="accent1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0" i="0" u="none" strike="noStrike" kern="1200" cap="none">
                <a:ln>
                  <a:noFill/>
                </a:ln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מקסימום ערך קטן ביותר = 3.</a:t>
            </a:r>
            <a:endParaRPr lang="en-US" sz="3200" b="0" i="0" u="none" strike="noStrike" kern="1200" cap="none">
              <a:ln>
                <a:noFill/>
              </a:ln>
              <a:solidFill>
                <a:schemeClr val="accent1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200" b="1" i="0" u="none" strike="noStrike" kern="1200" cap="none">
              <a:ln>
                <a:noFill/>
              </a:ln>
              <a:solidFill>
                <a:schemeClr val="accent1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1" i="0" u="none" strike="noStrike" kern="1200" cap="none">
                <a:ln>
                  <a:noFill/>
                </a:ln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סיבוב 2</a:t>
            </a:r>
            <a:r>
              <a:rPr lang="he-IL" sz="3200" i="0" u="none" strike="noStrike" kern="1200" cap="none">
                <a:ln>
                  <a:noFill/>
                </a:ln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  <a:r>
              <a:rPr lang="en-US" sz="3200" i="0" u="none" strike="noStrike" kern="1200" cap="none">
                <a:ln>
                  <a:noFill/>
                </a:ln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מקסימום סכום שני ערכים קטנים ביותר = 3+4 =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200" b="0" i="0" u="none" strike="noStrike" kern="1200" cap="none">
                <a:ln>
                  <a:noFill/>
                </a:ln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7</a:t>
            </a:r>
            <a:r>
              <a:rPr lang="he-IL" sz="3200"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3200" b="0" i="0" u="none" strike="noStrike" kern="1200" cap="none">
              <a:ln>
                <a:noFill/>
              </a:ln>
              <a:solidFill>
                <a:schemeClr val="accent1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200" b="0" i="0" u="none" strike="noStrike" kern="1200" cap="none">
              <a:ln>
                <a:noFill/>
              </a:ln>
              <a:solidFill>
                <a:schemeClr val="accent1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1" i="0" u="none" strike="noStrike" kern="1200" cap="none">
                <a:ln>
                  <a:noFill/>
                </a:ln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סיבוב 3</a:t>
            </a:r>
            <a:r>
              <a:rPr lang="he-IL" sz="3200" i="0" u="none" strike="noStrike" kern="1200" cap="none">
                <a:ln>
                  <a:noFill/>
                </a:ln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מקסימום סכום שלושה ערכים קטנים ביותר = 3+4+5 = 12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3200" b="0" i="0" u="none" strike="noStrike" kern="1200" cap="none">
              <a:ln>
                <a:noFill/>
              </a:ln>
              <a:solidFill>
                <a:schemeClr val="accent1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200" b="0" i="0" u="none" strike="noStrike" kern="1200" cap="none">
              <a:ln>
                <a:noFill/>
              </a:ln>
              <a:solidFill>
                <a:schemeClr val="accent1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200" b="0" i="0" u="none" strike="noStrike" kern="1200" cap="none">
              <a:ln>
                <a:noFill/>
              </a:ln>
              <a:solidFill>
                <a:schemeClr val="accent1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91E1C1-0797-3CDC-6D3C-F273B9F982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8924345"/>
              </p:ext>
            </p:extLst>
          </p:nvPr>
        </p:nvGraphicFramePr>
        <p:xfrm>
          <a:off x="339120" y="1243799"/>
          <a:ext cx="4324319" cy="3383280"/>
        </p:xfrm>
        <a:graphic>
          <a:graphicData uri="http://schemas.openxmlformats.org/drawingml/2006/table">
            <a:tbl>
              <a:tblPr firstRow="1" bandRow="1">
                <a:tableStyleId>{23491858-C0AF-4D33-B05B-DAE2F88B037C}</a:tableStyleId>
              </a:tblPr>
              <a:tblGrid>
                <a:gridCol w="924480">
                  <a:extLst>
                    <a:ext uri="{9D8B030D-6E8A-4147-A177-3AD203B41FA5}">
                      <a16:colId xmlns:a16="http://schemas.microsoft.com/office/drawing/2014/main" val="313193553"/>
                    </a:ext>
                  </a:extLst>
                </a:gridCol>
                <a:gridCol w="1246680">
                  <a:extLst>
                    <a:ext uri="{9D8B030D-6E8A-4147-A177-3AD203B41FA5}">
                      <a16:colId xmlns:a16="http://schemas.microsoft.com/office/drawing/2014/main" val="2988179041"/>
                    </a:ext>
                  </a:extLst>
                </a:gridCol>
                <a:gridCol w="990719">
                  <a:extLst>
                    <a:ext uri="{9D8B030D-6E8A-4147-A177-3AD203B41FA5}">
                      <a16:colId xmlns:a16="http://schemas.microsoft.com/office/drawing/2014/main" val="1898159977"/>
                    </a:ext>
                  </a:extLst>
                </a:gridCol>
                <a:gridCol w="1162440">
                  <a:extLst>
                    <a:ext uri="{9D8B030D-6E8A-4147-A177-3AD203B41FA5}">
                      <a16:colId xmlns:a16="http://schemas.microsoft.com/office/drawing/2014/main" val="3566331182"/>
                    </a:ext>
                  </a:extLst>
                </a:gridCol>
              </a:tblGrid>
              <a:tr h="986760"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800" b="0" i="0" u="none" strike="noStrike" kern="1200" cap="none">
                        <a:ln>
                          <a:noFill/>
                        </a:ln>
                        <a:solidFill>
                          <a:schemeClr val="accent6"/>
                        </a:solidFill>
                        <a:latin typeface="Liberation Sans" pitchFamily="18"/>
                        <a:cs typeface="Nachlieli CLM" pitchFamily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 b="1"/>
                      </a:pPr>
                      <a:r>
                        <a:rPr lang="he-IL" sz="3200" b="1" i="0" u="none" strike="noStrike" kern="1200" cap="none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 טון עצים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 b="1"/>
                      </a:pPr>
                      <a:r>
                        <a:rPr lang="he-IL" sz="3200" b="1" i="0" u="none" strike="noStrike" kern="1200" cap="none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 טון נפט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 b="1"/>
                      </a:pPr>
                      <a:r>
                        <a:rPr lang="he-IL" sz="3200" b="1" i="0" u="none" strike="noStrike" kern="1200" cap="none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 טון פלדה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701290"/>
                  </a:ext>
                </a:extLst>
              </a:tr>
              <a:tr h="573840"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1"/>
                      </a:pPr>
                      <a:r>
                        <a:rPr lang="he-IL" sz="3200" b="1" i="0" u="none" strike="noStrike" kern="1200" cap="none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א</a:t>
                      </a:r>
                      <a:r>
                        <a:rPr lang="en-US" sz="3200" b="1" i="0" u="none" strike="noStrike" kern="1200" cap="none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/>
                      </a:pPr>
                      <a:r>
                        <a:rPr lang="en-US" sz="3200" b="0" i="0" u="none" strike="noStrike" kern="1200" cap="none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/>
                      </a:pPr>
                      <a:r>
                        <a:rPr lang="en-US" sz="3200" b="0" i="0" u="none" strike="noStrike" kern="1200" cap="none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/>
                      </a:pPr>
                      <a:r>
                        <a:rPr lang="en-US" sz="3200" b="0" i="0" u="none" strike="noStrike" kern="1200" cap="none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011343"/>
                  </a:ext>
                </a:extLst>
              </a:tr>
              <a:tr h="573840"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1"/>
                      </a:pPr>
                      <a:r>
                        <a:rPr lang="he-IL" sz="3200" b="1" i="0" u="none" strike="noStrike" kern="1200" cap="none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ב</a:t>
                      </a:r>
                      <a:r>
                        <a:rPr lang="en-US" sz="3200" b="1" i="0" u="none" strike="noStrike" kern="1200" cap="none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/>
                      </a:pPr>
                      <a:r>
                        <a:rPr lang="en-US" sz="3200" b="0" i="0" u="none" strike="noStrike" kern="1200" cap="none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/>
                      </a:pPr>
                      <a:r>
                        <a:rPr lang="en-US" sz="3200" b="0" i="0" u="none" strike="noStrike" kern="1200" cap="none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/>
                      </a:pPr>
                      <a:r>
                        <a:rPr lang="en-US" sz="3200" b="0" i="0" u="none" strike="noStrike" kern="1200" cap="none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6708067"/>
                  </a:ext>
                </a:extLst>
              </a:tr>
              <a:tr h="573840"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1"/>
                      </a:pPr>
                      <a:r>
                        <a:rPr lang="he-IL" sz="3200" b="1" i="0" u="none" strike="noStrike" kern="1200" cap="none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ג</a:t>
                      </a:r>
                      <a:r>
                        <a:rPr lang="en-US" sz="3200" b="1" i="0" u="none" strike="noStrike" kern="1200" cap="none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/>
                      </a:pPr>
                      <a:r>
                        <a:rPr lang="en-US" sz="3200" b="0" i="0" u="none" strike="noStrike" kern="1200" cap="none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/>
                      </a:pPr>
                      <a:r>
                        <a:rPr lang="en-US" sz="3200" b="0" i="0" u="none" strike="noStrike" kern="1200" cap="none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/>
                      </a:pPr>
                      <a:r>
                        <a:rPr lang="en-US" sz="3200" b="0" i="0" u="none" strike="noStrike" kern="1200" cap="none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0038035"/>
                  </a:ext>
                </a:extLst>
              </a:tr>
              <a:tr h="573840"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1"/>
                      </a:pPr>
                      <a:r>
                        <a:rPr lang="he-IL" sz="3200" b="1" i="0" u="none" strike="noStrike" kern="1200" cap="none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ד</a:t>
                      </a:r>
                      <a:r>
                        <a:rPr lang="en-US" sz="3200" b="1" i="0" u="none" strike="noStrike" kern="1200" cap="none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/>
                      </a:pPr>
                      <a:r>
                        <a:rPr lang="en-US" sz="3200" b="0" i="0" u="none" strike="noStrike" kern="1200" cap="none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/>
                      </a:pPr>
                      <a:r>
                        <a:rPr lang="en-US" sz="3200" b="0" i="0" u="none" strike="noStrike" kern="1200" cap="none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/>
                      </a:pPr>
                      <a:r>
                        <a:rPr lang="en-US" sz="3200" b="0" i="0" u="none" strike="noStrike" kern="1200" cap="none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748856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6B0EB12-6B43-4348-7C07-3F2451E38856}"/>
              </a:ext>
            </a:extLst>
          </p:cNvPr>
          <p:cNvSpPr txBox="1"/>
          <p:nvPr/>
        </p:nvSpPr>
        <p:spPr>
          <a:xfrm>
            <a:off x="91440" y="4297680"/>
            <a:ext cx="4937760" cy="33368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solidFill>
                <a:schemeClr val="accent1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1" i="0" u="none" strike="noStrike" kern="1200" cap="none">
                <a:ln>
                  <a:noFill/>
                </a:ln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סיבוב 4</a:t>
            </a:r>
            <a:r>
              <a:rPr lang="he-IL" sz="3200" i="0" u="none" strike="noStrike" kern="1200" cap="none">
                <a:ln>
                  <a:noFill/>
                </a:ln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en-US" sz="3200" b="0" i="0" u="none" strike="noStrike" kern="1200" cap="none">
                <a:ln>
                  <a:noFill/>
                </a:ln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מקסימום סכום ארבעה ערכים קטנים ביותר = 3+4+5+5 = 17</a:t>
            </a:r>
            <a:r>
              <a:rPr lang="he-IL" sz="3200" b="0" i="0" u="none" strike="noStrike" kern="1200" cap="none">
                <a:ln>
                  <a:noFill/>
                </a:ln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3200" b="0" i="0" u="none" strike="noStrike" kern="1200" cap="none">
              <a:ln>
                <a:noFill/>
              </a:ln>
              <a:solidFill>
                <a:schemeClr val="accent1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200" b="0" i="0" u="none" strike="noStrike" kern="1200" cap="none">
              <a:ln>
                <a:noFill/>
              </a:ln>
              <a:solidFill>
                <a:schemeClr val="accent1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0" i="1" u="none" strike="noStrike" kern="1200" cap="none">
                <a:ln>
                  <a:noFill/>
                </a:ln>
                <a:solidFill>
                  <a:schemeClr val="accent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ראו דוגמה בתיקיית הקוד.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0BFD6-595B-17DD-1A12-0364D083B02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43560"/>
            <a:ext cx="10149840" cy="96372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rtl="1" hangingPunct="1"/>
            <a:r>
              <a:rPr lang="he-IL" sz="6000">
                <a:cs typeface="David" pitchFamily="34"/>
              </a:rPr>
              <a:t>חלוקה</a:t>
            </a:r>
            <a:r>
              <a:rPr lang="he-IL" sz="6000" i="1">
                <a:cs typeface="David" pitchFamily="34"/>
              </a:rPr>
              <a:t> </a:t>
            </a:r>
            <a:r>
              <a:rPr lang="he-IL" sz="6000">
                <a:cs typeface="David" pitchFamily="34"/>
              </a:rPr>
              <a:t>אגליטרית והוגנות (א)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EE306F-4A81-6D6A-47FF-706FA2DF4D80}"/>
              </a:ext>
            </a:extLst>
          </p:cNvPr>
          <p:cNvSpPr txBox="1"/>
          <p:nvPr/>
        </p:nvSpPr>
        <p:spPr>
          <a:xfrm>
            <a:off x="0" y="1280520"/>
            <a:ext cx="10149840" cy="168362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משפט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אם הערכים של השחקנים </a:t>
            </a:r>
            <a:r>
              <a:rPr lang="he-IL" sz="3600" b="0" i="1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מנורמלים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כך שכל השחקנים מייחסים את אותו ערך לעוגה כולה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אז כל חלוקה אגליטרית </a:t>
            </a:r>
            <a:r>
              <a:rPr lang="he-IL" sz="26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</a:t>
            </a:r>
            <a:r>
              <a:rPr lang="en-US" sz="26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לקסימין או לא</a:t>
            </a:r>
            <a:r>
              <a:rPr lang="he-IL" sz="26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)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היא </a:t>
            </a:r>
            <a:r>
              <a:rPr lang="he-IL" sz="3600" b="0" i="1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פרופורציונלית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9D4AF5-B2A5-BB9A-A652-E26F4A0AB1B2}"/>
              </a:ext>
            </a:extLst>
          </p:cNvPr>
          <p:cNvSpPr txBox="1"/>
          <p:nvPr/>
        </p:nvSpPr>
        <p:spPr>
          <a:xfrm>
            <a:off x="0" y="3200400"/>
            <a:ext cx="10080720" cy="419147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הוכחה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קיימת חלוקה פרופורציונלית, למשל חלוקה שבה כל שחקן מקבל 1 </a:t>
            </a:r>
            <a:r>
              <a:rPr lang="he-IL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חלקי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n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מכל משאב.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יהי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V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ע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רך העוגה כולה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בעיני כולם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).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בחלוקה פרופ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.,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הערך הקטן ביותר הוא לפחות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V </a:t>
            </a:r>
            <a:r>
              <a:rPr lang="he-IL" sz="3600" b="0" i="1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חלקי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5983B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n</a:t>
            </a:r>
            <a:r>
              <a:rPr lang="he-IL" sz="3600" b="0" i="1" u="none" strike="noStrike" kern="1200" cap="none">
                <a:ln>
                  <a:noFill/>
                </a:ln>
                <a:solidFill>
                  <a:srgbClr val="5983B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.</a:t>
            </a:r>
            <a:endParaRPr lang="en-US" sz="3600" b="0" i="0" u="none" strike="noStrike" kern="1200" cap="none">
              <a:ln>
                <a:noFill/>
              </a:ln>
              <a:solidFill>
                <a:srgbClr val="5983B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לכן, בחלוקה </a:t>
            </a:r>
            <a:r>
              <a:rPr lang="he-IL" sz="36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הממקסמת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את הערך הקטן ביותר,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הערך הקטן ביותר הוא לפחות</a:t>
            </a:r>
            <a:r>
              <a:rPr lang="en-US" sz="36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V </a:t>
            </a:r>
            <a:r>
              <a:rPr lang="he-IL" sz="36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חלקי </a:t>
            </a:r>
            <a:r>
              <a:rPr lang="en-US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n</a:t>
            </a:r>
            <a:r>
              <a:rPr lang="he-IL" sz="3600" b="0" i="1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.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לכן, חלוקה זו גם היא פרופורציונלית.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              ***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0AD2F-E6C3-7331-44F8-C74C2BD0F65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43560"/>
            <a:ext cx="10149840" cy="96372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rtl="1" hangingPunct="1"/>
            <a:r>
              <a:rPr lang="he-IL" sz="6000">
                <a:cs typeface="David" pitchFamily="34"/>
              </a:rPr>
              <a:t>חלוקה</a:t>
            </a:r>
            <a:r>
              <a:rPr lang="he-IL" sz="6000" i="1">
                <a:cs typeface="David" pitchFamily="34"/>
              </a:rPr>
              <a:t> </a:t>
            </a:r>
            <a:r>
              <a:rPr lang="he-IL" sz="6000">
                <a:cs typeface="David" pitchFamily="34"/>
              </a:rPr>
              <a:t>אגליטרית והוגנות (ב)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94263F-9991-1C47-D685-F2DEE198D5C5}"/>
              </a:ext>
            </a:extLst>
          </p:cNvPr>
          <p:cNvSpPr txBox="1"/>
          <p:nvPr/>
        </p:nvSpPr>
        <p:spPr>
          <a:xfrm>
            <a:off x="1255762" y="1280520"/>
            <a:ext cx="8894078" cy="621793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משפט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פעמי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ם </a:t>
            </a:r>
            <a:r>
              <a:rPr lang="he-IL" sz="3600" b="1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אין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חלוקה אגליטרית וללא-קנאה: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E8C3D44-5382-0D4F-ABBB-720E2CE97B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52842"/>
              </p:ext>
            </p:extLst>
          </p:nvPr>
        </p:nvGraphicFramePr>
        <p:xfrm>
          <a:off x="291959" y="2002680"/>
          <a:ext cx="9503436" cy="2000160"/>
        </p:xfrm>
        <a:graphic>
          <a:graphicData uri="http://schemas.openxmlformats.org/drawingml/2006/table">
            <a:tbl>
              <a:tblPr firstRow="1" bandRow="1">
                <a:tableStyleId>{23491858-C0AF-4D33-B05B-DAE2F88B037C}</a:tableStyleId>
              </a:tblPr>
              <a:tblGrid>
                <a:gridCol w="2377104">
                  <a:extLst>
                    <a:ext uri="{9D8B030D-6E8A-4147-A177-3AD203B41FA5}">
                      <a16:colId xmlns:a16="http://schemas.microsoft.com/office/drawing/2014/main" val="4012226451"/>
                    </a:ext>
                  </a:extLst>
                </a:gridCol>
                <a:gridCol w="2377104">
                  <a:extLst>
                    <a:ext uri="{9D8B030D-6E8A-4147-A177-3AD203B41FA5}">
                      <a16:colId xmlns:a16="http://schemas.microsoft.com/office/drawing/2014/main" val="3023537369"/>
                    </a:ext>
                  </a:extLst>
                </a:gridCol>
                <a:gridCol w="2377104">
                  <a:extLst>
                    <a:ext uri="{9D8B030D-6E8A-4147-A177-3AD203B41FA5}">
                      <a16:colId xmlns:a16="http://schemas.microsoft.com/office/drawing/2014/main" val="1535616379"/>
                    </a:ext>
                  </a:extLst>
                </a:gridCol>
                <a:gridCol w="2372124">
                  <a:extLst>
                    <a:ext uri="{9D8B030D-6E8A-4147-A177-3AD203B41FA5}">
                      <a16:colId xmlns:a16="http://schemas.microsoft.com/office/drawing/2014/main" val="3382790631"/>
                    </a:ext>
                  </a:extLst>
                </a:gridCol>
              </a:tblGrid>
              <a:tr h="62604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 טון עצים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 טון נפט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 טון פלדה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800" b="0" i="0" u="none" strike="noStrike" kern="1200" cap="none">
                        <a:ln>
                          <a:noFill/>
                        </a:ln>
                        <a:latin typeface="Liberation Sans" pitchFamily="18"/>
                        <a:cs typeface="Nachlieli CLM" pitchFamily="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812318"/>
                  </a:ext>
                </a:extLst>
              </a:tr>
              <a:tr h="62604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en-US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ערך אבי: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6725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en-US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ערך בתיה: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5787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92D354B-5B81-D4C9-6599-4A08F8C02C54}"/>
              </a:ext>
            </a:extLst>
          </p:cNvPr>
          <p:cNvSpPr txBox="1"/>
          <p:nvPr/>
        </p:nvSpPr>
        <p:spPr>
          <a:xfrm>
            <a:off x="972213" y="4048559"/>
            <a:ext cx="8990067" cy="3439553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בחלוקה אוטיליטרית –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158466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כל העצים לאבי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;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בתיה מקנאת.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בחלוקה אגליטרית –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158466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כל העצים לבתיה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;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אבי מקנא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>
                <a:ln>
                  <a:noFill/>
                </a:ln>
                <a:solidFill>
                  <a:srgbClr val="55308D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   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55308D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האם יש דרך אמצעית?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>
                <a:ln>
                  <a:noFill/>
                </a:ln>
                <a:solidFill>
                  <a:srgbClr val="8D1D75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   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8D1D75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האם תמיד קיימת חלוקה שהיא </a:t>
            </a:r>
            <a:br>
              <a:rPr lang="en-US" sz="3600" b="0" i="0" u="none" strike="noStrike" kern="1200" cap="none">
                <a:ln>
                  <a:noFill/>
                </a:ln>
                <a:solidFill>
                  <a:srgbClr val="8D1D75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</a:br>
            <a:r>
              <a:rPr lang="en-US" sz="3600" b="0" i="0" u="none" strike="noStrike" kern="1200" cap="none">
                <a:ln>
                  <a:noFill/>
                </a:ln>
                <a:solidFill>
                  <a:srgbClr val="8D1D75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   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8D1D75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גם </a:t>
            </a:r>
            <a:r>
              <a:rPr lang="he-IL" sz="3600" b="1" i="0" u="none" strike="noStrike" kern="1200" cap="none">
                <a:ln>
                  <a:noFill/>
                </a:ln>
                <a:solidFill>
                  <a:srgbClr val="8D1D75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יעילה-פארטו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8D1D75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וגם </a:t>
            </a:r>
            <a:r>
              <a:rPr lang="he-IL" sz="3600" b="1" i="0" u="none" strike="noStrike" kern="1200" cap="none">
                <a:ln>
                  <a:noFill/>
                </a:ln>
                <a:solidFill>
                  <a:srgbClr val="8D1D75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ללא קנאה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8D1D75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80EC95-5064-555E-0366-5959F351E9B7}"/>
              </a:ext>
            </a:extLst>
          </p:cNvPr>
          <p:cNvSpPr txBox="1"/>
          <p:nvPr/>
        </p:nvSpPr>
        <p:spPr>
          <a:xfrm>
            <a:off x="0" y="1280159"/>
            <a:ext cx="10080720" cy="5400025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משפט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כל חלוקה הממקסמת סכום של </a:t>
            </a:r>
            <a:br>
              <a:rPr lang="en-US" sz="36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he-IL" sz="3600" b="0" i="1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פונקציה עולה כלשהי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99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של הערכים, היא יעילה פארטו.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solidFill>
                <a:srgbClr val="0099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הוכחה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נתונה חלוקה </a:t>
            </a: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א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הממקסמת סכום זה.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נניח בשלילה שהחלוקה לא יעילה פארטו.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אז קיימת חלוקה </a:t>
            </a: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ב 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שהיא שיפור-פארטו שלה.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בחלוקה </a:t>
            </a: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ב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לכל השחקנים יש ערך לפחות כמו בחלוקה </a:t>
            </a: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א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ולחלק מהשחקנים יש ערך גבוה יותר.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36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כיוון שהפונקציה עולה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בחלוקה </a:t>
            </a: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ב 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הסכום גבוה יותר – סתירה לכך שחלוקה </a:t>
            </a: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א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ממקסמת את הסכום.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3694B50-C3A2-D5E5-E9AF-63115F699C0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2880" y="43200"/>
            <a:ext cx="9966960" cy="96372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algn="r" rtl="1" hangingPunct="1"/>
            <a:r>
              <a:rPr lang="he-IL" sz="6000">
                <a:cs typeface="David" pitchFamily="34"/>
              </a:rPr>
              <a:t>מיקסום סכום פונקציה עולה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BE0F5-5867-3E7B-807A-4FA8C60DC77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2880" y="42840"/>
            <a:ext cx="9966960" cy="96372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algn="r" rtl="1" hangingPunct="1"/>
            <a:r>
              <a:rPr lang="he-IL" sz="6000">
                <a:cs typeface="David" pitchFamily="34"/>
              </a:rPr>
              <a:t>מיקסום סכום פונקציה עולה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285799-F88C-F35C-ABEA-D602548BD6AA}"/>
              </a:ext>
            </a:extLst>
          </p:cNvPr>
          <p:cNvSpPr txBox="1"/>
          <p:nvPr/>
        </p:nvSpPr>
        <p:spPr>
          <a:xfrm>
            <a:off x="0" y="1280159"/>
            <a:ext cx="10080720" cy="115270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solidFill>
                  <a:srgbClr val="CC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הכללה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CC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CC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נמצא חלוקה הממקסמת את הסכום של </a:t>
            </a:r>
            <a:r>
              <a:rPr lang="he-IL" sz="3600" b="0" i="1" u="none" strike="noStrike" kern="1200" cap="none">
                <a:ln>
                  <a:noFill/>
                </a:ln>
                <a:solidFill>
                  <a:srgbClr val="CC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פונקציה עולה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CC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של הערכים: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06E6D9-346C-88B8-F8AD-C3C56912F1DB}"/>
              </a:ext>
            </a:extLst>
          </p:cNvPr>
          <p:cNvSpPr txBox="1"/>
          <p:nvPr/>
        </p:nvSpPr>
        <p:spPr>
          <a:xfrm>
            <a:off x="0" y="3830759"/>
            <a:ext cx="10080720" cy="83267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/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1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נסמן: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x</a:t>
            </a:r>
            <a:r>
              <a:rPr lang="he-IL" sz="3600" b="0" i="1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=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אחוז העצים שמקבל </a:t>
            </a:r>
            <a:r>
              <a:rPr lang="he-IL" sz="3600" b="0" i="1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אבי:</a:t>
            </a:r>
            <a:endParaRPr lang="en-US" sz="3600" b="0" i="1" u="none" strike="noStrike" kern="1200" cap="none">
              <a:ln>
                <a:noFill/>
              </a:ln>
              <a:solidFill>
                <a:srgbClr val="0000CC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</p:txBody>
      </p:sp>
      <p:grpSp>
        <p:nvGrpSpPr>
          <p:cNvPr id="5" name="Group 4" descr="28§display§\max \sum_{j=1}^n f({V_j(X_j)})§svg§600§FALSE§" title="TexMaths">
            <a:extLst>
              <a:ext uri="{FF2B5EF4-FFF2-40B4-BE49-F238E27FC236}">
                <a16:creationId xmlns:a16="http://schemas.microsoft.com/office/drawing/2014/main" id="{192F83B6-6FFA-F4A9-C97D-04F887D28F23}"/>
              </a:ext>
            </a:extLst>
          </p:cNvPr>
          <p:cNvGrpSpPr/>
          <p:nvPr/>
        </p:nvGrpSpPr>
        <p:grpSpPr>
          <a:xfrm>
            <a:off x="3931920" y="2495880"/>
            <a:ext cx="2849400" cy="1020600"/>
            <a:chOff x="3931920" y="2495880"/>
            <a:chExt cx="2849400" cy="1020600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F43CCF1-91DA-536B-1225-6D05A992E492}"/>
                </a:ext>
              </a:extLst>
            </p:cNvPr>
            <p:cNvSpPr/>
            <p:nvPr/>
          </p:nvSpPr>
          <p:spPr>
            <a:xfrm>
              <a:off x="3931920" y="2498760"/>
              <a:ext cx="2849400" cy="1015559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916" h="2822">
                  <a:moveTo>
                    <a:pt x="3959" y="2822"/>
                  </a:moveTo>
                  <a:lnTo>
                    <a:pt x="0" y="2822"/>
                  </a:lnTo>
                  <a:lnTo>
                    <a:pt x="0" y="0"/>
                  </a:lnTo>
                  <a:lnTo>
                    <a:pt x="7916" y="0"/>
                  </a:lnTo>
                  <a:lnTo>
                    <a:pt x="7916" y="28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9DE39B1-F4B1-3767-8676-F6105BD115C4}"/>
                </a:ext>
              </a:extLst>
            </p:cNvPr>
            <p:cNvSpPr/>
            <p:nvPr/>
          </p:nvSpPr>
          <p:spPr>
            <a:xfrm>
              <a:off x="3943080" y="2891880"/>
              <a:ext cx="276840" cy="1569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70" h="437">
                  <a:moveTo>
                    <a:pt x="78" y="98"/>
                  </a:moveTo>
                  <a:lnTo>
                    <a:pt x="78" y="361"/>
                  </a:lnTo>
                  <a:cubicBezTo>
                    <a:pt x="78" y="406"/>
                    <a:pt x="67" y="406"/>
                    <a:pt x="0" y="406"/>
                  </a:cubicBezTo>
                  <a:lnTo>
                    <a:pt x="0" y="437"/>
                  </a:lnTo>
                  <a:cubicBezTo>
                    <a:pt x="34" y="437"/>
                    <a:pt x="84" y="434"/>
                    <a:pt x="112" y="434"/>
                  </a:cubicBezTo>
                  <a:cubicBezTo>
                    <a:pt x="137" y="434"/>
                    <a:pt x="188" y="437"/>
                    <a:pt x="221" y="437"/>
                  </a:cubicBezTo>
                  <a:lnTo>
                    <a:pt x="221" y="406"/>
                  </a:lnTo>
                  <a:cubicBezTo>
                    <a:pt x="157" y="406"/>
                    <a:pt x="146" y="406"/>
                    <a:pt x="146" y="361"/>
                  </a:cubicBezTo>
                  <a:lnTo>
                    <a:pt x="146" y="179"/>
                  </a:lnTo>
                  <a:cubicBezTo>
                    <a:pt x="146" y="78"/>
                    <a:pt x="216" y="22"/>
                    <a:pt x="277" y="22"/>
                  </a:cubicBezTo>
                  <a:cubicBezTo>
                    <a:pt x="342" y="22"/>
                    <a:pt x="353" y="76"/>
                    <a:pt x="353" y="132"/>
                  </a:cubicBezTo>
                  <a:lnTo>
                    <a:pt x="353" y="361"/>
                  </a:lnTo>
                  <a:cubicBezTo>
                    <a:pt x="353" y="406"/>
                    <a:pt x="342" y="406"/>
                    <a:pt x="274" y="406"/>
                  </a:cubicBezTo>
                  <a:lnTo>
                    <a:pt x="274" y="437"/>
                  </a:lnTo>
                  <a:cubicBezTo>
                    <a:pt x="308" y="437"/>
                    <a:pt x="358" y="434"/>
                    <a:pt x="386" y="434"/>
                  </a:cubicBezTo>
                  <a:cubicBezTo>
                    <a:pt x="412" y="434"/>
                    <a:pt x="462" y="437"/>
                    <a:pt x="496" y="437"/>
                  </a:cubicBezTo>
                  <a:lnTo>
                    <a:pt x="496" y="406"/>
                  </a:lnTo>
                  <a:cubicBezTo>
                    <a:pt x="431" y="406"/>
                    <a:pt x="420" y="406"/>
                    <a:pt x="420" y="361"/>
                  </a:cubicBezTo>
                  <a:lnTo>
                    <a:pt x="420" y="179"/>
                  </a:lnTo>
                  <a:cubicBezTo>
                    <a:pt x="420" y="78"/>
                    <a:pt x="490" y="22"/>
                    <a:pt x="554" y="22"/>
                  </a:cubicBezTo>
                  <a:cubicBezTo>
                    <a:pt x="616" y="22"/>
                    <a:pt x="627" y="76"/>
                    <a:pt x="627" y="132"/>
                  </a:cubicBezTo>
                  <a:lnTo>
                    <a:pt x="627" y="361"/>
                  </a:lnTo>
                  <a:cubicBezTo>
                    <a:pt x="627" y="406"/>
                    <a:pt x="616" y="406"/>
                    <a:pt x="549" y="406"/>
                  </a:cubicBezTo>
                  <a:lnTo>
                    <a:pt x="549" y="437"/>
                  </a:lnTo>
                  <a:cubicBezTo>
                    <a:pt x="582" y="437"/>
                    <a:pt x="633" y="434"/>
                    <a:pt x="661" y="434"/>
                  </a:cubicBezTo>
                  <a:cubicBezTo>
                    <a:pt x="686" y="434"/>
                    <a:pt x="736" y="437"/>
                    <a:pt x="770" y="437"/>
                  </a:cubicBezTo>
                  <a:lnTo>
                    <a:pt x="770" y="406"/>
                  </a:lnTo>
                  <a:cubicBezTo>
                    <a:pt x="720" y="406"/>
                    <a:pt x="694" y="406"/>
                    <a:pt x="694" y="378"/>
                  </a:cubicBezTo>
                  <a:lnTo>
                    <a:pt x="694" y="188"/>
                  </a:lnTo>
                  <a:cubicBezTo>
                    <a:pt x="694" y="104"/>
                    <a:pt x="694" y="73"/>
                    <a:pt x="664" y="36"/>
                  </a:cubicBezTo>
                  <a:cubicBezTo>
                    <a:pt x="650" y="20"/>
                    <a:pt x="616" y="0"/>
                    <a:pt x="560" y="0"/>
                  </a:cubicBezTo>
                  <a:cubicBezTo>
                    <a:pt x="476" y="0"/>
                    <a:pt x="434" y="59"/>
                    <a:pt x="417" y="98"/>
                  </a:cubicBezTo>
                  <a:cubicBezTo>
                    <a:pt x="403" y="11"/>
                    <a:pt x="330" y="0"/>
                    <a:pt x="286" y="0"/>
                  </a:cubicBezTo>
                  <a:cubicBezTo>
                    <a:pt x="213" y="0"/>
                    <a:pt x="168" y="42"/>
                    <a:pt x="140" y="104"/>
                  </a:cubicBezTo>
                  <a:lnTo>
                    <a:pt x="140" y="0"/>
                  </a:lnTo>
                  <a:lnTo>
                    <a:pt x="0" y="11"/>
                  </a:lnTo>
                  <a:lnTo>
                    <a:pt x="0" y="42"/>
                  </a:lnTo>
                  <a:cubicBezTo>
                    <a:pt x="70" y="42"/>
                    <a:pt x="78" y="48"/>
                    <a:pt x="78" y="9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8FBEFAC-1BA8-AD32-854A-B028F0004040}"/>
                </a:ext>
              </a:extLst>
            </p:cNvPr>
            <p:cNvSpPr/>
            <p:nvPr/>
          </p:nvSpPr>
          <p:spPr>
            <a:xfrm>
              <a:off x="4241520" y="2889000"/>
              <a:ext cx="160920" cy="1630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48" h="454">
                  <a:moveTo>
                    <a:pt x="288" y="370"/>
                  </a:moveTo>
                  <a:cubicBezTo>
                    <a:pt x="291" y="409"/>
                    <a:pt x="319" y="451"/>
                    <a:pt x="367" y="451"/>
                  </a:cubicBezTo>
                  <a:cubicBezTo>
                    <a:pt x="386" y="451"/>
                    <a:pt x="448" y="437"/>
                    <a:pt x="448" y="356"/>
                  </a:cubicBezTo>
                  <a:lnTo>
                    <a:pt x="448" y="300"/>
                  </a:lnTo>
                  <a:lnTo>
                    <a:pt x="423" y="300"/>
                  </a:lnTo>
                  <a:lnTo>
                    <a:pt x="423" y="356"/>
                  </a:lnTo>
                  <a:cubicBezTo>
                    <a:pt x="423" y="412"/>
                    <a:pt x="398" y="420"/>
                    <a:pt x="386" y="420"/>
                  </a:cubicBezTo>
                  <a:cubicBezTo>
                    <a:pt x="353" y="420"/>
                    <a:pt x="350" y="375"/>
                    <a:pt x="350" y="370"/>
                  </a:cubicBezTo>
                  <a:lnTo>
                    <a:pt x="350" y="171"/>
                  </a:lnTo>
                  <a:cubicBezTo>
                    <a:pt x="350" y="129"/>
                    <a:pt x="350" y="92"/>
                    <a:pt x="314" y="53"/>
                  </a:cubicBezTo>
                  <a:cubicBezTo>
                    <a:pt x="274" y="17"/>
                    <a:pt x="227" y="0"/>
                    <a:pt x="179" y="0"/>
                  </a:cubicBezTo>
                  <a:cubicBezTo>
                    <a:pt x="98" y="0"/>
                    <a:pt x="28" y="48"/>
                    <a:pt x="28" y="112"/>
                  </a:cubicBezTo>
                  <a:cubicBezTo>
                    <a:pt x="28" y="143"/>
                    <a:pt x="48" y="160"/>
                    <a:pt x="76" y="160"/>
                  </a:cubicBezTo>
                  <a:cubicBezTo>
                    <a:pt x="101" y="160"/>
                    <a:pt x="120" y="140"/>
                    <a:pt x="120" y="112"/>
                  </a:cubicBezTo>
                  <a:cubicBezTo>
                    <a:pt x="120" y="101"/>
                    <a:pt x="115" y="67"/>
                    <a:pt x="70" y="67"/>
                  </a:cubicBezTo>
                  <a:cubicBezTo>
                    <a:pt x="95" y="34"/>
                    <a:pt x="146" y="22"/>
                    <a:pt x="176" y="22"/>
                  </a:cubicBezTo>
                  <a:cubicBezTo>
                    <a:pt x="224" y="22"/>
                    <a:pt x="280" y="62"/>
                    <a:pt x="280" y="148"/>
                  </a:cubicBezTo>
                  <a:lnTo>
                    <a:pt x="280" y="185"/>
                  </a:lnTo>
                  <a:cubicBezTo>
                    <a:pt x="230" y="188"/>
                    <a:pt x="162" y="190"/>
                    <a:pt x="98" y="221"/>
                  </a:cubicBezTo>
                  <a:cubicBezTo>
                    <a:pt x="25" y="255"/>
                    <a:pt x="0" y="305"/>
                    <a:pt x="0" y="350"/>
                  </a:cubicBezTo>
                  <a:cubicBezTo>
                    <a:pt x="0" y="428"/>
                    <a:pt x="95" y="454"/>
                    <a:pt x="160" y="454"/>
                  </a:cubicBezTo>
                  <a:cubicBezTo>
                    <a:pt x="224" y="454"/>
                    <a:pt x="269" y="414"/>
                    <a:pt x="288" y="370"/>
                  </a:cubicBezTo>
                  <a:close/>
                  <a:moveTo>
                    <a:pt x="280" y="207"/>
                  </a:moveTo>
                  <a:lnTo>
                    <a:pt x="280" y="305"/>
                  </a:lnTo>
                  <a:cubicBezTo>
                    <a:pt x="280" y="400"/>
                    <a:pt x="210" y="434"/>
                    <a:pt x="165" y="434"/>
                  </a:cubicBezTo>
                  <a:cubicBezTo>
                    <a:pt x="118" y="434"/>
                    <a:pt x="76" y="398"/>
                    <a:pt x="76" y="347"/>
                  </a:cubicBezTo>
                  <a:cubicBezTo>
                    <a:pt x="76" y="294"/>
                    <a:pt x="118" y="213"/>
                    <a:pt x="280" y="20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24931BD-50CF-B5DE-5AC3-961FDFE98EAF}"/>
                </a:ext>
              </a:extLst>
            </p:cNvPr>
            <p:cNvSpPr/>
            <p:nvPr/>
          </p:nvSpPr>
          <p:spPr>
            <a:xfrm>
              <a:off x="4406759" y="2895120"/>
              <a:ext cx="178920" cy="1530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98" h="426">
                  <a:moveTo>
                    <a:pt x="272" y="193"/>
                  </a:moveTo>
                  <a:cubicBezTo>
                    <a:pt x="302" y="157"/>
                    <a:pt x="339" y="109"/>
                    <a:pt x="364" y="81"/>
                  </a:cubicBezTo>
                  <a:cubicBezTo>
                    <a:pt x="395" y="48"/>
                    <a:pt x="434" y="31"/>
                    <a:pt x="482" y="31"/>
                  </a:cubicBezTo>
                  <a:lnTo>
                    <a:pt x="482" y="0"/>
                  </a:lnTo>
                  <a:cubicBezTo>
                    <a:pt x="456" y="3"/>
                    <a:pt x="426" y="3"/>
                    <a:pt x="400" y="3"/>
                  </a:cubicBezTo>
                  <a:cubicBezTo>
                    <a:pt x="370" y="3"/>
                    <a:pt x="316" y="0"/>
                    <a:pt x="305" y="0"/>
                  </a:cubicBezTo>
                  <a:lnTo>
                    <a:pt x="305" y="31"/>
                  </a:lnTo>
                  <a:cubicBezTo>
                    <a:pt x="325" y="34"/>
                    <a:pt x="333" y="45"/>
                    <a:pt x="333" y="62"/>
                  </a:cubicBezTo>
                  <a:cubicBezTo>
                    <a:pt x="333" y="78"/>
                    <a:pt x="325" y="90"/>
                    <a:pt x="319" y="95"/>
                  </a:cubicBezTo>
                  <a:lnTo>
                    <a:pt x="258" y="174"/>
                  </a:lnTo>
                  <a:lnTo>
                    <a:pt x="179" y="73"/>
                  </a:lnTo>
                  <a:cubicBezTo>
                    <a:pt x="171" y="64"/>
                    <a:pt x="171" y="62"/>
                    <a:pt x="171" y="56"/>
                  </a:cubicBezTo>
                  <a:cubicBezTo>
                    <a:pt x="171" y="42"/>
                    <a:pt x="185" y="31"/>
                    <a:pt x="207" y="31"/>
                  </a:cubicBezTo>
                  <a:lnTo>
                    <a:pt x="207" y="0"/>
                  </a:lnTo>
                  <a:cubicBezTo>
                    <a:pt x="179" y="0"/>
                    <a:pt x="115" y="3"/>
                    <a:pt x="98" y="3"/>
                  </a:cubicBezTo>
                  <a:cubicBezTo>
                    <a:pt x="78" y="3"/>
                    <a:pt x="31" y="3"/>
                    <a:pt x="6" y="0"/>
                  </a:cubicBezTo>
                  <a:lnTo>
                    <a:pt x="6" y="31"/>
                  </a:lnTo>
                  <a:cubicBezTo>
                    <a:pt x="76" y="31"/>
                    <a:pt x="76" y="31"/>
                    <a:pt x="120" y="92"/>
                  </a:cubicBezTo>
                  <a:lnTo>
                    <a:pt x="218" y="218"/>
                  </a:lnTo>
                  <a:lnTo>
                    <a:pt x="126" y="336"/>
                  </a:lnTo>
                  <a:cubicBezTo>
                    <a:pt x="78" y="395"/>
                    <a:pt x="20" y="398"/>
                    <a:pt x="0" y="398"/>
                  </a:cubicBezTo>
                  <a:lnTo>
                    <a:pt x="0" y="426"/>
                  </a:lnTo>
                  <a:cubicBezTo>
                    <a:pt x="25" y="426"/>
                    <a:pt x="56" y="423"/>
                    <a:pt x="81" y="423"/>
                  </a:cubicBezTo>
                  <a:cubicBezTo>
                    <a:pt x="112" y="423"/>
                    <a:pt x="151" y="426"/>
                    <a:pt x="176" y="426"/>
                  </a:cubicBezTo>
                  <a:lnTo>
                    <a:pt x="176" y="398"/>
                  </a:lnTo>
                  <a:cubicBezTo>
                    <a:pt x="154" y="392"/>
                    <a:pt x="148" y="381"/>
                    <a:pt x="148" y="367"/>
                  </a:cubicBezTo>
                  <a:cubicBezTo>
                    <a:pt x="148" y="344"/>
                    <a:pt x="176" y="311"/>
                    <a:pt x="235" y="241"/>
                  </a:cubicBezTo>
                  <a:lnTo>
                    <a:pt x="311" y="339"/>
                  </a:lnTo>
                  <a:cubicBezTo>
                    <a:pt x="319" y="350"/>
                    <a:pt x="333" y="367"/>
                    <a:pt x="333" y="372"/>
                  </a:cubicBezTo>
                  <a:cubicBezTo>
                    <a:pt x="333" y="381"/>
                    <a:pt x="325" y="395"/>
                    <a:pt x="297" y="398"/>
                  </a:cubicBezTo>
                  <a:lnTo>
                    <a:pt x="297" y="426"/>
                  </a:lnTo>
                  <a:cubicBezTo>
                    <a:pt x="328" y="426"/>
                    <a:pt x="381" y="423"/>
                    <a:pt x="403" y="423"/>
                  </a:cubicBezTo>
                  <a:cubicBezTo>
                    <a:pt x="431" y="423"/>
                    <a:pt x="470" y="426"/>
                    <a:pt x="498" y="426"/>
                  </a:cubicBezTo>
                  <a:lnTo>
                    <a:pt x="498" y="398"/>
                  </a:lnTo>
                  <a:cubicBezTo>
                    <a:pt x="445" y="398"/>
                    <a:pt x="428" y="395"/>
                    <a:pt x="406" y="36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795F790-36AF-CAD7-1DDD-6252569BEFD4}"/>
                </a:ext>
              </a:extLst>
            </p:cNvPr>
            <p:cNvSpPr/>
            <p:nvPr/>
          </p:nvSpPr>
          <p:spPr>
            <a:xfrm>
              <a:off x="4830120" y="2495880"/>
              <a:ext cx="151920" cy="1126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23" h="314">
                  <a:moveTo>
                    <a:pt x="53" y="263"/>
                  </a:moveTo>
                  <a:cubicBezTo>
                    <a:pt x="50" y="272"/>
                    <a:pt x="45" y="288"/>
                    <a:pt x="45" y="291"/>
                  </a:cubicBezTo>
                  <a:cubicBezTo>
                    <a:pt x="45" y="305"/>
                    <a:pt x="59" y="314"/>
                    <a:pt x="70" y="314"/>
                  </a:cubicBezTo>
                  <a:cubicBezTo>
                    <a:pt x="81" y="314"/>
                    <a:pt x="92" y="305"/>
                    <a:pt x="95" y="297"/>
                  </a:cubicBezTo>
                  <a:cubicBezTo>
                    <a:pt x="98" y="291"/>
                    <a:pt x="104" y="269"/>
                    <a:pt x="109" y="255"/>
                  </a:cubicBezTo>
                  <a:cubicBezTo>
                    <a:pt x="112" y="241"/>
                    <a:pt x="120" y="210"/>
                    <a:pt x="123" y="193"/>
                  </a:cubicBezTo>
                  <a:cubicBezTo>
                    <a:pt x="129" y="176"/>
                    <a:pt x="132" y="162"/>
                    <a:pt x="134" y="146"/>
                  </a:cubicBezTo>
                  <a:cubicBezTo>
                    <a:pt x="143" y="118"/>
                    <a:pt x="146" y="112"/>
                    <a:pt x="165" y="84"/>
                  </a:cubicBezTo>
                  <a:cubicBezTo>
                    <a:pt x="185" y="56"/>
                    <a:pt x="216" y="20"/>
                    <a:pt x="269" y="20"/>
                  </a:cubicBezTo>
                  <a:cubicBezTo>
                    <a:pt x="308" y="20"/>
                    <a:pt x="308" y="56"/>
                    <a:pt x="308" y="67"/>
                  </a:cubicBezTo>
                  <a:cubicBezTo>
                    <a:pt x="308" y="109"/>
                    <a:pt x="280" y="188"/>
                    <a:pt x="269" y="216"/>
                  </a:cubicBezTo>
                  <a:cubicBezTo>
                    <a:pt x="260" y="235"/>
                    <a:pt x="258" y="241"/>
                    <a:pt x="258" y="255"/>
                  </a:cubicBezTo>
                  <a:cubicBezTo>
                    <a:pt x="258" y="291"/>
                    <a:pt x="288" y="314"/>
                    <a:pt x="325" y="314"/>
                  </a:cubicBezTo>
                  <a:cubicBezTo>
                    <a:pt x="392" y="314"/>
                    <a:pt x="423" y="218"/>
                    <a:pt x="423" y="207"/>
                  </a:cubicBezTo>
                  <a:cubicBezTo>
                    <a:pt x="423" y="199"/>
                    <a:pt x="414" y="199"/>
                    <a:pt x="412" y="199"/>
                  </a:cubicBezTo>
                  <a:cubicBezTo>
                    <a:pt x="403" y="199"/>
                    <a:pt x="403" y="202"/>
                    <a:pt x="400" y="210"/>
                  </a:cubicBezTo>
                  <a:cubicBezTo>
                    <a:pt x="384" y="266"/>
                    <a:pt x="353" y="294"/>
                    <a:pt x="325" y="294"/>
                  </a:cubicBezTo>
                  <a:cubicBezTo>
                    <a:pt x="311" y="294"/>
                    <a:pt x="308" y="286"/>
                    <a:pt x="308" y="269"/>
                  </a:cubicBezTo>
                  <a:cubicBezTo>
                    <a:pt x="308" y="255"/>
                    <a:pt x="311" y="244"/>
                    <a:pt x="325" y="213"/>
                  </a:cubicBezTo>
                  <a:cubicBezTo>
                    <a:pt x="333" y="193"/>
                    <a:pt x="361" y="118"/>
                    <a:pt x="361" y="78"/>
                  </a:cubicBezTo>
                  <a:cubicBezTo>
                    <a:pt x="361" y="11"/>
                    <a:pt x="308" y="0"/>
                    <a:pt x="272" y="0"/>
                  </a:cubicBezTo>
                  <a:cubicBezTo>
                    <a:pt x="213" y="0"/>
                    <a:pt x="174" y="36"/>
                    <a:pt x="154" y="64"/>
                  </a:cubicBezTo>
                  <a:cubicBezTo>
                    <a:pt x="148" y="14"/>
                    <a:pt x="109" y="0"/>
                    <a:pt x="78" y="0"/>
                  </a:cubicBezTo>
                  <a:cubicBezTo>
                    <a:pt x="50" y="0"/>
                    <a:pt x="34" y="22"/>
                    <a:pt x="25" y="36"/>
                  </a:cubicBezTo>
                  <a:cubicBezTo>
                    <a:pt x="8" y="64"/>
                    <a:pt x="0" y="104"/>
                    <a:pt x="0" y="106"/>
                  </a:cubicBezTo>
                  <a:cubicBezTo>
                    <a:pt x="0" y="115"/>
                    <a:pt x="8" y="115"/>
                    <a:pt x="11" y="115"/>
                  </a:cubicBezTo>
                  <a:cubicBezTo>
                    <a:pt x="22" y="115"/>
                    <a:pt x="22" y="112"/>
                    <a:pt x="28" y="95"/>
                  </a:cubicBezTo>
                  <a:cubicBezTo>
                    <a:pt x="36" y="53"/>
                    <a:pt x="50" y="20"/>
                    <a:pt x="78" y="20"/>
                  </a:cubicBezTo>
                  <a:cubicBezTo>
                    <a:pt x="95" y="20"/>
                    <a:pt x="101" y="34"/>
                    <a:pt x="101" y="53"/>
                  </a:cubicBezTo>
                  <a:cubicBezTo>
                    <a:pt x="101" y="67"/>
                    <a:pt x="95" y="92"/>
                    <a:pt x="90" y="112"/>
                  </a:cubicBezTo>
                  <a:cubicBezTo>
                    <a:pt x="84" y="129"/>
                    <a:pt x="78" y="160"/>
                    <a:pt x="73" y="17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64A1D73-74CA-D7CC-1C44-A036B988145C}"/>
                </a:ext>
              </a:extLst>
            </p:cNvPr>
            <p:cNvSpPr/>
            <p:nvPr/>
          </p:nvSpPr>
          <p:spPr>
            <a:xfrm>
              <a:off x="4669920" y="2711520"/>
              <a:ext cx="472320" cy="4964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313" h="1380">
                  <a:moveTo>
                    <a:pt x="1193" y="1380"/>
                  </a:moveTo>
                  <a:lnTo>
                    <a:pt x="1313" y="1064"/>
                  </a:lnTo>
                  <a:lnTo>
                    <a:pt x="1288" y="1064"/>
                  </a:lnTo>
                  <a:cubicBezTo>
                    <a:pt x="1249" y="1167"/>
                    <a:pt x="1145" y="1235"/>
                    <a:pt x="1030" y="1263"/>
                  </a:cubicBezTo>
                  <a:cubicBezTo>
                    <a:pt x="1011" y="1268"/>
                    <a:pt x="916" y="1293"/>
                    <a:pt x="725" y="1293"/>
                  </a:cubicBezTo>
                  <a:lnTo>
                    <a:pt x="129" y="1293"/>
                  </a:lnTo>
                  <a:lnTo>
                    <a:pt x="633" y="706"/>
                  </a:lnTo>
                  <a:cubicBezTo>
                    <a:pt x="638" y="697"/>
                    <a:pt x="641" y="694"/>
                    <a:pt x="641" y="692"/>
                  </a:cubicBezTo>
                  <a:cubicBezTo>
                    <a:pt x="641" y="689"/>
                    <a:pt x="641" y="686"/>
                    <a:pt x="633" y="675"/>
                  </a:cubicBezTo>
                  <a:lnTo>
                    <a:pt x="174" y="48"/>
                  </a:lnTo>
                  <a:lnTo>
                    <a:pt x="714" y="48"/>
                  </a:lnTo>
                  <a:cubicBezTo>
                    <a:pt x="848" y="48"/>
                    <a:pt x="938" y="62"/>
                    <a:pt x="946" y="64"/>
                  </a:cubicBezTo>
                  <a:cubicBezTo>
                    <a:pt x="1000" y="70"/>
                    <a:pt x="1084" y="87"/>
                    <a:pt x="1162" y="137"/>
                  </a:cubicBezTo>
                  <a:cubicBezTo>
                    <a:pt x="1187" y="154"/>
                    <a:pt x="1254" y="196"/>
                    <a:pt x="1288" y="277"/>
                  </a:cubicBezTo>
                  <a:lnTo>
                    <a:pt x="1313" y="277"/>
                  </a:lnTo>
                  <a:lnTo>
                    <a:pt x="1193" y="0"/>
                  </a:lnTo>
                  <a:lnTo>
                    <a:pt x="28" y="0"/>
                  </a:lnTo>
                  <a:cubicBezTo>
                    <a:pt x="6" y="0"/>
                    <a:pt x="3" y="0"/>
                    <a:pt x="0" y="6"/>
                  </a:cubicBezTo>
                  <a:cubicBezTo>
                    <a:pt x="0" y="11"/>
                    <a:pt x="0" y="28"/>
                    <a:pt x="0" y="39"/>
                  </a:cubicBezTo>
                  <a:lnTo>
                    <a:pt x="521" y="753"/>
                  </a:lnTo>
                  <a:lnTo>
                    <a:pt x="11" y="1352"/>
                  </a:lnTo>
                  <a:cubicBezTo>
                    <a:pt x="0" y="1363"/>
                    <a:pt x="0" y="1369"/>
                    <a:pt x="0" y="1369"/>
                  </a:cubicBezTo>
                  <a:cubicBezTo>
                    <a:pt x="0" y="1380"/>
                    <a:pt x="11" y="1380"/>
                    <a:pt x="28" y="138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4D87F60-2382-8295-3BCB-C00C285F43AE}"/>
                </a:ext>
              </a:extLst>
            </p:cNvPr>
            <p:cNvSpPr/>
            <p:nvPr/>
          </p:nvSpPr>
          <p:spPr>
            <a:xfrm>
              <a:off x="4660920" y="3301200"/>
              <a:ext cx="109440" cy="2152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05" h="599">
                  <a:moveTo>
                    <a:pt x="305" y="25"/>
                  </a:moveTo>
                  <a:cubicBezTo>
                    <a:pt x="305" y="14"/>
                    <a:pt x="297" y="0"/>
                    <a:pt x="277" y="0"/>
                  </a:cubicBezTo>
                  <a:cubicBezTo>
                    <a:pt x="258" y="0"/>
                    <a:pt x="238" y="20"/>
                    <a:pt x="238" y="39"/>
                  </a:cubicBezTo>
                  <a:cubicBezTo>
                    <a:pt x="238" y="50"/>
                    <a:pt x="246" y="64"/>
                    <a:pt x="266" y="64"/>
                  </a:cubicBezTo>
                  <a:cubicBezTo>
                    <a:pt x="286" y="64"/>
                    <a:pt x="305" y="48"/>
                    <a:pt x="305" y="25"/>
                  </a:cubicBezTo>
                  <a:close/>
                  <a:moveTo>
                    <a:pt x="157" y="493"/>
                  </a:moveTo>
                  <a:cubicBezTo>
                    <a:pt x="146" y="540"/>
                    <a:pt x="109" y="580"/>
                    <a:pt x="67" y="580"/>
                  </a:cubicBezTo>
                  <a:cubicBezTo>
                    <a:pt x="59" y="580"/>
                    <a:pt x="50" y="580"/>
                    <a:pt x="42" y="577"/>
                  </a:cubicBezTo>
                  <a:cubicBezTo>
                    <a:pt x="62" y="568"/>
                    <a:pt x="67" y="552"/>
                    <a:pt x="67" y="540"/>
                  </a:cubicBezTo>
                  <a:cubicBezTo>
                    <a:pt x="67" y="524"/>
                    <a:pt x="53" y="515"/>
                    <a:pt x="39" y="515"/>
                  </a:cubicBezTo>
                  <a:cubicBezTo>
                    <a:pt x="17" y="515"/>
                    <a:pt x="0" y="535"/>
                    <a:pt x="0" y="557"/>
                  </a:cubicBezTo>
                  <a:cubicBezTo>
                    <a:pt x="0" y="582"/>
                    <a:pt x="28" y="599"/>
                    <a:pt x="70" y="599"/>
                  </a:cubicBezTo>
                  <a:cubicBezTo>
                    <a:pt x="109" y="599"/>
                    <a:pt x="193" y="574"/>
                    <a:pt x="213" y="490"/>
                  </a:cubicBezTo>
                  <a:lnTo>
                    <a:pt x="277" y="244"/>
                  </a:lnTo>
                  <a:cubicBezTo>
                    <a:pt x="277" y="235"/>
                    <a:pt x="280" y="230"/>
                    <a:pt x="280" y="218"/>
                  </a:cubicBezTo>
                  <a:cubicBezTo>
                    <a:pt x="280" y="182"/>
                    <a:pt x="246" y="154"/>
                    <a:pt x="204" y="154"/>
                  </a:cubicBezTo>
                  <a:cubicBezTo>
                    <a:pt x="129" y="154"/>
                    <a:pt x="84" y="249"/>
                    <a:pt x="84" y="260"/>
                  </a:cubicBezTo>
                  <a:cubicBezTo>
                    <a:pt x="84" y="269"/>
                    <a:pt x="92" y="269"/>
                    <a:pt x="95" y="269"/>
                  </a:cubicBezTo>
                  <a:cubicBezTo>
                    <a:pt x="104" y="269"/>
                    <a:pt x="104" y="266"/>
                    <a:pt x="109" y="255"/>
                  </a:cubicBezTo>
                  <a:cubicBezTo>
                    <a:pt x="126" y="216"/>
                    <a:pt x="162" y="174"/>
                    <a:pt x="204" y="174"/>
                  </a:cubicBezTo>
                  <a:cubicBezTo>
                    <a:pt x="221" y="174"/>
                    <a:pt x="227" y="185"/>
                    <a:pt x="227" y="207"/>
                  </a:cubicBezTo>
                  <a:cubicBezTo>
                    <a:pt x="227" y="216"/>
                    <a:pt x="224" y="224"/>
                    <a:pt x="224" y="22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F05D23B-F8C6-65A6-44AF-D674F9E32925}"/>
                </a:ext>
              </a:extLst>
            </p:cNvPr>
            <p:cNvSpPr/>
            <p:nvPr/>
          </p:nvSpPr>
          <p:spPr>
            <a:xfrm>
              <a:off x="4809960" y="3370680"/>
              <a:ext cx="183240" cy="673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510" h="188">
                  <a:moveTo>
                    <a:pt x="484" y="34"/>
                  </a:moveTo>
                  <a:cubicBezTo>
                    <a:pt x="493" y="34"/>
                    <a:pt x="510" y="34"/>
                    <a:pt x="510" y="17"/>
                  </a:cubicBezTo>
                  <a:cubicBezTo>
                    <a:pt x="510" y="0"/>
                    <a:pt x="493" y="0"/>
                    <a:pt x="484" y="0"/>
                  </a:cubicBezTo>
                  <a:lnTo>
                    <a:pt x="25" y="0"/>
                  </a:lnTo>
                  <a:cubicBezTo>
                    <a:pt x="17" y="0"/>
                    <a:pt x="0" y="0"/>
                    <a:pt x="0" y="17"/>
                  </a:cubicBezTo>
                  <a:cubicBezTo>
                    <a:pt x="0" y="34"/>
                    <a:pt x="17" y="34"/>
                    <a:pt x="25" y="34"/>
                  </a:cubicBezTo>
                  <a:close/>
                  <a:moveTo>
                    <a:pt x="484" y="188"/>
                  </a:moveTo>
                  <a:cubicBezTo>
                    <a:pt x="493" y="188"/>
                    <a:pt x="510" y="188"/>
                    <a:pt x="510" y="171"/>
                  </a:cubicBezTo>
                  <a:cubicBezTo>
                    <a:pt x="510" y="154"/>
                    <a:pt x="493" y="154"/>
                    <a:pt x="484" y="154"/>
                  </a:cubicBezTo>
                  <a:lnTo>
                    <a:pt x="25" y="154"/>
                  </a:lnTo>
                  <a:cubicBezTo>
                    <a:pt x="17" y="154"/>
                    <a:pt x="0" y="154"/>
                    <a:pt x="0" y="171"/>
                  </a:cubicBezTo>
                  <a:cubicBezTo>
                    <a:pt x="0" y="188"/>
                    <a:pt x="17" y="188"/>
                    <a:pt x="25" y="18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8681A32-3DAC-15EE-02C1-AD41FDCC3DEF}"/>
                </a:ext>
              </a:extLst>
            </p:cNvPr>
            <p:cNvSpPr/>
            <p:nvPr/>
          </p:nvSpPr>
          <p:spPr>
            <a:xfrm>
              <a:off x="5035680" y="3301200"/>
              <a:ext cx="91440" cy="1648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55" h="459">
                  <a:moveTo>
                    <a:pt x="157" y="20"/>
                  </a:moveTo>
                  <a:cubicBezTo>
                    <a:pt x="157" y="0"/>
                    <a:pt x="157" y="0"/>
                    <a:pt x="137" y="0"/>
                  </a:cubicBezTo>
                  <a:cubicBezTo>
                    <a:pt x="92" y="45"/>
                    <a:pt x="28" y="45"/>
                    <a:pt x="0" y="45"/>
                  </a:cubicBezTo>
                  <a:lnTo>
                    <a:pt x="0" y="70"/>
                  </a:lnTo>
                  <a:cubicBezTo>
                    <a:pt x="17" y="70"/>
                    <a:pt x="62" y="70"/>
                    <a:pt x="101" y="50"/>
                  </a:cubicBezTo>
                  <a:lnTo>
                    <a:pt x="101" y="403"/>
                  </a:lnTo>
                  <a:cubicBezTo>
                    <a:pt x="101" y="426"/>
                    <a:pt x="101" y="434"/>
                    <a:pt x="31" y="434"/>
                  </a:cubicBezTo>
                  <a:lnTo>
                    <a:pt x="6" y="434"/>
                  </a:lnTo>
                  <a:lnTo>
                    <a:pt x="6" y="459"/>
                  </a:lnTo>
                  <a:cubicBezTo>
                    <a:pt x="17" y="459"/>
                    <a:pt x="104" y="456"/>
                    <a:pt x="129" y="456"/>
                  </a:cubicBezTo>
                  <a:cubicBezTo>
                    <a:pt x="151" y="456"/>
                    <a:pt x="238" y="459"/>
                    <a:pt x="255" y="459"/>
                  </a:cubicBezTo>
                  <a:lnTo>
                    <a:pt x="255" y="434"/>
                  </a:lnTo>
                  <a:lnTo>
                    <a:pt x="227" y="434"/>
                  </a:lnTo>
                  <a:cubicBezTo>
                    <a:pt x="157" y="434"/>
                    <a:pt x="157" y="426"/>
                    <a:pt x="157" y="40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5853200-F29A-D93C-1677-F8954C5A8F9C}"/>
                </a:ext>
              </a:extLst>
            </p:cNvPr>
            <p:cNvSpPr/>
            <p:nvPr/>
          </p:nvSpPr>
          <p:spPr>
            <a:xfrm>
              <a:off x="5240520" y="2798280"/>
              <a:ext cx="177120" cy="3232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93" h="899">
                  <a:moveTo>
                    <a:pt x="311" y="302"/>
                  </a:moveTo>
                  <a:lnTo>
                    <a:pt x="395" y="302"/>
                  </a:lnTo>
                  <a:cubicBezTo>
                    <a:pt x="414" y="302"/>
                    <a:pt x="426" y="302"/>
                    <a:pt x="426" y="280"/>
                  </a:cubicBezTo>
                  <a:cubicBezTo>
                    <a:pt x="426" y="272"/>
                    <a:pt x="414" y="272"/>
                    <a:pt x="398" y="272"/>
                  </a:cubicBezTo>
                  <a:lnTo>
                    <a:pt x="316" y="272"/>
                  </a:lnTo>
                  <a:lnTo>
                    <a:pt x="339" y="157"/>
                  </a:lnTo>
                  <a:cubicBezTo>
                    <a:pt x="342" y="137"/>
                    <a:pt x="356" y="67"/>
                    <a:pt x="361" y="56"/>
                  </a:cubicBezTo>
                  <a:cubicBezTo>
                    <a:pt x="370" y="36"/>
                    <a:pt x="386" y="22"/>
                    <a:pt x="409" y="22"/>
                  </a:cubicBezTo>
                  <a:cubicBezTo>
                    <a:pt x="412" y="22"/>
                    <a:pt x="437" y="22"/>
                    <a:pt x="456" y="39"/>
                  </a:cubicBezTo>
                  <a:cubicBezTo>
                    <a:pt x="412" y="45"/>
                    <a:pt x="403" y="78"/>
                    <a:pt x="403" y="92"/>
                  </a:cubicBezTo>
                  <a:cubicBezTo>
                    <a:pt x="403" y="115"/>
                    <a:pt x="420" y="126"/>
                    <a:pt x="440" y="126"/>
                  </a:cubicBezTo>
                  <a:cubicBezTo>
                    <a:pt x="465" y="126"/>
                    <a:pt x="493" y="106"/>
                    <a:pt x="493" y="67"/>
                  </a:cubicBezTo>
                  <a:cubicBezTo>
                    <a:pt x="493" y="22"/>
                    <a:pt x="448" y="0"/>
                    <a:pt x="409" y="0"/>
                  </a:cubicBezTo>
                  <a:cubicBezTo>
                    <a:pt x="375" y="0"/>
                    <a:pt x="311" y="17"/>
                    <a:pt x="283" y="115"/>
                  </a:cubicBezTo>
                  <a:cubicBezTo>
                    <a:pt x="277" y="137"/>
                    <a:pt x="274" y="146"/>
                    <a:pt x="249" y="272"/>
                  </a:cubicBezTo>
                  <a:lnTo>
                    <a:pt x="182" y="272"/>
                  </a:lnTo>
                  <a:cubicBezTo>
                    <a:pt x="162" y="272"/>
                    <a:pt x="151" y="272"/>
                    <a:pt x="151" y="288"/>
                  </a:cubicBezTo>
                  <a:cubicBezTo>
                    <a:pt x="151" y="302"/>
                    <a:pt x="160" y="302"/>
                    <a:pt x="179" y="302"/>
                  </a:cubicBezTo>
                  <a:lnTo>
                    <a:pt x="244" y="302"/>
                  </a:lnTo>
                  <a:lnTo>
                    <a:pt x="171" y="692"/>
                  </a:lnTo>
                  <a:cubicBezTo>
                    <a:pt x="151" y="787"/>
                    <a:pt x="134" y="876"/>
                    <a:pt x="84" y="876"/>
                  </a:cubicBezTo>
                  <a:cubicBezTo>
                    <a:pt x="81" y="876"/>
                    <a:pt x="56" y="876"/>
                    <a:pt x="36" y="859"/>
                  </a:cubicBezTo>
                  <a:cubicBezTo>
                    <a:pt x="81" y="857"/>
                    <a:pt x="92" y="820"/>
                    <a:pt x="92" y="806"/>
                  </a:cubicBezTo>
                  <a:cubicBezTo>
                    <a:pt x="92" y="784"/>
                    <a:pt x="73" y="770"/>
                    <a:pt x="53" y="770"/>
                  </a:cubicBezTo>
                  <a:cubicBezTo>
                    <a:pt x="28" y="770"/>
                    <a:pt x="0" y="792"/>
                    <a:pt x="0" y="829"/>
                  </a:cubicBezTo>
                  <a:cubicBezTo>
                    <a:pt x="0" y="873"/>
                    <a:pt x="45" y="899"/>
                    <a:pt x="84" y="899"/>
                  </a:cubicBezTo>
                  <a:cubicBezTo>
                    <a:pt x="137" y="899"/>
                    <a:pt x="179" y="840"/>
                    <a:pt x="196" y="803"/>
                  </a:cubicBezTo>
                  <a:cubicBezTo>
                    <a:pt x="227" y="739"/>
                    <a:pt x="249" y="622"/>
                    <a:pt x="252" y="6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F4DF6B7-452E-18F5-CB49-3689895F8D43}"/>
                </a:ext>
              </a:extLst>
            </p:cNvPr>
            <p:cNvSpPr/>
            <p:nvPr/>
          </p:nvSpPr>
          <p:spPr>
            <a:xfrm>
              <a:off x="5467320" y="2782080"/>
              <a:ext cx="83160" cy="3542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2" h="985">
                  <a:moveTo>
                    <a:pt x="232" y="977"/>
                  </a:moveTo>
                  <a:cubicBezTo>
                    <a:pt x="232" y="974"/>
                    <a:pt x="232" y="971"/>
                    <a:pt x="213" y="955"/>
                  </a:cubicBezTo>
                  <a:cubicBezTo>
                    <a:pt x="90" y="831"/>
                    <a:pt x="59" y="644"/>
                    <a:pt x="59" y="493"/>
                  </a:cubicBezTo>
                  <a:cubicBezTo>
                    <a:pt x="59" y="322"/>
                    <a:pt x="95" y="151"/>
                    <a:pt x="218" y="28"/>
                  </a:cubicBezTo>
                  <a:cubicBezTo>
                    <a:pt x="232" y="14"/>
                    <a:pt x="232" y="14"/>
                    <a:pt x="232" y="11"/>
                  </a:cubicBezTo>
                  <a:cubicBezTo>
                    <a:pt x="232" y="3"/>
                    <a:pt x="227" y="0"/>
                    <a:pt x="221" y="0"/>
                  </a:cubicBezTo>
                  <a:cubicBezTo>
                    <a:pt x="210" y="0"/>
                    <a:pt x="120" y="67"/>
                    <a:pt x="62" y="193"/>
                  </a:cubicBezTo>
                  <a:cubicBezTo>
                    <a:pt x="11" y="302"/>
                    <a:pt x="0" y="412"/>
                    <a:pt x="0" y="493"/>
                  </a:cubicBezTo>
                  <a:cubicBezTo>
                    <a:pt x="0" y="571"/>
                    <a:pt x="11" y="689"/>
                    <a:pt x="64" y="801"/>
                  </a:cubicBezTo>
                  <a:cubicBezTo>
                    <a:pt x="126" y="924"/>
                    <a:pt x="210" y="985"/>
                    <a:pt x="221" y="985"/>
                  </a:cubicBezTo>
                  <a:cubicBezTo>
                    <a:pt x="227" y="985"/>
                    <a:pt x="232" y="983"/>
                    <a:pt x="232" y="97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7C54DAA-38FF-1BA0-2FA0-A183BDE6A30E}"/>
                </a:ext>
              </a:extLst>
            </p:cNvPr>
            <p:cNvSpPr/>
            <p:nvPr/>
          </p:nvSpPr>
          <p:spPr>
            <a:xfrm>
              <a:off x="5589000" y="2806200"/>
              <a:ext cx="253800" cy="2505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06" h="697">
                  <a:moveTo>
                    <a:pt x="566" y="112"/>
                  </a:moveTo>
                  <a:cubicBezTo>
                    <a:pt x="613" y="36"/>
                    <a:pt x="655" y="34"/>
                    <a:pt x="692" y="31"/>
                  </a:cubicBezTo>
                  <a:cubicBezTo>
                    <a:pt x="703" y="31"/>
                    <a:pt x="706" y="14"/>
                    <a:pt x="706" y="11"/>
                  </a:cubicBezTo>
                  <a:cubicBezTo>
                    <a:pt x="706" y="3"/>
                    <a:pt x="700" y="0"/>
                    <a:pt x="692" y="0"/>
                  </a:cubicBezTo>
                  <a:cubicBezTo>
                    <a:pt x="666" y="0"/>
                    <a:pt x="638" y="3"/>
                    <a:pt x="610" y="3"/>
                  </a:cubicBezTo>
                  <a:cubicBezTo>
                    <a:pt x="577" y="3"/>
                    <a:pt x="543" y="0"/>
                    <a:pt x="512" y="0"/>
                  </a:cubicBezTo>
                  <a:cubicBezTo>
                    <a:pt x="507" y="0"/>
                    <a:pt x="493" y="0"/>
                    <a:pt x="493" y="20"/>
                  </a:cubicBezTo>
                  <a:cubicBezTo>
                    <a:pt x="493" y="31"/>
                    <a:pt x="504" y="31"/>
                    <a:pt x="510" y="31"/>
                  </a:cubicBezTo>
                  <a:cubicBezTo>
                    <a:pt x="538" y="34"/>
                    <a:pt x="554" y="42"/>
                    <a:pt x="554" y="64"/>
                  </a:cubicBezTo>
                  <a:cubicBezTo>
                    <a:pt x="554" y="78"/>
                    <a:pt x="540" y="101"/>
                    <a:pt x="540" y="101"/>
                  </a:cubicBezTo>
                  <a:lnTo>
                    <a:pt x="238" y="582"/>
                  </a:lnTo>
                  <a:lnTo>
                    <a:pt x="171" y="62"/>
                  </a:lnTo>
                  <a:cubicBezTo>
                    <a:pt x="171" y="45"/>
                    <a:pt x="193" y="31"/>
                    <a:pt x="238" y="31"/>
                  </a:cubicBezTo>
                  <a:cubicBezTo>
                    <a:pt x="252" y="31"/>
                    <a:pt x="263" y="31"/>
                    <a:pt x="263" y="11"/>
                  </a:cubicBezTo>
                  <a:cubicBezTo>
                    <a:pt x="263" y="3"/>
                    <a:pt x="255" y="0"/>
                    <a:pt x="249" y="0"/>
                  </a:cubicBezTo>
                  <a:cubicBezTo>
                    <a:pt x="210" y="0"/>
                    <a:pt x="168" y="3"/>
                    <a:pt x="126" y="3"/>
                  </a:cubicBezTo>
                  <a:cubicBezTo>
                    <a:pt x="109" y="3"/>
                    <a:pt x="90" y="3"/>
                    <a:pt x="73" y="3"/>
                  </a:cubicBezTo>
                  <a:cubicBezTo>
                    <a:pt x="53" y="3"/>
                    <a:pt x="36" y="0"/>
                    <a:pt x="20" y="0"/>
                  </a:cubicBezTo>
                  <a:cubicBezTo>
                    <a:pt x="11" y="0"/>
                    <a:pt x="0" y="0"/>
                    <a:pt x="0" y="20"/>
                  </a:cubicBezTo>
                  <a:cubicBezTo>
                    <a:pt x="0" y="31"/>
                    <a:pt x="8" y="31"/>
                    <a:pt x="25" y="31"/>
                  </a:cubicBezTo>
                  <a:cubicBezTo>
                    <a:pt x="81" y="31"/>
                    <a:pt x="81" y="39"/>
                    <a:pt x="84" y="64"/>
                  </a:cubicBezTo>
                  <a:lnTo>
                    <a:pt x="162" y="675"/>
                  </a:lnTo>
                  <a:cubicBezTo>
                    <a:pt x="165" y="694"/>
                    <a:pt x="168" y="697"/>
                    <a:pt x="182" y="697"/>
                  </a:cubicBezTo>
                  <a:cubicBezTo>
                    <a:pt x="199" y="697"/>
                    <a:pt x="202" y="692"/>
                    <a:pt x="210" y="67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07ECC0-F01F-599F-3696-5CE9A0ACEE3A}"/>
                </a:ext>
              </a:extLst>
            </p:cNvPr>
            <p:cNvSpPr/>
            <p:nvPr/>
          </p:nvSpPr>
          <p:spPr>
            <a:xfrm>
              <a:off x="5775480" y="2936160"/>
              <a:ext cx="109440" cy="2152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05" h="599">
                  <a:moveTo>
                    <a:pt x="305" y="25"/>
                  </a:moveTo>
                  <a:cubicBezTo>
                    <a:pt x="305" y="14"/>
                    <a:pt x="297" y="0"/>
                    <a:pt x="277" y="0"/>
                  </a:cubicBezTo>
                  <a:cubicBezTo>
                    <a:pt x="258" y="0"/>
                    <a:pt x="238" y="20"/>
                    <a:pt x="238" y="39"/>
                  </a:cubicBezTo>
                  <a:cubicBezTo>
                    <a:pt x="238" y="50"/>
                    <a:pt x="246" y="64"/>
                    <a:pt x="266" y="64"/>
                  </a:cubicBezTo>
                  <a:cubicBezTo>
                    <a:pt x="286" y="64"/>
                    <a:pt x="305" y="48"/>
                    <a:pt x="305" y="25"/>
                  </a:cubicBezTo>
                  <a:close/>
                  <a:moveTo>
                    <a:pt x="157" y="493"/>
                  </a:moveTo>
                  <a:cubicBezTo>
                    <a:pt x="146" y="540"/>
                    <a:pt x="109" y="580"/>
                    <a:pt x="67" y="580"/>
                  </a:cubicBezTo>
                  <a:cubicBezTo>
                    <a:pt x="59" y="580"/>
                    <a:pt x="50" y="580"/>
                    <a:pt x="42" y="577"/>
                  </a:cubicBezTo>
                  <a:cubicBezTo>
                    <a:pt x="62" y="568"/>
                    <a:pt x="67" y="552"/>
                    <a:pt x="67" y="540"/>
                  </a:cubicBezTo>
                  <a:cubicBezTo>
                    <a:pt x="67" y="524"/>
                    <a:pt x="53" y="515"/>
                    <a:pt x="39" y="515"/>
                  </a:cubicBezTo>
                  <a:cubicBezTo>
                    <a:pt x="17" y="515"/>
                    <a:pt x="0" y="535"/>
                    <a:pt x="0" y="557"/>
                  </a:cubicBezTo>
                  <a:cubicBezTo>
                    <a:pt x="0" y="582"/>
                    <a:pt x="28" y="599"/>
                    <a:pt x="70" y="599"/>
                  </a:cubicBezTo>
                  <a:cubicBezTo>
                    <a:pt x="109" y="599"/>
                    <a:pt x="193" y="574"/>
                    <a:pt x="213" y="490"/>
                  </a:cubicBezTo>
                  <a:lnTo>
                    <a:pt x="277" y="244"/>
                  </a:lnTo>
                  <a:cubicBezTo>
                    <a:pt x="277" y="235"/>
                    <a:pt x="280" y="230"/>
                    <a:pt x="280" y="218"/>
                  </a:cubicBezTo>
                  <a:cubicBezTo>
                    <a:pt x="280" y="182"/>
                    <a:pt x="246" y="154"/>
                    <a:pt x="204" y="154"/>
                  </a:cubicBezTo>
                  <a:cubicBezTo>
                    <a:pt x="129" y="154"/>
                    <a:pt x="84" y="249"/>
                    <a:pt x="84" y="260"/>
                  </a:cubicBezTo>
                  <a:cubicBezTo>
                    <a:pt x="84" y="269"/>
                    <a:pt x="92" y="269"/>
                    <a:pt x="95" y="269"/>
                  </a:cubicBezTo>
                  <a:cubicBezTo>
                    <a:pt x="104" y="269"/>
                    <a:pt x="104" y="266"/>
                    <a:pt x="109" y="255"/>
                  </a:cubicBezTo>
                  <a:cubicBezTo>
                    <a:pt x="126" y="216"/>
                    <a:pt x="162" y="174"/>
                    <a:pt x="202" y="174"/>
                  </a:cubicBezTo>
                  <a:cubicBezTo>
                    <a:pt x="221" y="174"/>
                    <a:pt x="227" y="185"/>
                    <a:pt x="227" y="207"/>
                  </a:cubicBezTo>
                  <a:cubicBezTo>
                    <a:pt x="227" y="216"/>
                    <a:pt x="224" y="224"/>
                    <a:pt x="224" y="22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6F20E45-6638-14C8-D289-E2F95351BD8E}"/>
                </a:ext>
              </a:extLst>
            </p:cNvPr>
            <p:cNvSpPr/>
            <p:nvPr/>
          </p:nvSpPr>
          <p:spPr>
            <a:xfrm>
              <a:off x="5959080" y="2782080"/>
              <a:ext cx="83160" cy="3542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2" h="985">
                  <a:moveTo>
                    <a:pt x="232" y="977"/>
                  </a:moveTo>
                  <a:cubicBezTo>
                    <a:pt x="232" y="974"/>
                    <a:pt x="232" y="971"/>
                    <a:pt x="213" y="955"/>
                  </a:cubicBezTo>
                  <a:cubicBezTo>
                    <a:pt x="90" y="831"/>
                    <a:pt x="59" y="644"/>
                    <a:pt x="59" y="493"/>
                  </a:cubicBezTo>
                  <a:cubicBezTo>
                    <a:pt x="59" y="322"/>
                    <a:pt x="95" y="151"/>
                    <a:pt x="218" y="28"/>
                  </a:cubicBezTo>
                  <a:cubicBezTo>
                    <a:pt x="232" y="14"/>
                    <a:pt x="232" y="14"/>
                    <a:pt x="232" y="11"/>
                  </a:cubicBezTo>
                  <a:cubicBezTo>
                    <a:pt x="232" y="3"/>
                    <a:pt x="227" y="0"/>
                    <a:pt x="221" y="0"/>
                  </a:cubicBezTo>
                  <a:cubicBezTo>
                    <a:pt x="210" y="0"/>
                    <a:pt x="120" y="67"/>
                    <a:pt x="62" y="193"/>
                  </a:cubicBezTo>
                  <a:cubicBezTo>
                    <a:pt x="11" y="302"/>
                    <a:pt x="0" y="412"/>
                    <a:pt x="0" y="493"/>
                  </a:cubicBezTo>
                  <a:cubicBezTo>
                    <a:pt x="0" y="571"/>
                    <a:pt x="11" y="689"/>
                    <a:pt x="64" y="801"/>
                  </a:cubicBezTo>
                  <a:cubicBezTo>
                    <a:pt x="126" y="924"/>
                    <a:pt x="210" y="985"/>
                    <a:pt x="221" y="985"/>
                  </a:cubicBezTo>
                  <a:cubicBezTo>
                    <a:pt x="227" y="985"/>
                    <a:pt x="232" y="983"/>
                    <a:pt x="232" y="97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9E9C5B4-D13A-12D1-C06A-3D74CDCAF2B8}"/>
                </a:ext>
              </a:extLst>
            </p:cNvPr>
            <p:cNvSpPr/>
            <p:nvPr/>
          </p:nvSpPr>
          <p:spPr>
            <a:xfrm>
              <a:off x="6071040" y="2806200"/>
              <a:ext cx="293040" cy="2426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815" h="675">
                  <a:moveTo>
                    <a:pt x="454" y="269"/>
                  </a:moveTo>
                  <a:lnTo>
                    <a:pt x="370" y="73"/>
                  </a:lnTo>
                  <a:cubicBezTo>
                    <a:pt x="367" y="64"/>
                    <a:pt x="364" y="62"/>
                    <a:pt x="364" y="59"/>
                  </a:cubicBezTo>
                  <a:cubicBezTo>
                    <a:pt x="364" y="53"/>
                    <a:pt x="381" y="34"/>
                    <a:pt x="423" y="31"/>
                  </a:cubicBezTo>
                  <a:cubicBezTo>
                    <a:pt x="431" y="31"/>
                    <a:pt x="442" y="28"/>
                    <a:pt x="442" y="11"/>
                  </a:cubicBezTo>
                  <a:cubicBezTo>
                    <a:pt x="442" y="0"/>
                    <a:pt x="431" y="0"/>
                    <a:pt x="428" y="0"/>
                  </a:cubicBezTo>
                  <a:cubicBezTo>
                    <a:pt x="386" y="0"/>
                    <a:pt x="344" y="3"/>
                    <a:pt x="302" y="3"/>
                  </a:cubicBezTo>
                  <a:cubicBezTo>
                    <a:pt x="277" y="3"/>
                    <a:pt x="218" y="0"/>
                    <a:pt x="193" y="0"/>
                  </a:cubicBezTo>
                  <a:cubicBezTo>
                    <a:pt x="188" y="0"/>
                    <a:pt x="174" y="0"/>
                    <a:pt x="174" y="20"/>
                  </a:cubicBezTo>
                  <a:cubicBezTo>
                    <a:pt x="174" y="31"/>
                    <a:pt x="185" y="31"/>
                    <a:pt x="199" y="31"/>
                  </a:cubicBezTo>
                  <a:cubicBezTo>
                    <a:pt x="258" y="31"/>
                    <a:pt x="263" y="39"/>
                    <a:pt x="272" y="62"/>
                  </a:cubicBezTo>
                  <a:lnTo>
                    <a:pt x="389" y="339"/>
                  </a:lnTo>
                  <a:lnTo>
                    <a:pt x="179" y="563"/>
                  </a:lnTo>
                  <a:lnTo>
                    <a:pt x="168" y="574"/>
                  </a:lnTo>
                  <a:cubicBezTo>
                    <a:pt x="118" y="624"/>
                    <a:pt x="73" y="641"/>
                    <a:pt x="22" y="644"/>
                  </a:cubicBezTo>
                  <a:cubicBezTo>
                    <a:pt x="8" y="644"/>
                    <a:pt x="0" y="644"/>
                    <a:pt x="0" y="664"/>
                  </a:cubicBezTo>
                  <a:cubicBezTo>
                    <a:pt x="0" y="666"/>
                    <a:pt x="0" y="675"/>
                    <a:pt x="14" y="675"/>
                  </a:cubicBezTo>
                  <a:cubicBezTo>
                    <a:pt x="42" y="675"/>
                    <a:pt x="76" y="672"/>
                    <a:pt x="106" y="672"/>
                  </a:cubicBezTo>
                  <a:cubicBezTo>
                    <a:pt x="143" y="672"/>
                    <a:pt x="182" y="675"/>
                    <a:pt x="216" y="675"/>
                  </a:cubicBezTo>
                  <a:cubicBezTo>
                    <a:pt x="221" y="675"/>
                    <a:pt x="235" y="675"/>
                    <a:pt x="235" y="655"/>
                  </a:cubicBezTo>
                  <a:cubicBezTo>
                    <a:pt x="235" y="644"/>
                    <a:pt x="224" y="644"/>
                    <a:pt x="221" y="644"/>
                  </a:cubicBezTo>
                  <a:cubicBezTo>
                    <a:pt x="213" y="644"/>
                    <a:pt x="182" y="641"/>
                    <a:pt x="182" y="613"/>
                  </a:cubicBezTo>
                  <a:cubicBezTo>
                    <a:pt x="182" y="599"/>
                    <a:pt x="199" y="582"/>
                    <a:pt x="210" y="568"/>
                  </a:cubicBezTo>
                  <a:lnTo>
                    <a:pt x="311" y="462"/>
                  </a:lnTo>
                  <a:lnTo>
                    <a:pt x="398" y="367"/>
                  </a:lnTo>
                  <a:lnTo>
                    <a:pt x="498" y="602"/>
                  </a:lnTo>
                  <a:cubicBezTo>
                    <a:pt x="504" y="613"/>
                    <a:pt x="504" y="613"/>
                    <a:pt x="504" y="616"/>
                  </a:cubicBezTo>
                  <a:cubicBezTo>
                    <a:pt x="504" y="624"/>
                    <a:pt x="484" y="641"/>
                    <a:pt x="445" y="644"/>
                  </a:cubicBezTo>
                  <a:cubicBezTo>
                    <a:pt x="437" y="644"/>
                    <a:pt x="426" y="647"/>
                    <a:pt x="426" y="664"/>
                  </a:cubicBezTo>
                  <a:cubicBezTo>
                    <a:pt x="426" y="675"/>
                    <a:pt x="437" y="675"/>
                    <a:pt x="442" y="675"/>
                  </a:cubicBezTo>
                  <a:cubicBezTo>
                    <a:pt x="470" y="675"/>
                    <a:pt x="538" y="672"/>
                    <a:pt x="566" y="672"/>
                  </a:cubicBezTo>
                  <a:cubicBezTo>
                    <a:pt x="591" y="672"/>
                    <a:pt x="650" y="675"/>
                    <a:pt x="675" y="675"/>
                  </a:cubicBezTo>
                  <a:cubicBezTo>
                    <a:pt x="683" y="675"/>
                    <a:pt x="694" y="675"/>
                    <a:pt x="694" y="655"/>
                  </a:cubicBezTo>
                  <a:cubicBezTo>
                    <a:pt x="694" y="644"/>
                    <a:pt x="683" y="644"/>
                    <a:pt x="678" y="644"/>
                  </a:cubicBezTo>
                  <a:cubicBezTo>
                    <a:pt x="610" y="644"/>
                    <a:pt x="608" y="641"/>
                    <a:pt x="591" y="602"/>
                  </a:cubicBezTo>
                  <a:cubicBezTo>
                    <a:pt x="554" y="510"/>
                    <a:pt x="487" y="356"/>
                    <a:pt x="465" y="297"/>
                  </a:cubicBezTo>
                  <a:cubicBezTo>
                    <a:pt x="532" y="227"/>
                    <a:pt x="636" y="109"/>
                    <a:pt x="666" y="81"/>
                  </a:cubicBezTo>
                  <a:cubicBezTo>
                    <a:pt x="694" y="56"/>
                    <a:pt x="734" y="34"/>
                    <a:pt x="792" y="31"/>
                  </a:cubicBezTo>
                  <a:cubicBezTo>
                    <a:pt x="804" y="31"/>
                    <a:pt x="815" y="31"/>
                    <a:pt x="815" y="11"/>
                  </a:cubicBezTo>
                  <a:cubicBezTo>
                    <a:pt x="815" y="11"/>
                    <a:pt x="815" y="0"/>
                    <a:pt x="801" y="0"/>
                  </a:cubicBezTo>
                  <a:cubicBezTo>
                    <a:pt x="770" y="0"/>
                    <a:pt x="739" y="3"/>
                    <a:pt x="708" y="3"/>
                  </a:cubicBezTo>
                  <a:cubicBezTo>
                    <a:pt x="672" y="3"/>
                    <a:pt x="633" y="0"/>
                    <a:pt x="599" y="0"/>
                  </a:cubicBezTo>
                  <a:cubicBezTo>
                    <a:pt x="594" y="0"/>
                    <a:pt x="580" y="0"/>
                    <a:pt x="580" y="20"/>
                  </a:cubicBezTo>
                  <a:cubicBezTo>
                    <a:pt x="580" y="28"/>
                    <a:pt x="585" y="31"/>
                    <a:pt x="591" y="31"/>
                  </a:cubicBezTo>
                  <a:cubicBezTo>
                    <a:pt x="599" y="31"/>
                    <a:pt x="630" y="34"/>
                    <a:pt x="630" y="62"/>
                  </a:cubicBezTo>
                  <a:cubicBezTo>
                    <a:pt x="630" y="76"/>
                    <a:pt x="619" y="87"/>
                    <a:pt x="613" y="98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2D4D269-75A0-34B3-0CD1-E570314696E4}"/>
                </a:ext>
              </a:extLst>
            </p:cNvPr>
            <p:cNvSpPr/>
            <p:nvPr/>
          </p:nvSpPr>
          <p:spPr>
            <a:xfrm>
              <a:off x="6354360" y="2936160"/>
              <a:ext cx="109440" cy="2152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05" h="599">
                  <a:moveTo>
                    <a:pt x="305" y="25"/>
                  </a:moveTo>
                  <a:cubicBezTo>
                    <a:pt x="305" y="14"/>
                    <a:pt x="297" y="0"/>
                    <a:pt x="277" y="0"/>
                  </a:cubicBezTo>
                  <a:cubicBezTo>
                    <a:pt x="258" y="0"/>
                    <a:pt x="238" y="20"/>
                    <a:pt x="238" y="39"/>
                  </a:cubicBezTo>
                  <a:cubicBezTo>
                    <a:pt x="238" y="50"/>
                    <a:pt x="246" y="64"/>
                    <a:pt x="266" y="64"/>
                  </a:cubicBezTo>
                  <a:cubicBezTo>
                    <a:pt x="286" y="64"/>
                    <a:pt x="305" y="48"/>
                    <a:pt x="305" y="25"/>
                  </a:cubicBezTo>
                  <a:close/>
                  <a:moveTo>
                    <a:pt x="157" y="493"/>
                  </a:moveTo>
                  <a:cubicBezTo>
                    <a:pt x="146" y="540"/>
                    <a:pt x="109" y="580"/>
                    <a:pt x="67" y="580"/>
                  </a:cubicBezTo>
                  <a:cubicBezTo>
                    <a:pt x="59" y="580"/>
                    <a:pt x="50" y="580"/>
                    <a:pt x="42" y="577"/>
                  </a:cubicBezTo>
                  <a:cubicBezTo>
                    <a:pt x="62" y="568"/>
                    <a:pt x="67" y="552"/>
                    <a:pt x="67" y="540"/>
                  </a:cubicBezTo>
                  <a:cubicBezTo>
                    <a:pt x="67" y="524"/>
                    <a:pt x="53" y="515"/>
                    <a:pt x="39" y="515"/>
                  </a:cubicBezTo>
                  <a:cubicBezTo>
                    <a:pt x="17" y="515"/>
                    <a:pt x="0" y="535"/>
                    <a:pt x="0" y="557"/>
                  </a:cubicBezTo>
                  <a:cubicBezTo>
                    <a:pt x="0" y="582"/>
                    <a:pt x="28" y="599"/>
                    <a:pt x="70" y="599"/>
                  </a:cubicBezTo>
                  <a:cubicBezTo>
                    <a:pt x="112" y="599"/>
                    <a:pt x="193" y="574"/>
                    <a:pt x="213" y="490"/>
                  </a:cubicBezTo>
                  <a:lnTo>
                    <a:pt x="277" y="244"/>
                  </a:lnTo>
                  <a:cubicBezTo>
                    <a:pt x="277" y="235"/>
                    <a:pt x="280" y="230"/>
                    <a:pt x="280" y="218"/>
                  </a:cubicBezTo>
                  <a:cubicBezTo>
                    <a:pt x="280" y="182"/>
                    <a:pt x="246" y="154"/>
                    <a:pt x="204" y="154"/>
                  </a:cubicBezTo>
                  <a:cubicBezTo>
                    <a:pt x="129" y="154"/>
                    <a:pt x="84" y="249"/>
                    <a:pt x="84" y="260"/>
                  </a:cubicBezTo>
                  <a:cubicBezTo>
                    <a:pt x="84" y="269"/>
                    <a:pt x="92" y="269"/>
                    <a:pt x="95" y="269"/>
                  </a:cubicBezTo>
                  <a:cubicBezTo>
                    <a:pt x="104" y="269"/>
                    <a:pt x="104" y="266"/>
                    <a:pt x="109" y="255"/>
                  </a:cubicBezTo>
                  <a:cubicBezTo>
                    <a:pt x="126" y="216"/>
                    <a:pt x="162" y="174"/>
                    <a:pt x="204" y="174"/>
                  </a:cubicBezTo>
                  <a:cubicBezTo>
                    <a:pt x="221" y="174"/>
                    <a:pt x="227" y="185"/>
                    <a:pt x="227" y="207"/>
                  </a:cubicBezTo>
                  <a:cubicBezTo>
                    <a:pt x="227" y="216"/>
                    <a:pt x="224" y="224"/>
                    <a:pt x="224" y="22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56337E2-3C07-5CAF-B984-8BC9AA3FE0F2}"/>
                </a:ext>
              </a:extLst>
            </p:cNvPr>
            <p:cNvSpPr/>
            <p:nvPr/>
          </p:nvSpPr>
          <p:spPr>
            <a:xfrm>
              <a:off x="6523560" y="2782080"/>
              <a:ext cx="83160" cy="3542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2" h="985">
                  <a:moveTo>
                    <a:pt x="232" y="493"/>
                  </a:moveTo>
                  <a:cubicBezTo>
                    <a:pt x="232" y="417"/>
                    <a:pt x="221" y="297"/>
                    <a:pt x="165" y="185"/>
                  </a:cubicBezTo>
                  <a:cubicBezTo>
                    <a:pt x="106" y="64"/>
                    <a:pt x="20" y="0"/>
                    <a:pt x="11" y="0"/>
                  </a:cubicBezTo>
                  <a:cubicBezTo>
                    <a:pt x="3" y="0"/>
                    <a:pt x="0" y="3"/>
                    <a:pt x="0" y="11"/>
                  </a:cubicBezTo>
                  <a:cubicBezTo>
                    <a:pt x="0" y="14"/>
                    <a:pt x="0" y="14"/>
                    <a:pt x="20" y="34"/>
                  </a:cubicBezTo>
                  <a:cubicBezTo>
                    <a:pt x="118" y="132"/>
                    <a:pt x="174" y="288"/>
                    <a:pt x="174" y="493"/>
                  </a:cubicBezTo>
                  <a:cubicBezTo>
                    <a:pt x="174" y="664"/>
                    <a:pt x="137" y="837"/>
                    <a:pt x="14" y="960"/>
                  </a:cubicBezTo>
                  <a:cubicBezTo>
                    <a:pt x="0" y="971"/>
                    <a:pt x="0" y="974"/>
                    <a:pt x="0" y="977"/>
                  </a:cubicBezTo>
                  <a:cubicBezTo>
                    <a:pt x="0" y="983"/>
                    <a:pt x="3" y="985"/>
                    <a:pt x="11" y="985"/>
                  </a:cubicBezTo>
                  <a:cubicBezTo>
                    <a:pt x="20" y="985"/>
                    <a:pt x="109" y="918"/>
                    <a:pt x="168" y="795"/>
                  </a:cubicBezTo>
                  <a:cubicBezTo>
                    <a:pt x="218" y="686"/>
                    <a:pt x="232" y="577"/>
                    <a:pt x="232" y="49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A93AA9F-64A7-EE37-F18D-C01A8DDFE57F}"/>
                </a:ext>
              </a:extLst>
            </p:cNvPr>
            <p:cNvSpPr/>
            <p:nvPr/>
          </p:nvSpPr>
          <p:spPr>
            <a:xfrm>
              <a:off x="6663600" y="2782080"/>
              <a:ext cx="83160" cy="3542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2" h="985">
                  <a:moveTo>
                    <a:pt x="232" y="493"/>
                  </a:moveTo>
                  <a:cubicBezTo>
                    <a:pt x="232" y="417"/>
                    <a:pt x="221" y="297"/>
                    <a:pt x="165" y="185"/>
                  </a:cubicBezTo>
                  <a:cubicBezTo>
                    <a:pt x="106" y="64"/>
                    <a:pt x="20" y="0"/>
                    <a:pt x="11" y="0"/>
                  </a:cubicBezTo>
                  <a:cubicBezTo>
                    <a:pt x="3" y="0"/>
                    <a:pt x="0" y="3"/>
                    <a:pt x="0" y="11"/>
                  </a:cubicBezTo>
                  <a:cubicBezTo>
                    <a:pt x="0" y="14"/>
                    <a:pt x="0" y="14"/>
                    <a:pt x="20" y="34"/>
                  </a:cubicBezTo>
                  <a:cubicBezTo>
                    <a:pt x="118" y="132"/>
                    <a:pt x="174" y="288"/>
                    <a:pt x="174" y="493"/>
                  </a:cubicBezTo>
                  <a:cubicBezTo>
                    <a:pt x="174" y="664"/>
                    <a:pt x="137" y="837"/>
                    <a:pt x="14" y="960"/>
                  </a:cubicBezTo>
                  <a:cubicBezTo>
                    <a:pt x="0" y="971"/>
                    <a:pt x="0" y="974"/>
                    <a:pt x="0" y="977"/>
                  </a:cubicBezTo>
                  <a:cubicBezTo>
                    <a:pt x="0" y="983"/>
                    <a:pt x="3" y="985"/>
                    <a:pt x="11" y="985"/>
                  </a:cubicBezTo>
                  <a:cubicBezTo>
                    <a:pt x="20" y="985"/>
                    <a:pt x="109" y="918"/>
                    <a:pt x="168" y="795"/>
                  </a:cubicBezTo>
                  <a:cubicBezTo>
                    <a:pt x="218" y="686"/>
                    <a:pt x="232" y="577"/>
                    <a:pt x="232" y="49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</p:grp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6C01D784-87B7-450B-E1EF-77D8657D0C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617490"/>
              </p:ext>
            </p:extLst>
          </p:nvPr>
        </p:nvGraphicFramePr>
        <p:xfrm>
          <a:off x="182880" y="4434840"/>
          <a:ext cx="9646919" cy="2000160"/>
        </p:xfrm>
        <a:graphic>
          <a:graphicData uri="http://schemas.openxmlformats.org/drawingml/2006/table">
            <a:tbl>
              <a:tblPr firstRow="1" bandRow="1">
                <a:tableStyleId>{23491858-C0AF-4D33-B05B-DAE2F88B037C}</a:tableStyleId>
              </a:tblPr>
              <a:tblGrid>
                <a:gridCol w="2299063">
                  <a:extLst>
                    <a:ext uri="{9D8B030D-6E8A-4147-A177-3AD203B41FA5}">
                      <a16:colId xmlns:a16="http://schemas.microsoft.com/office/drawing/2014/main" val="1325276792"/>
                    </a:ext>
                  </a:extLst>
                </a:gridCol>
                <a:gridCol w="2579914">
                  <a:extLst>
                    <a:ext uri="{9D8B030D-6E8A-4147-A177-3AD203B41FA5}">
                      <a16:colId xmlns:a16="http://schemas.microsoft.com/office/drawing/2014/main" val="981490279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469241913"/>
                    </a:ext>
                  </a:extLst>
                </a:gridCol>
                <a:gridCol w="2253342">
                  <a:extLst>
                    <a:ext uri="{9D8B030D-6E8A-4147-A177-3AD203B41FA5}">
                      <a16:colId xmlns:a16="http://schemas.microsoft.com/office/drawing/2014/main" val="2383649974"/>
                    </a:ext>
                  </a:extLst>
                </a:gridCol>
              </a:tblGrid>
              <a:tr h="626040"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 טון עצים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 טון נפט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 טון פלדה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800" b="0" i="0" u="none" strike="noStrike" kern="1200" cap="none">
                        <a:ln>
                          <a:noFill/>
                        </a:ln>
                        <a:latin typeface="Liberation Sans" pitchFamily="18"/>
                        <a:cs typeface="Nachlieli CLM" pitchFamily="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734090"/>
                  </a:ext>
                </a:extLst>
              </a:tr>
              <a:tr h="62604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ערך אבי: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14289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ערך בתיה: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050204"/>
                  </a:ext>
                </a:extLst>
              </a:tr>
            </a:tbl>
          </a:graphicData>
        </a:graphic>
      </p:graphicFrame>
      <p:grpSp>
        <p:nvGrpSpPr>
          <p:cNvPr id="25" name="Group 24" descr="28§latex§\begin{multiline}&#10;maximize ~~~ f(81 x + 19) + f(80(1-x)+20)&#10;\\&#10;\text{subject to~~~~~~~~~~} &amp; 0\leq x\leq 1&#10;\end{multiline}§svg§600§FALSE§" title="TexMaths">
            <a:extLst>
              <a:ext uri="{FF2B5EF4-FFF2-40B4-BE49-F238E27FC236}">
                <a16:creationId xmlns:a16="http://schemas.microsoft.com/office/drawing/2014/main" id="{AD4FAAC7-FDDC-CBAE-5B7F-713C592B0A97}"/>
              </a:ext>
            </a:extLst>
          </p:cNvPr>
          <p:cNvGrpSpPr/>
          <p:nvPr/>
        </p:nvGrpSpPr>
        <p:grpSpPr>
          <a:xfrm>
            <a:off x="1590120" y="6583679"/>
            <a:ext cx="7096320" cy="822601"/>
            <a:chOff x="1590120" y="6583679"/>
            <a:chExt cx="7096320" cy="822601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012A961-6003-1A32-574E-D347981E0C33}"/>
                </a:ext>
              </a:extLst>
            </p:cNvPr>
            <p:cNvSpPr/>
            <p:nvPr/>
          </p:nvSpPr>
          <p:spPr>
            <a:xfrm>
              <a:off x="1590120" y="6584400"/>
              <a:ext cx="7096320" cy="8175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9713" h="2272">
                  <a:moveTo>
                    <a:pt x="9858" y="2272"/>
                  </a:moveTo>
                  <a:lnTo>
                    <a:pt x="0" y="2272"/>
                  </a:lnTo>
                  <a:lnTo>
                    <a:pt x="0" y="0"/>
                  </a:lnTo>
                  <a:lnTo>
                    <a:pt x="19713" y="0"/>
                  </a:lnTo>
                  <a:lnTo>
                    <a:pt x="19713" y="227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FB3A3C2-182A-79EF-AAFE-31DC371B51B9}"/>
                </a:ext>
              </a:extLst>
            </p:cNvPr>
            <p:cNvSpPr/>
            <p:nvPr/>
          </p:nvSpPr>
          <p:spPr>
            <a:xfrm>
              <a:off x="2131560" y="6701040"/>
              <a:ext cx="276480" cy="1688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69" h="470">
                  <a:moveTo>
                    <a:pt x="76" y="104"/>
                  </a:moveTo>
                  <a:lnTo>
                    <a:pt x="76" y="391"/>
                  </a:lnTo>
                  <a:cubicBezTo>
                    <a:pt x="76" y="436"/>
                    <a:pt x="67" y="436"/>
                    <a:pt x="0" y="436"/>
                  </a:cubicBezTo>
                  <a:lnTo>
                    <a:pt x="0" y="470"/>
                  </a:lnTo>
                  <a:cubicBezTo>
                    <a:pt x="34" y="470"/>
                    <a:pt x="85" y="468"/>
                    <a:pt x="112" y="468"/>
                  </a:cubicBezTo>
                  <a:cubicBezTo>
                    <a:pt x="136" y="468"/>
                    <a:pt x="188" y="470"/>
                    <a:pt x="221" y="470"/>
                  </a:cubicBezTo>
                  <a:lnTo>
                    <a:pt x="221" y="436"/>
                  </a:lnTo>
                  <a:cubicBezTo>
                    <a:pt x="156" y="436"/>
                    <a:pt x="145" y="436"/>
                    <a:pt x="145" y="391"/>
                  </a:cubicBezTo>
                  <a:lnTo>
                    <a:pt x="145" y="193"/>
                  </a:lnTo>
                  <a:cubicBezTo>
                    <a:pt x="145" y="82"/>
                    <a:pt x="214" y="24"/>
                    <a:pt x="277" y="24"/>
                  </a:cubicBezTo>
                  <a:cubicBezTo>
                    <a:pt x="340" y="24"/>
                    <a:pt x="351" y="82"/>
                    <a:pt x="351" y="142"/>
                  </a:cubicBezTo>
                  <a:lnTo>
                    <a:pt x="351" y="391"/>
                  </a:lnTo>
                  <a:cubicBezTo>
                    <a:pt x="351" y="436"/>
                    <a:pt x="340" y="436"/>
                    <a:pt x="273" y="436"/>
                  </a:cubicBezTo>
                  <a:lnTo>
                    <a:pt x="273" y="470"/>
                  </a:lnTo>
                  <a:cubicBezTo>
                    <a:pt x="308" y="470"/>
                    <a:pt x="357" y="468"/>
                    <a:pt x="384" y="468"/>
                  </a:cubicBezTo>
                  <a:cubicBezTo>
                    <a:pt x="411" y="468"/>
                    <a:pt x="462" y="470"/>
                    <a:pt x="496" y="470"/>
                  </a:cubicBezTo>
                  <a:lnTo>
                    <a:pt x="496" y="436"/>
                  </a:lnTo>
                  <a:cubicBezTo>
                    <a:pt x="429" y="436"/>
                    <a:pt x="418" y="436"/>
                    <a:pt x="418" y="391"/>
                  </a:cubicBezTo>
                  <a:lnTo>
                    <a:pt x="418" y="193"/>
                  </a:lnTo>
                  <a:cubicBezTo>
                    <a:pt x="418" y="82"/>
                    <a:pt x="489" y="24"/>
                    <a:pt x="552" y="24"/>
                  </a:cubicBezTo>
                  <a:cubicBezTo>
                    <a:pt x="614" y="24"/>
                    <a:pt x="623" y="82"/>
                    <a:pt x="623" y="142"/>
                  </a:cubicBezTo>
                  <a:lnTo>
                    <a:pt x="623" y="391"/>
                  </a:lnTo>
                  <a:cubicBezTo>
                    <a:pt x="623" y="436"/>
                    <a:pt x="614" y="436"/>
                    <a:pt x="547" y="436"/>
                  </a:cubicBezTo>
                  <a:lnTo>
                    <a:pt x="547" y="470"/>
                  </a:lnTo>
                  <a:cubicBezTo>
                    <a:pt x="581" y="470"/>
                    <a:pt x="632" y="468"/>
                    <a:pt x="659" y="468"/>
                  </a:cubicBezTo>
                  <a:cubicBezTo>
                    <a:pt x="684" y="468"/>
                    <a:pt x="735" y="470"/>
                    <a:pt x="769" y="470"/>
                  </a:cubicBezTo>
                  <a:lnTo>
                    <a:pt x="769" y="436"/>
                  </a:lnTo>
                  <a:cubicBezTo>
                    <a:pt x="717" y="436"/>
                    <a:pt x="693" y="436"/>
                    <a:pt x="693" y="405"/>
                  </a:cubicBezTo>
                  <a:lnTo>
                    <a:pt x="693" y="203"/>
                  </a:lnTo>
                  <a:cubicBezTo>
                    <a:pt x="693" y="111"/>
                    <a:pt x="693" y="77"/>
                    <a:pt x="661" y="39"/>
                  </a:cubicBezTo>
                  <a:cubicBezTo>
                    <a:pt x="648" y="22"/>
                    <a:pt x="614" y="0"/>
                    <a:pt x="559" y="0"/>
                  </a:cubicBezTo>
                  <a:cubicBezTo>
                    <a:pt x="476" y="0"/>
                    <a:pt x="431" y="63"/>
                    <a:pt x="416" y="104"/>
                  </a:cubicBezTo>
                  <a:cubicBezTo>
                    <a:pt x="402" y="12"/>
                    <a:pt x="328" y="0"/>
                    <a:pt x="284" y="0"/>
                  </a:cubicBezTo>
                  <a:cubicBezTo>
                    <a:pt x="212" y="0"/>
                    <a:pt x="165" y="46"/>
                    <a:pt x="139" y="111"/>
                  </a:cubicBezTo>
                  <a:lnTo>
                    <a:pt x="139" y="0"/>
                  </a:lnTo>
                  <a:lnTo>
                    <a:pt x="0" y="12"/>
                  </a:lnTo>
                  <a:lnTo>
                    <a:pt x="0" y="46"/>
                  </a:lnTo>
                  <a:cubicBezTo>
                    <a:pt x="69" y="46"/>
                    <a:pt x="76" y="53"/>
                    <a:pt x="76" y="10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73920D6-74C5-8855-8800-ECC766345737}"/>
                </a:ext>
              </a:extLst>
            </p:cNvPr>
            <p:cNvSpPr/>
            <p:nvPr/>
          </p:nvSpPr>
          <p:spPr>
            <a:xfrm>
              <a:off x="2428200" y="6698160"/>
              <a:ext cx="159840" cy="1760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45" h="490">
                  <a:moveTo>
                    <a:pt x="286" y="395"/>
                  </a:moveTo>
                  <a:cubicBezTo>
                    <a:pt x="290" y="439"/>
                    <a:pt x="317" y="482"/>
                    <a:pt x="364" y="482"/>
                  </a:cubicBezTo>
                  <a:cubicBezTo>
                    <a:pt x="384" y="482"/>
                    <a:pt x="445" y="468"/>
                    <a:pt x="445" y="381"/>
                  </a:cubicBezTo>
                  <a:lnTo>
                    <a:pt x="445" y="323"/>
                  </a:lnTo>
                  <a:lnTo>
                    <a:pt x="420" y="323"/>
                  </a:lnTo>
                  <a:lnTo>
                    <a:pt x="420" y="381"/>
                  </a:lnTo>
                  <a:cubicBezTo>
                    <a:pt x="420" y="444"/>
                    <a:pt x="395" y="451"/>
                    <a:pt x="384" y="451"/>
                  </a:cubicBezTo>
                  <a:cubicBezTo>
                    <a:pt x="353" y="451"/>
                    <a:pt x="349" y="403"/>
                    <a:pt x="349" y="398"/>
                  </a:cubicBezTo>
                  <a:lnTo>
                    <a:pt x="349" y="183"/>
                  </a:lnTo>
                  <a:cubicBezTo>
                    <a:pt x="349" y="140"/>
                    <a:pt x="349" y="99"/>
                    <a:pt x="313" y="58"/>
                  </a:cubicBezTo>
                  <a:cubicBezTo>
                    <a:pt x="275" y="17"/>
                    <a:pt x="226" y="0"/>
                    <a:pt x="177" y="0"/>
                  </a:cubicBezTo>
                  <a:cubicBezTo>
                    <a:pt x="96" y="0"/>
                    <a:pt x="29" y="51"/>
                    <a:pt x="29" y="121"/>
                  </a:cubicBezTo>
                  <a:cubicBezTo>
                    <a:pt x="29" y="152"/>
                    <a:pt x="49" y="171"/>
                    <a:pt x="74" y="171"/>
                  </a:cubicBezTo>
                  <a:cubicBezTo>
                    <a:pt x="101" y="171"/>
                    <a:pt x="118" y="150"/>
                    <a:pt x="118" y="121"/>
                  </a:cubicBezTo>
                  <a:cubicBezTo>
                    <a:pt x="118" y="109"/>
                    <a:pt x="114" y="72"/>
                    <a:pt x="69" y="72"/>
                  </a:cubicBezTo>
                  <a:cubicBezTo>
                    <a:pt x="96" y="36"/>
                    <a:pt x="143" y="24"/>
                    <a:pt x="177" y="24"/>
                  </a:cubicBezTo>
                  <a:cubicBezTo>
                    <a:pt x="223" y="24"/>
                    <a:pt x="279" y="65"/>
                    <a:pt x="279" y="159"/>
                  </a:cubicBezTo>
                  <a:lnTo>
                    <a:pt x="279" y="200"/>
                  </a:lnTo>
                  <a:cubicBezTo>
                    <a:pt x="230" y="203"/>
                    <a:pt x="161" y="205"/>
                    <a:pt x="98" y="236"/>
                  </a:cubicBezTo>
                  <a:cubicBezTo>
                    <a:pt x="25" y="272"/>
                    <a:pt x="0" y="328"/>
                    <a:pt x="0" y="376"/>
                  </a:cubicBezTo>
                  <a:cubicBezTo>
                    <a:pt x="0" y="463"/>
                    <a:pt x="96" y="490"/>
                    <a:pt x="159" y="490"/>
                  </a:cubicBezTo>
                  <a:cubicBezTo>
                    <a:pt x="223" y="490"/>
                    <a:pt x="268" y="446"/>
                    <a:pt x="286" y="395"/>
                  </a:cubicBezTo>
                  <a:close/>
                  <a:moveTo>
                    <a:pt x="279" y="222"/>
                  </a:moveTo>
                  <a:lnTo>
                    <a:pt x="279" y="328"/>
                  </a:lnTo>
                  <a:cubicBezTo>
                    <a:pt x="279" y="429"/>
                    <a:pt x="210" y="465"/>
                    <a:pt x="165" y="465"/>
                  </a:cubicBezTo>
                  <a:cubicBezTo>
                    <a:pt x="116" y="465"/>
                    <a:pt x="76" y="427"/>
                    <a:pt x="76" y="374"/>
                  </a:cubicBezTo>
                  <a:cubicBezTo>
                    <a:pt x="76" y="316"/>
                    <a:pt x="118" y="227"/>
                    <a:pt x="279" y="22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DAF78D5-2F57-970D-EBBB-15D3F7868654}"/>
                </a:ext>
              </a:extLst>
            </p:cNvPr>
            <p:cNvSpPr/>
            <p:nvPr/>
          </p:nvSpPr>
          <p:spPr>
            <a:xfrm>
              <a:off x="2593800" y="6705360"/>
              <a:ext cx="178200" cy="1645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96" h="458">
                  <a:moveTo>
                    <a:pt x="270" y="210"/>
                  </a:moveTo>
                  <a:cubicBezTo>
                    <a:pt x="302" y="169"/>
                    <a:pt x="337" y="116"/>
                    <a:pt x="362" y="89"/>
                  </a:cubicBezTo>
                  <a:cubicBezTo>
                    <a:pt x="393" y="51"/>
                    <a:pt x="433" y="34"/>
                    <a:pt x="478" y="34"/>
                  </a:cubicBezTo>
                  <a:lnTo>
                    <a:pt x="478" y="0"/>
                  </a:lnTo>
                  <a:cubicBezTo>
                    <a:pt x="454" y="2"/>
                    <a:pt x="425" y="2"/>
                    <a:pt x="398" y="2"/>
                  </a:cubicBezTo>
                  <a:cubicBezTo>
                    <a:pt x="369" y="2"/>
                    <a:pt x="317" y="0"/>
                    <a:pt x="304" y="0"/>
                  </a:cubicBezTo>
                  <a:lnTo>
                    <a:pt x="304" y="34"/>
                  </a:lnTo>
                  <a:cubicBezTo>
                    <a:pt x="324" y="36"/>
                    <a:pt x="333" y="48"/>
                    <a:pt x="333" y="65"/>
                  </a:cubicBezTo>
                  <a:cubicBezTo>
                    <a:pt x="333" y="82"/>
                    <a:pt x="322" y="96"/>
                    <a:pt x="317" y="104"/>
                  </a:cubicBezTo>
                  <a:lnTo>
                    <a:pt x="257" y="186"/>
                  </a:lnTo>
                  <a:lnTo>
                    <a:pt x="179" y="80"/>
                  </a:lnTo>
                  <a:cubicBezTo>
                    <a:pt x="170" y="68"/>
                    <a:pt x="170" y="65"/>
                    <a:pt x="170" y="60"/>
                  </a:cubicBezTo>
                  <a:cubicBezTo>
                    <a:pt x="170" y="43"/>
                    <a:pt x="185" y="34"/>
                    <a:pt x="206" y="34"/>
                  </a:cubicBezTo>
                  <a:lnTo>
                    <a:pt x="206" y="0"/>
                  </a:lnTo>
                  <a:cubicBezTo>
                    <a:pt x="179" y="0"/>
                    <a:pt x="114" y="2"/>
                    <a:pt x="98" y="2"/>
                  </a:cubicBezTo>
                  <a:cubicBezTo>
                    <a:pt x="78" y="2"/>
                    <a:pt x="31" y="2"/>
                    <a:pt x="4" y="0"/>
                  </a:cubicBezTo>
                  <a:lnTo>
                    <a:pt x="4" y="34"/>
                  </a:lnTo>
                  <a:cubicBezTo>
                    <a:pt x="74" y="34"/>
                    <a:pt x="76" y="34"/>
                    <a:pt x="121" y="99"/>
                  </a:cubicBezTo>
                  <a:lnTo>
                    <a:pt x="219" y="236"/>
                  </a:lnTo>
                  <a:lnTo>
                    <a:pt x="125" y="362"/>
                  </a:lnTo>
                  <a:cubicBezTo>
                    <a:pt x="78" y="424"/>
                    <a:pt x="20" y="427"/>
                    <a:pt x="0" y="427"/>
                  </a:cubicBezTo>
                  <a:lnTo>
                    <a:pt x="0" y="458"/>
                  </a:lnTo>
                  <a:cubicBezTo>
                    <a:pt x="25" y="456"/>
                    <a:pt x="56" y="456"/>
                    <a:pt x="83" y="456"/>
                  </a:cubicBezTo>
                  <a:cubicBezTo>
                    <a:pt x="109" y="456"/>
                    <a:pt x="152" y="458"/>
                    <a:pt x="177" y="458"/>
                  </a:cubicBezTo>
                  <a:lnTo>
                    <a:pt x="177" y="427"/>
                  </a:lnTo>
                  <a:cubicBezTo>
                    <a:pt x="154" y="422"/>
                    <a:pt x="147" y="410"/>
                    <a:pt x="147" y="393"/>
                  </a:cubicBezTo>
                  <a:cubicBezTo>
                    <a:pt x="147" y="369"/>
                    <a:pt x="177" y="335"/>
                    <a:pt x="235" y="258"/>
                  </a:cubicBezTo>
                  <a:lnTo>
                    <a:pt x="311" y="364"/>
                  </a:lnTo>
                  <a:cubicBezTo>
                    <a:pt x="320" y="376"/>
                    <a:pt x="331" y="393"/>
                    <a:pt x="331" y="400"/>
                  </a:cubicBezTo>
                  <a:cubicBezTo>
                    <a:pt x="331" y="410"/>
                    <a:pt x="322" y="424"/>
                    <a:pt x="295" y="427"/>
                  </a:cubicBezTo>
                  <a:lnTo>
                    <a:pt x="295" y="458"/>
                  </a:lnTo>
                  <a:cubicBezTo>
                    <a:pt x="326" y="458"/>
                    <a:pt x="380" y="456"/>
                    <a:pt x="402" y="456"/>
                  </a:cubicBezTo>
                  <a:cubicBezTo>
                    <a:pt x="429" y="456"/>
                    <a:pt x="467" y="456"/>
                    <a:pt x="496" y="458"/>
                  </a:cubicBezTo>
                  <a:lnTo>
                    <a:pt x="496" y="427"/>
                  </a:lnTo>
                  <a:cubicBezTo>
                    <a:pt x="445" y="427"/>
                    <a:pt x="427" y="424"/>
                    <a:pt x="402" y="39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55FA313-6E57-F202-742B-D4F884FAC208}"/>
                </a:ext>
              </a:extLst>
            </p:cNvPr>
            <p:cNvSpPr/>
            <p:nvPr/>
          </p:nvSpPr>
          <p:spPr>
            <a:xfrm>
              <a:off x="2787120" y="6613920"/>
              <a:ext cx="75960" cy="2556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12" h="711">
                  <a:moveTo>
                    <a:pt x="143" y="241"/>
                  </a:moveTo>
                  <a:lnTo>
                    <a:pt x="4" y="253"/>
                  </a:lnTo>
                  <a:lnTo>
                    <a:pt x="4" y="287"/>
                  </a:lnTo>
                  <a:cubicBezTo>
                    <a:pt x="69" y="287"/>
                    <a:pt x="78" y="292"/>
                    <a:pt x="78" y="345"/>
                  </a:cubicBezTo>
                  <a:lnTo>
                    <a:pt x="78" y="629"/>
                  </a:lnTo>
                  <a:cubicBezTo>
                    <a:pt x="78" y="678"/>
                    <a:pt x="67" y="678"/>
                    <a:pt x="0" y="678"/>
                  </a:cubicBezTo>
                  <a:lnTo>
                    <a:pt x="0" y="711"/>
                  </a:lnTo>
                  <a:cubicBezTo>
                    <a:pt x="31" y="709"/>
                    <a:pt x="85" y="709"/>
                    <a:pt x="109" y="709"/>
                  </a:cubicBezTo>
                  <a:cubicBezTo>
                    <a:pt x="143" y="709"/>
                    <a:pt x="179" y="709"/>
                    <a:pt x="212" y="711"/>
                  </a:cubicBezTo>
                  <a:lnTo>
                    <a:pt x="212" y="678"/>
                  </a:lnTo>
                  <a:cubicBezTo>
                    <a:pt x="147" y="678"/>
                    <a:pt x="143" y="673"/>
                    <a:pt x="143" y="632"/>
                  </a:cubicBezTo>
                  <a:close/>
                  <a:moveTo>
                    <a:pt x="147" y="55"/>
                  </a:moveTo>
                  <a:cubicBezTo>
                    <a:pt x="147" y="22"/>
                    <a:pt x="123" y="0"/>
                    <a:pt x="94" y="0"/>
                  </a:cubicBezTo>
                  <a:cubicBezTo>
                    <a:pt x="63" y="0"/>
                    <a:pt x="42" y="29"/>
                    <a:pt x="42" y="55"/>
                  </a:cubicBezTo>
                  <a:cubicBezTo>
                    <a:pt x="42" y="84"/>
                    <a:pt x="63" y="113"/>
                    <a:pt x="94" y="113"/>
                  </a:cubicBezTo>
                  <a:cubicBezTo>
                    <a:pt x="123" y="113"/>
                    <a:pt x="147" y="89"/>
                    <a:pt x="147" y="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B670EB7-142C-03AF-199D-6FA6E73F012D}"/>
                </a:ext>
              </a:extLst>
            </p:cNvPr>
            <p:cNvSpPr/>
            <p:nvPr/>
          </p:nvSpPr>
          <p:spPr>
            <a:xfrm>
              <a:off x="2884320" y="6701040"/>
              <a:ext cx="276480" cy="1688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769" h="470">
                  <a:moveTo>
                    <a:pt x="76" y="104"/>
                  </a:moveTo>
                  <a:lnTo>
                    <a:pt x="76" y="391"/>
                  </a:lnTo>
                  <a:cubicBezTo>
                    <a:pt x="76" y="436"/>
                    <a:pt x="67" y="436"/>
                    <a:pt x="0" y="436"/>
                  </a:cubicBezTo>
                  <a:lnTo>
                    <a:pt x="0" y="470"/>
                  </a:lnTo>
                  <a:cubicBezTo>
                    <a:pt x="34" y="470"/>
                    <a:pt x="85" y="468"/>
                    <a:pt x="112" y="468"/>
                  </a:cubicBezTo>
                  <a:cubicBezTo>
                    <a:pt x="136" y="468"/>
                    <a:pt x="188" y="470"/>
                    <a:pt x="221" y="470"/>
                  </a:cubicBezTo>
                  <a:lnTo>
                    <a:pt x="221" y="436"/>
                  </a:lnTo>
                  <a:cubicBezTo>
                    <a:pt x="156" y="436"/>
                    <a:pt x="145" y="436"/>
                    <a:pt x="145" y="391"/>
                  </a:cubicBezTo>
                  <a:lnTo>
                    <a:pt x="145" y="193"/>
                  </a:lnTo>
                  <a:cubicBezTo>
                    <a:pt x="145" y="82"/>
                    <a:pt x="214" y="24"/>
                    <a:pt x="277" y="24"/>
                  </a:cubicBezTo>
                  <a:cubicBezTo>
                    <a:pt x="340" y="24"/>
                    <a:pt x="351" y="82"/>
                    <a:pt x="351" y="142"/>
                  </a:cubicBezTo>
                  <a:lnTo>
                    <a:pt x="351" y="391"/>
                  </a:lnTo>
                  <a:cubicBezTo>
                    <a:pt x="351" y="436"/>
                    <a:pt x="340" y="436"/>
                    <a:pt x="273" y="436"/>
                  </a:cubicBezTo>
                  <a:lnTo>
                    <a:pt x="273" y="470"/>
                  </a:lnTo>
                  <a:cubicBezTo>
                    <a:pt x="308" y="470"/>
                    <a:pt x="357" y="468"/>
                    <a:pt x="384" y="468"/>
                  </a:cubicBezTo>
                  <a:cubicBezTo>
                    <a:pt x="411" y="468"/>
                    <a:pt x="462" y="470"/>
                    <a:pt x="496" y="470"/>
                  </a:cubicBezTo>
                  <a:lnTo>
                    <a:pt x="496" y="436"/>
                  </a:lnTo>
                  <a:cubicBezTo>
                    <a:pt x="429" y="436"/>
                    <a:pt x="418" y="436"/>
                    <a:pt x="418" y="391"/>
                  </a:cubicBezTo>
                  <a:lnTo>
                    <a:pt x="418" y="193"/>
                  </a:lnTo>
                  <a:cubicBezTo>
                    <a:pt x="418" y="82"/>
                    <a:pt x="489" y="24"/>
                    <a:pt x="552" y="24"/>
                  </a:cubicBezTo>
                  <a:cubicBezTo>
                    <a:pt x="612" y="24"/>
                    <a:pt x="623" y="82"/>
                    <a:pt x="623" y="142"/>
                  </a:cubicBezTo>
                  <a:lnTo>
                    <a:pt x="623" y="391"/>
                  </a:lnTo>
                  <a:cubicBezTo>
                    <a:pt x="623" y="436"/>
                    <a:pt x="612" y="436"/>
                    <a:pt x="547" y="436"/>
                  </a:cubicBezTo>
                  <a:lnTo>
                    <a:pt x="547" y="470"/>
                  </a:lnTo>
                  <a:cubicBezTo>
                    <a:pt x="581" y="470"/>
                    <a:pt x="632" y="468"/>
                    <a:pt x="659" y="468"/>
                  </a:cubicBezTo>
                  <a:cubicBezTo>
                    <a:pt x="684" y="468"/>
                    <a:pt x="735" y="470"/>
                    <a:pt x="769" y="470"/>
                  </a:cubicBezTo>
                  <a:lnTo>
                    <a:pt x="769" y="436"/>
                  </a:lnTo>
                  <a:cubicBezTo>
                    <a:pt x="717" y="436"/>
                    <a:pt x="693" y="436"/>
                    <a:pt x="693" y="405"/>
                  </a:cubicBezTo>
                  <a:lnTo>
                    <a:pt x="693" y="203"/>
                  </a:lnTo>
                  <a:cubicBezTo>
                    <a:pt x="693" y="111"/>
                    <a:pt x="693" y="77"/>
                    <a:pt x="661" y="39"/>
                  </a:cubicBezTo>
                  <a:cubicBezTo>
                    <a:pt x="648" y="22"/>
                    <a:pt x="614" y="0"/>
                    <a:pt x="559" y="0"/>
                  </a:cubicBezTo>
                  <a:cubicBezTo>
                    <a:pt x="476" y="0"/>
                    <a:pt x="431" y="63"/>
                    <a:pt x="416" y="104"/>
                  </a:cubicBezTo>
                  <a:cubicBezTo>
                    <a:pt x="402" y="12"/>
                    <a:pt x="328" y="0"/>
                    <a:pt x="284" y="0"/>
                  </a:cubicBezTo>
                  <a:cubicBezTo>
                    <a:pt x="212" y="0"/>
                    <a:pt x="165" y="46"/>
                    <a:pt x="139" y="111"/>
                  </a:cubicBezTo>
                  <a:lnTo>
                    <a:pt x="139" y="0"/>
                  </a:lnTo>
                  <a:lnTo>
                    <a:pt x="0" y="12"/>
                  </a:lnTo>
                  <a:lnTo>
                    <a:pt x="0" y="46"/>
                  </a:lnTo>
                  <a:cubicBezTo>
                    <a:pt x="69" y="46"/>
                    <a:pt x="76" y="53"/>
                    <a:pt x="76" y="10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BE776F4C-3BDE-1AEB-E88D-BA43EECC7B5C}"/>
                </a:ext>
              </a:extLst>
            </p:cNvPr>
            <p:cNvSpPr/>
            <p:nvPr/>
          </p:nvSpPr>
          <p:spPr>
            <a:xfrm>
              <a:off x="3177720" y="6613920"/>
              <a:ext cx="75960" cy="2556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12" h="711">
                  <a:moveTo>
                    <a:pt x="143" y="241"/>
                  </a:moveTo>
                  <a:lnTo>
                    <a:pt x="4" y="253"/>
                  </a:lnTo>
                  <a:lnTo>
                    <a:pt x="4" y="287"/>
                  </a:lnTo>
                  <a:cubicBezTo>
                    <a:pt x="69" y="287"/>
                    <a:pt x="78" y="292"/>
                    <a:pt x="78" y="345"/>
                  </a:cubicBezTo>
                  <a:lnTo>
                    <a:pt x="78" y="629"/>
                  </a:lnTo>
                  <a:cubicBezTo>
                    <a:pt x="78" y="678"/>
                    <a:pt x="67" y="678"/>
                    <a:pt x="0" y="678"/>
                  </a:cubicBezTo>
                  <a:lnTo>
                    <a:pt x="0" y="711"/>
                  </a:lnTo>
                  <a:cubicBezTo>
                    <a:pt x="31" y="709"/>
                    <a:pt x="85" y="709"/>
                    <a:pt x="109" y="709"/>
                  </a:cubicBezTo>
                  <a:cubicBezTo>
                    <a:pt x="143" y="709"/>
                    <a:pt x="179" y="709"/>
                    <a:pt x="212" y="711"/>
                  </a:cubicBezTo>
                  <a:lnTo>
                    <a:pt x="212" y="678"/>
                  </a:lnTo>
                  <a:cubicBezTo>
                    <a:pt x="147" y="678"/>
                    <a:pt x="143" y="673"/>
                    <a:pt x="143" y="632"/>
                  </a:cubicBezTo>
                  <a:close/>
                  <a:moveTo>
                    <a:pt x="147" y="55"/>
                  </a:moveTo>
                  <a:cubicBezTo>
                    <a:pt x="147" y="22"/>
                    <a:pt x="123" y="0"/>
                    <a:pt x="94" y="0"/>
                  </a:cubicBezTo>
                  <a:cubicBezTo>
                    <a:pt x="63" y="0"/>
                    <a:pt x="42" y="29"/>
                    <a:pt x="42" y="55"/>
                  </a:cubicBezTo>
                  <a:cubicBezTo>
                    <a:pt x="42" y="84"/>
                    <a:pt x="63" y="113"/>
                    <a:pt x="94" y="113"/>
                  </a:cubicBezTo>
                  <a:cubicBezTo>
                    <a:pt x="123" y="113"/>
                    <a:pt x="147" y="89"/>
                    <a:pt x="147" y="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A6F35E9-D029-B288-1D97-C22CA25C73A7}"/>
                </a:ext>
              </a:extLst>
            </p:cNvPr>
            <p:cNvSpPr/>
            <p:nvPr/>
          </p:nvSpPr>
          <p:spPr>
            <a:xfrm>
              <a:off x="3274560" y="6705360"/>
              <a:ext cx="132480" cy="1645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69" h="458">
                  <a:moveTo>
                    <a:pt x="357" y="31"/>
                  </a:moveTo>
                  <a:cubicBezTo>
                    <a:pt x="366" y="19"/>
                    <a:pt x="366" y="19"/>
                    <a:pt x="366" y="14"/>
                  </a:cubicBezTo>
                  <a:cubicBezTo>
                    <a:pt x="366" y="0"/>
                    <a:pt x="357" y="0"/>
                    <a:pt x="340" y="0"/>
                  </a:cubicBezTo>
                  <a:lnTo>
                    <a:pt x="25" y="0"/>
                  </a:lnTo>
                  <a:lnTo>
                    <a:pt x="13" y="171"/>
                  </a:lnTo>
                  <a:lnTo>
                    <a:pt x="38" y="171"/>
                  </a:lnTo>
                  <a:cubicBezTo>
                    <a:pt x="45" y="63"/>
                    <a:pt x="63" y="24"/>
                    <a:pt x="172" y="24"/>
                  </a:cubicBezTo>
                  <a:lnTo>
                    <a:pt x="284" y="24"/>
                  </a:lnTo>
                  <a:lnTo>
                    <a:pt x="9" y="424"/>
                  </a:lnTo>
                  <a:cubicBezTo>
                    <a:pt x="0" y="436"/>
                    <a:pt x="0" y="439"/>
                    <a:pt x="0" y="444"/>
                  </a:cubicBezTo>
                  <a:cubicBezTo>
                    <a:pt x="0" y="458"/>
                    <a:pt x="7" y="458"/>
                    <a:pt x="25" y="458"/>
                  </a:cubicBezTo>
                  <a:lnTo>
                    <a:pt x="351" y="458"/>
                  </a:lnTo>
                  <a:lnTo>
                    <a:pt x="369" y="260"/>
                  </a:lnTo>
                  <a:lnTo>
                    <a:pt x="344" y="260"/>
                  </a:lnTo>
                  <a:cubicBezTo>
                    <a:pt x="335" y="386"/>
                    <a:pt x="315" y="432"/>
                    <a:pt x="199" y="432"/>
                  </a:cubicBezTo>
                  <a:lnTo>
                    <a:pt x="83" y="43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9ED41B9-6857-9731-6414-79DD7C0468FA}"/>
                </a:ext>
              </a:extLst>
            </p:cNvPr>
            <p:cNvSpPr/>
            <p:nvPr/>
          </p:nvSpPr>
          <p:spPr>
            <a:xfrm>
              <a:off x="3430440" y="6698160"/>
              <a:ext cx="137160" cy="1760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82" h="490">
                  <a:moveTo>
                    <a:pt x="83" y="210"/>
                  </a:moveTo>
                  <a:cubicBezTo>
                    <a:pt x="89" y="51"/>
                    <a:pt x="172" y="24"/>
                    <a:pt x="206" y="24"/>
                  </a:cubicBezTo>
                  <a:cubicBezTo>
                    <a:pt x="306" y="24"/>
                    <a:pt x="317" y="166"/>
                    <a:pt x="317" y="210"/>
                  </a:cubicBezTo>
                  <a:close/>
                  <a:moveTo>
                    <a:pt x="83" y="231"/>
                  </a:moveTo>
                  <a:lnTo>
                    <a:pt x="357" y="231"/>
                  </a:lnTo>
                  <a:cubicBezTo>
                    <a:pt x="380" y="231"/>
                    <a:pt x="382" y="231"/>
                    <a:pt x="382" y="210"/>
                  </a:cubicBezTo>
                  <a:cubicBezTo>
                    <a:pt x="382" y="104"/>
                    <a:pt x="328" y="0"/>
                    <a:pt x="206" y="0"/>
                  </a:cubicBezTo>
                  <a:cubicBezTo>
                    <a:pt x="92" y="0"/>
                    <a:pt x="0" y="109"/>
                    <a:pt x="0" y="244"/>
                  </a:cubicBezTo>
                  <a:cubicBezTo>
                    <a:pt x="0" y="386"/>
                    <a:pt x="103" y="490"/>
                    <a:pt x="217" y="490"/>
                  </a:cubicBezTo>
                  <a:cubicBezTo>
                    <a:pt x="337" y="490"/>
                    <a:pt x="382" y="371"/>
                    <a:pt x="382" y="350"/>
                  </a:cubicBezTo>
                  <a:cubicBezTo>
                    <a:pt x="382" y="340"/>
                    <a:pt x="373" y="338"/>
                    <a:pt x="369" y="338"/>
                  </a:cubicBezTo>
                  <a:cubicBezTo>
                    <a:pt x="360" y="338"/>
                    <a:pt x="357" y="345"/>
                    <a:pt x="357" y="352"/>
                  </a:cubicBezTo>
                  <a:cubicBezTo>
                    <a:pt x="322" y="463"/>
                    <a:pt x="232" y="463"/>
                    <a:pt x="223" y="463"/>
                  </a:cubicBezTo>
                  <a:cubicBezTo>
                    <a:pt x="174" y="463"/>
                    <a:pt x="134" y="429"/>
                    <a:pt x="112" y="391"/>
                  </a:cubicBezTo>
                  <a:cubicBezTo>
                    <a:pt x="83" y="340"/>
                    <a:pt x="83" y="270"/>
                    <a:pt x="83" y="23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F69B12E-FE68-6FE0-15D0-4EC5AAB76208}"/>
                </a:ext>
              </a:extLst>
            </p:cNvPr>
            <p:cNvSpPr/>
            <p:nvPr/>
          </p:nvSpPr>
          <p:spPr>
            <a:xfrm>
              <a:off x="4177800" y="6600960"/>
              <a:ext cx="114840" cy="2696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20" h="750">
                  <a:moveTo>
                    <a:pt x="141" y="292"/>
                  </a:moveTo>
                  <a:lnTo>
                    <a:pt x="141" y="169"/>
                  </a:lnTo>
                  <a:cubicBezTo>
                    <a:pt x="141" y="75"/>
                    <a:pt x="188" y="24"/>
                    <a:pt x="232" y="24"/>
                  </a:cubicBezTo>
                  <a:cubicBezTo>
                    <a:pt x="235" y="24"/>
                    <a:pt x="248" y="24"/>
                    <a:pt x="264" y="31"/>
                  </a:cubicBezTo>
                  <a:cubicBezTo>
                    <a:pt x="252" y="36"/>
                    <a:pt x="235" y="48"/>
                    <a:pt x="235" y="75"/>
                  </a:cubicBezTo>
                  <a:cubicBezTo>
                    <a:pt x="235" y="99"/>
                    <a:pt x="250" y="121"/>
                    <a:pt x="277" y="121"/>
                  </a:cubicBezTo>
                  <a:cubicBezTo>
                    <a:pt x="306" y="121"/>
                    <a:pt x="320" y="99"/>
                    <a:pt x="320" y="75"/>
                  </a:cubicBezTo>
                  <a:cubicBezTo>
                    <a:pt x="320" y="36"/>
                    <a:pt x="284" y="0"/>
                    <a:pt x="232" y="0"/>
                  </a:cubicBezTo>
                  <a:cubicBezTo>
                    <a:pt x="163" y="0"/>
                    <a:pt x="78" y="55"/>
                    <a:pt x="78" y="169"/>
                  </a:cubicBezTo>
                  <a:lnTo>
                    <a:pt x="78" y="292"/>
                  </a:lnTo>
                  <a:lnTo>
                    <a:pt x="0" y="292"/>
                  </a:lnTo>
                  <a:lnTo>
                    <a:pt x="0" y="323"/>
                  </a:lnTo>
                  <a:lnTo>
                    <a:pt x="78" y="323"/>
                  </a:lnTo>
                  <a:lnTo>
                    <a:pt x="78" y="668"/>
                  </a:lnTo>
                  <a:cubicBezTo>
                    <a:pt x="78" y="716"/>
                    <a:pt x="67" y="716"/>
                    <a:pt x="0" y="716"/>
                  </a:cubicBezTo>
                  <a:lnTo>
                    <a:pt x="0" y="750"/>
                  </a:lnTo>
                  <a:cubicBezTo>
                    <a:pt x="40" y="748"/>
                    <a:pt x="87" y="745"/>
                    <a:pt x="114" y="745"/>
                  </a:cubicBezTo>
                  <a:cubicBezTo>
                    <a:pt x="154" y="745"/>
                    <a:pt x="199" y="745"/>
                    <a:pt x="239" y="750"/>
                  </a:cubicBezTo>
                  <a:lnTo>
                    <a:pt x="239" y="716"/>
                  </a:lnTo>
                  <a:lnTo>
                    <a:pt x="219" y="716"/>
                  </a:lnTo>
                  <a:cubicBezTo>
                    <a:pt x="145" y="716"/>
                    <a:pt x="143" y="704"/>
                    <a:pt x="143" y="666"/>
                  </a:cubicBezTo>
                  <a:lnTo>
                    <a:pt x="143" y="323"/>
                  </a:lnTo>
                  <a:lnTo>
                    <a:pt x="257" y="323"/>
                  </a:lnTo>
                  <a:lnTo>
                    <a:pt x="257" y="29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C59BB8CC-FE80-C824-F6EE-246A5C337D78}"/>
                </a:ext>
              </a:extLst>
            </p:cNvPr>
            <p:cNvSpPr/>
            <p:nvPr/>
          </p:nvSpPr>
          <p:spPr>
            <a:xfrm>
              <a:off x="4308840" y="6583679"/>
              <a:ext cx="82440" cy="3816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0" h="1061">
                  <a:moveTo>
                    <a:pt x="230" y="1051"/>
                  </a:moveTo>
                  <a:cubicBezTo>
                    <a:pt x="230" y="1049"/>
                    <a:pt x="230" y="1047"/>
                    <a:pt x="212" y="1027"/>
                  </a:cubicBezTo>
                  <a:cubicBezTo>
                    <a:pt x="89" y="895"/>
                    <a:pt x="58" y="694"/>
                    <a:pt x="58" y="531"/>
                  </a:cubicBezTo>
                  <a:cubicBezTo>
                    <a:pt x="58" y="347"/>
                    <a:pt x="96" y="162"/>
                    <a:pt x="217" y="29"/>
                  </a:cubicBezTo>
                  <a:cubicBezTo>
                    <a:pt x="230" y="17"/>
                    <a:pt x="230" y="14"/>
                    <a:pt x="230" y="10"/>
                  </a:cubicBezTo>
                  <a:cubicBezTo>
                    <a:pt x="230" y="2"/>
                    <a:pt x="226" y="0"/>
                    <a:pt x="219" y="0"/>
                  </a:cubicBezTo>
                  <a:cubicBezTo>
                    <a:pt x="210" y="0"/>
                    <a:pt x="121" y="72"/>
                    <a:pt x="63" y="207"/>
                  </a:cubicBezTo>
                  <a:cubicBezTo>
                    <a:pt x="11" y="323"/>
                    <a:pt x="0" y="441"/>
                    <a:pt x="0" y="531"/>
                  </a:cubicBezTo>
                  <a:cubicBezTo>
                    <a:pt x="0" y="615"/>
                    <a:pt x="11" y="743"/>
                    <a:pt x="65" y="863"/>
                  </a:cubicBezTo>
                  <a:cubicBezTo>
                    <a:pt x="125" y="993"/>
                    <a:pt x="210" y="1061"/>
                    <a:pt x="219" y="1061"/>
                  </a:cubicBezTo>
                  <a:cubicBezTo>
                    <a:pt x="226" y="1061"/>
                    <a:pt x="230" y="1059"/>
                    <a:pt x="230" y="105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0A5D81B-C6A7-2470-4C08-4ED31891AE2C}"/>
                </a:ext>
              </a:extLst>
            </p:cNvPr>
            <p:cNvSpPr/>
            <p:nvPr/>
          </p:nvSpPr>
          <p:spPr>
            <a:xfrm>
              <a:off x="4425480" y="6615720"/>
              <a:ext cx="146880" cy="2628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09" h="731">
                  <a:moveTo>
                    <a:pt x="118" y="222"/>
                  </a:moveTo>
                  <a:cubicBezTo>
                    <a:pt x="74" y="191"/>
                    <a:pt x="69" y="154"/>
                    <a:pt x="69" y="135"/>
                  </a:cubicBezTo>
                  <a:cubicBezTo>
                    <a:pt x="69" y="72"/>
                    <a:pt x="134" y="27"/>
                    <a:pt x="203" y="27"/>
                  </a:cubicBezTo>
                  <a:cubicBezTo>
                    <a:pt x="277" y="27"/>
                    <a:pt x="340" y="82"/>
                    <a:pt x="340" y="159"/>
                  </a:cubicBezTo>
                  <a:cubicBezTo>
                    <a:pt x="340" y="219"/>
                    <a:pt x="302" y="270"/>
                    <a:pt x="241" y="306"/>
                  </a:cubicBezTo>
                  <a:close/>
                  <a:moveTo>
                    <a:pt x="264" y="323"/>
                  </a:moveTo>
                  <a:cubicBezTo>
                    <a:pt x="335" y="285"/>
                    <a:pt x="382" y="229"/>
                    <a:pt x="382" y="159"/>
                  </a:cubicBezTo>
                  <a:cubicBezTo>
                    <a:pt x="382" y="60"/>
                    <a:pt x="295" y="0"/>
                    <a:pt x="206" y="0"/>
                  </a:cubicBezTo>
                  <a:cubicBezTo>
                    <a:pt x="107" y="0"/>
                    <a:pt x="27" y="80"/>
                    <a:pt x="27" y="178"/>
                  </a:cubicBezTo>
                  <a:cubicBezTo>
                    <a:pt x="27" y="198"/>
                    <a:pt x="29" y="244"/>
                    <a:pt x="69" y="294"/>
                  </a:cubicBezTo>
                  <a:cubicBezTo>
                    <a:pt x="80" y="306"/>
                    <a:pt x="118" y="333"/>
                    <a:pt x="143" y="352"/>
                  </a:cubicBezTo>
                  <a:cubicBezTo>
                    <a:pt x="85" y="383"/>
                    <a:pt x="0" y="441"/>
                    <a:pt x="0" y="547"/>
                  </a:cubicBezTo>
                  <a:cubicBezTo>
                    <a:pt x="0" y="661"/>
                    <a:pt x="101" y="731"/>
                    <a:pt x="203" y="731"/>
                  </a:cubicBezTo>
                  <a:cubicBezTo>
                    <a:pt x="315" y="731"/>
                    <a:pt x="409" y="644"/>
                    <a:pt x="409" y="531"/>
                  </a:cubicBezTo>
                  <a:cubicBezTo>
                    <a:pt x="409" y="492"/>
                    <a:pt x="398" y="444"/>
                    <a:pt x="362" y="398"/>
                  </a:cubicBezTo>
                  <a:cubicBezTo>
                    <a:pt x="342" y="376"/>
                    <a:pt x="326" y="367"/>
                    <a:pt x="264" y="323"/>
                  </a:cubicBezTo>
                  <a:close/>
                  <a:moveTo>
                    <a:pt x="165" y="369"/>
                  </a:moveTo>
                  <a:lnTo>
                    <a:pt x="286" y="451"/>
                  </a:lnTo>
                  <a:cubicBezTo>
                    <a:pt x="313" y="470"/>
                    <a:pt x="360" y="502"/>
                    <a:pt x="360" y="567"/>
                  </a:cubicBezTo>
                  <a:cubicBezTo>
                    <a:pt x="360" y="646"/>
                    <a:pt x="286" y="702"/>
                    <a:pt x="206" y="702"/>
                  </a:cubicBezTo>
                  <a:cubicBezTo>
                    <a:pt x="121" y="702"/>
                    <a:pt x="49" y="637"/>
                    <a:pt x="49" y="547"/>
                  </a:cubicBezTo>
                  <a:cubicBezTo>
                    <a:pt x="49" y="485"/>
                    <a:pt x="80" y="417"/>
                    <a:pt x="165" y="36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D26C3021-E156-D415-D28B-ED8A2FD101B2}"/>
                </a:ext>
              </a:extLst>
            </p:cNvPr>
            <p:cNvSpPr/>
            <p:nvPr/>
          </p:nvSpPr>
          <p:spPr>
            <a:xfrm>
              <a:off x="4618440" y="6615720"/>
              <a:ext cx="117000" cy="2548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26" h="709">
                  <a:moveTo>
                    <a:pt x="203" y="27"/>
                  </a:moveTo>
                  <a:cubicBezTo>
                    <a:pt x="203" y="2"/>
                    <a:pt x="203" y="0"/>
                    <a:pt x="179" y="0"/>
                  </a:cubicBezTo>
                  <a:cubicBezTo>
                    <a:pt x="118" y="68"/>
                    <a:pt x="31" y="68"/>
                    <a:pt x="0" y="68"/>
                  </a:cubicBezTo>
                  <a:lnTo>
                    <a:pt x="0" y="101"/>
                  </a:lnTo>
                  <a:cubicBezTo>
                    <a:pt x="20" y="101"/>
                    <a:pt x="78" y="101"/>
                    <a:pt x="130" y="72"/>
                  </a:cubicBezTo>
                  <a:lnTo>
                    <a:pt x="130" y="625"/>
                  </a:lnTo>
                  <a:cubicBezTo>
                    <a:pt x="130" y="663"/>
                    <a:pt x="127" y="675"/>
                    <a:pt x="38" y="675"/>
                  </a:cubicBezTo>
                  <a:lnTo>
                    <a:pt x="7" y="675"/>
                  </a:lnTo>
                  <a:lnTo>
                    <a:pt x="7" y="709"/>
                  </a:lnTo>
                  <a:cubicBezTo>
                    <a:pt x="40" y="704"/>
                    <a:pt x="127" y="704"/>
                    <a:pt x="165" y="704"/>
                  </a:cubicBezTo>
                  <a:cubicBezTo>
                    <a:pt x="206" y="704"/>
                    <a:pt x="290" y="704"/>
                    <a:pt x="326" y="709"/>
                  </a:cubicBezTo>
                  <a:lnTo>
                    <a:pt x="326" y="675"/>
                  </a:lnTo>
                  <a:lnTo>
                    <a:pt x="295" y="675"/>
                  </a:lnTo>
                  <a:cubicBezTo>
                    <a:pt x="206" y="675"/>
                    <a:pt x="203" y="663"/>
                    <a:pt x="203" y="62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8933A085-4F7E-DF14-5FC1-CB1F1AB5A5FC}"/>
                </a:ext>
              </a:extLst>
            </p:cNvPr>
            <p:cNvSpPr/>
            <p:nvPr/>
          </p:nvSpPr>
          <p:spPr>
            <a:xfrm>
              <a:off x="4884840" y="6705360"/>
              <a:ext cx="178200" cy="1645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96" h="458">
                  <a:moveTo>
                    <a:pt x="270" y="210"/>
                  </a:moveTo>
                  <a:cubicBezTo>
                    <a:pt x="302" y="169"/>
                    <a:pt x="337" y="116"/>
                    <a:pt x="362" y="89"/>
                  </a:cubicBezTo>
                  <a:cubicBezTo>
                    <a:pt x="393" y="51"/>
                    <a:pt x="433" y="34"/>
                    <a:pt x="478" y="34"/>
                  </a:cubicBezTo>
                  <a:lnTo>
                    <a:pt x="478" y="0"/>
                  </a:lnTo>
                  <a:cubicBezTo>
                    <a:pt x="454" y="2"/>
                    <a:pt x="425" y="2"/>
                    <a:pt x="398" y="2"/>
                  </a:cubicBezTo>
                  <a:cubicBezTo>
                    <a:pt x="369" y="2"/>
                    <a:pt x="317" y="0"/>
                    <a:pt x="304" y="0"/>
                  </a:cubicBezTo>
                  <a:lnTo>
                    <a:pt x="304" y="34"/>
                  </a:lnTo>
                  <a:cubicBezTo>
                    <a:pt x="324" y="36"/>
                    <a:pt x="333" y="48"/>
                    <a:pt x="333" y="65"/>
                  </a:cubicBezTo>
                  <a:cubicBezTo>
                    <a:pt x="333" y="82"/>
                    <a:pt x="322" y="96"/>
                    <a:pt x="317" y="104"/>
                  </a:cubicBezTo>
                  <a:lnTo>
                    <a:pt x="257" y="186"/>
                  </a:lnTo>
                  <a:lnTo>
                    <a:pt x="179" y="80"/>
                  </a:lnTo>
                  <a:cubicBezTo>
                    <a:pt x="170" y="68"/>
                    <a:pt x="170" y="65"/>
                    <a:pt x="170" y="60"/>
                  </a:cubicBezTo>
                  <a:cubicBezTo>
                    <a:pt x="170" y="43"/>
                    <a:pt x="185" y="34"/>
                    <a:pt x="206" y="34"/>
                  </a:cubicBezTo>
                  <a:lnTo>
                    <a:pt x="206" y="0"/>
                  </a:lnTo>
                  <a:cubicBezTo>
                    <a:pt x="179" y="0"/>
                    <a:pt x="114" y="2"/>
                    <a:pt x="98" y="2"/>
                  </a:cubicBezTo>
                  <a:cubicBezTo>
                    <a:pt x="78" y="2"/>
                    <a:pt x="31" y="2"/>
                    <a:pt x="4" y="0"/>
                  </a:cubicBezTo>
                  <a:lnTo>
                    <a:pt x="4" y="34"/>
                  </a:lnTo>
                  <a:cubicBezTo>
                    <a:pt x="74" y="34"/>
                    <a:pt x="76" y="34"/>
                    <a:pt x="121" y="99"/>
                  </a:cubicBezTo>
                  <a:lnTo>
                    <a:pt x="219" y="236"/>
                  </a:lnTo>
                  <a:lnTo>
                    <a:pt x="125" y="362"/>
                  </a:lnTo>
                  <a:cubicBezTo>
                    <a:pt x="78" y="424"/>
                    <a:pt x="20" y="427"/>
                    <a:pt x="0" y="427"/>
                  </a:cubicBezTo>
                  <a:lnTo>
                    <a:pt x="0" y="458"/>
                  </a:lnTo>
                  <a:cubicBezTo>
                    <a:pt x="25" y="456"/>
                    <a:pt x="56" y="456"/>
                    <a:pt x="83" y="456"/>
                  </a:cubicBezTo>
                  <a:cubicBezTo>
                    <a:pt x="109" y="456"/>
                    <a:pt x="152" y="458"/>
                    <a:pt x="177" y="458"/>
                  </a:cubicBezTo>
                  <a:lnTo>
                    <a:pt x="177" y="427"/>
                  </a:lnTo>
                  <a:cubicBezTo>
                    <a:pt x="154" y="422"/>
                    <a:pt x="147" y="410"/>
                    <a:pt x="147" y="393"/>
                  </a:cubicBezTo>
                  <a:cubicBezTo>
                    <a:pt x="147" y="369"/>
                    <a:pt x="177" y="335"/>
                    <a:pt x="235" y="258"/>
                  </a:cubicBezTo>
                  <a:lnTo>
                    <a:pt x="311" y="364"/>
                  </a:lnTo>
                  <a:cubicBezTo>
                    <a:pt x="320" y="376"/>
                    <a:pt x="331" y="393"/>
                    <a:pt x="331" y="400"/>
                  </a:cubicBezTo>
                  <a:cubicBezTo>
                    <a:pt x="331" y="410"/>
                    <a:pt x="322" y="424"/>
                    <a:pt x="295" y="427"/>
                  </a:cubicBezTo>
                  <a:lnTo>
                    <a:pt x="295" y="458"/>
                  </a:lnTo>
                  <a:cubicBezTo>
                    <a:pt x="326" y="458"/>
                    <a:pt x="380" y="456"/>
                    <a:pt x="402" y="456"/>
                  </a:cubicBezTo>
                  <a:cubicBezTo>
                    <a:pt x="429" y="456"/>
                    <a:pt x="467" y="456"/>
                    <a:pt x="496" y="458"/>
                  </a:cubicBezTo>
                  <a:lnTo>
                    <a:pt x="496" y="427"/>
                  </a:lnTo>
                  <a:cubicBezTo>
                    <a:pt x="445" y="427"/>
                    <a:pt x="427" y="424"/>
                    <a:pt x="402" y="39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D76CA9C2-85A6-1E51-4FA8-B4642B3E92BB}"/>
                </a:ext>
              </a:extLst>
            </p:cNvPr>
            <p:cNvSpPr/>
            <p:nvPr/>
          </p:nvSpPr>
          <p:spPr>
            <a:xfrm>
              <a:off x="5204160" y="6647039"/>
              <a:ext cx="235440" cy="2548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55" h="709">
                  <a:moveTo>
                    <a:pt x="349" y="376"/>
                  </a:moveTo>
                  <a:lnTo>
                    <a:pt x="623" y="376"/>
                  </a:lnTo>
                  <a:cubicBezTo>
                    <a:pt x="637" y="376"/>
                    <a:pt x="655" y="376"/>
                    <a:pt x="655" y="354"/>
                  </a:cubicBezTo>
                  <a:cubicBezTo>
                    <a:pt x="655" y="333"/>
                    <a:pt x="637" y="333"/>
                    <a:pt x="623" y="333"/>
                  </a:cubicBezTo>
                  <a:lnTo>
                    <a:pt x="349" y="333"/>
                  </a:lnTo>
                  <a:lnTo>
                    <a:pt x="349" y="36"/>
                  </a:lnTo>
                  <a:cubicBezTo>
                    <a:pt x="349" y="19"/>
                    <a:pt x="349" y="0"/>
                    <a:pt x="328" y="0"/>
                  </a:cubicBezTo>
                  <a:cubicBezTo>
                    <a:pt x="308" y="0"/>
                    <a:pt x="308" y="19"/>
                    <a:pt x="308" y="36"/>
                  </a:cubicBezTo>
                  <a:lnTo>
                    <a:pt x="308" y="333"/>
                  </a:lnTo>
                  <a:lnTo>
                    <a:pt x="34" y="333"/>
                  </a:lnTo>
                  <a:cubicBezTo>
                    <a:pt x="18" y="333"/>
                    <a:pt x="0" y="333"/>
                    <a:pt x="0" y="354"/>
                  </a:cubicBezTo>
                  <a:cubicBezTo>
                    <a:pt x="0" y="376"/>
                    <a:pt x="18" y="376"/>
                    <a:pt x="34" y="376"/>
                  </a:cubicBezTo>
                  <a:lnTo>
                    <a:pt x="308" y="376"/>
                  </a:lnTo>
                  <a:lnTo>
                    <a:pt x="308" y="673"/>
                  </a:lnTo>
                  <a:cubicBezTo>
                    <a:pt x="308" y="687"/>
                    <a:pt x="308" y="709"/>
                    <a:pt x="328" y="709"/>
                  </a:cubicBezTo>
                  <a:cubicBezTo>
                    <a:pt x="349" y="709"/>
                    <a:pt x="349" y="687"/>
                    <a:pt x="349" y="67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EB558658-D11E-CD0E-3CF1-969A0BD5C0EF}"/>
                </a:ext>
              </a:extLst>
            </p:cNvPr>
            <p:cNvSpPr/>
            <p:nvPr/>
          </p:nvSpPr>
          <p:spPr>
            <a:xfrm>
              <a:off x="5607000" y="6615720"/>
              <a:ext cx="117000" cy="2548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26" h="709">
                  <a:moveTo>
                    <a:pt x="203" y="27"/>
                  </a:moveTo>
                  <a:cubicBezTo>
                    <a:pt x="203" y="2"/>
                    <a:pt x="203" y="0"/>
                    <a:pt x="179" y="0"/>
                  </a:cubicBezTo>
                  <a:cubicBezTo>
                    <a:pt x="118" y="68"/>
                    <a:pt x="31" y="68"/>
                    <a:pt x="0" y="68"/>
                  </a:cubicBezTo>
                  <a:lnTo>
                    <a:pt x="0" y="101"/>
                  </a:lnTo>
                  <a:cubicBezTo>
                    <a:pt x="20" y="101"/>
                    <a:pt x="78" y="101"/>
                    <a:pt x="130" y="72"/>
                  </a:cubicBezTo>
                  <a:lnTo>
                    <a:pt x="130" y="625"/>
                  </a:lnTo>
                  <a:cubicBezTo>
                    <a:pt x="130" y="663"/>
                    <a:pt x="127" y="675"/>
                    <a:pt x="38" y="675"/>
                  </a:cubicBezTo>
                  <a:lnTo>
                    <a:pt x="7" y="675"/>
                  </a:lnTo>
                  <a:lnTo>
                    <a:pt x="7" y="709"/>
                  </a:lnTo>
                  <a:cubicBezTo>
                    <a:pt x="40" y="704"/>
                    <a:pt x="127" y="704"/>
                    <a:pt x="165" y="704"/>
                  </a:cubicBezTo>
                  <a:cubicBezTo>
                    <a:pt x="206" y="704"/>
                    <a:pt x="290" y="704"/>
                    <a:pt x="326" y="709"/>
                  </a:cubicBezTo>
                  <a:lnTo>
                    <a:pt x="326" y="675"/>
                  </a:lnTo>
                  <a:lnTo>
                    <a:pt x="295" y="675"/>
                  </a:lnTo>
                  <a:cubicBezTo>
                    <a:pt x="206" y="675"/>
                    <a:pt x="203" y="663"/>
                    <a:pt x="203" y="62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57D7012-BEAD-539B-F414-47A6AE4B1E09}"/>
                </a:ext>
              </a:extLst>
            </p:cNvPr>
            <p:cNvSpPr/>
            <p:nvPr/>
          </p:nvSpPr>
          <p:spPr>
            <a:xfrm>
              <a:off x="5766120" y="6615720"/>
              <a:ext cx="146880" cy="2628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09" h="731">
                  <a:moveTo>
                    <a:pt x="322" y="369"/>
                  </a:moveTo>
                  <a:lnTo>
                    <a:pt x="322" y="403"/>
                  </a:lnTo>
                  <a:cubicBezTo>
                    <a:pt x="322" y="653"/>
                    <a:pt x="219" y="702"/>
                    <a:pt x="161" y="702"/>
                  </a:cubicBezTo>
                  <a:cubicBezTo>
                    <a:pt x="145" y="702"/>
                    <a:pt x="92" y="699"/>
                    <a:pt x="65" y="663"/>
                  </a:cubicBezTo>
                  <a:cubicBezTo>
                    <a:pt x="107" y="663"/>
                    <a:pt x="116" y="632"/>
                    <a:pt x="116" y="615"/>
                  </a:cubicBezTo>
                  <a:cubicBezTo>
                    <a:pt x="116" y="581"/>
                    <a:pt x="92" y="564"/>
                    <a:pt x="69" y="564"/>
                  </a:cubicBezTo>
                  <a:cubicBezTo>
                    <a:pt x="54" y="564"/>
                    <a:pt x="25" y="574"/>
                    <a:pt x="25" y="617"/>
                  </a:cubicBezTo>
                  <a:cubicBezTo>
                    <a:pt x="25" y="687"/>
                    <a:pt x="78" y="731"/>
                    <a:pt x="161" y="731"/>
                  </a:cubicBezTo>
                  <a:cubicBezTo>
                    <a:pt x="288" y="731"/>
                    <a:pt x="409" y="586"/>
                    <a:pt x="409" y="359"/>
                  </a:cubicBezTo>
                  <a:cubicBezTo>
                    <a:pt x="409" y="72"/>
                    <a:pt x="297" y="0"/>
                    <a:pt x="208" y="0"/>
                  </a:cubicBezTo>
                  <a:cubicBezTo>
                    <a:pt x="154" y="0"/>
                    <a:pt x="105" y="19"/>
                    <a:pt x="63" y="68"/>
                  </a:cubicBezTo>
                  <a:cubicBezTo>
                    <a:pt x="22" y="116"/>
                    <a:pt x="0" y="159"/>
                    <a:pt x="0" y="239"/>
                  </a:cubicBezTo>
                  <a:cubicBezTo>
                    <a:pt x="0" y="371"/>
                    <a:pt x="87" y="475"/>
                    <a:pt x="197" y="475"/>
                  </a:cubicBezTo>
                  <a:cubicBezTo>
                    <a:pt x="257" y="475"/>
                    <a:pt x="297" y="432"/>
                    <a:pt x="322" y="369"/>
                  </a:cubicBezTo>
                  <a:close/>
                  <a:moveTo>
                    <a:pt x="199" y="451"/>
                  </a:moveTo>
                  <a:cubicBezTo>
                    <a:pt x="183" y="451"/>
                    <a:pt x="136" y="451"/>
                    <a:pt x="107" y="386"/>
                  </a:cubicBezTo>
                  <a:cubicBezTo>
                    <a:pt x="89" y="345"/>
                    <a:pt x="89" y="292"/>
                    <a:pt x="89" y="241"/>
                  </a:cubicBezTo>
                  <a:cubicBezTo>
                    <a:pt x="89" y="183"/>
                    <a:pt x="89" y="133"/>
                    <a:pt x="109" y="94"/>
                  </a:cubicBezTo>
                  <a:cubicBezTo>
                    <a:pt x="136" y="41"/>
                    <a:pt x="174" y="27"/>
                    <a:pt x="208" y="27"/>
                  </a:cubicBezTo>
                  <a:cubicBezTo>
                    <a:pt x="255" y="27"/>
                    <a:pt x="286" y="63"/>
                    <a:pt x="304" y="111"/>
                  </a:cubicBezTo>
                  <a:cubicBezTo>
                    <a:pt x="315" y="145"/>
                    <a:pt x="320" y="212"/>
                    <a:pt x="320" y="260"/>
                  </a:cubicBezTo>
                  <a:cubicBezTo>
                    <a:pt x="320" y="350"/>
                    <a:pt x="286" y="451"/>
                    <a:pt x="199" y="45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3CA76539-2D44-588D-15DF-A367A99A55B0}"/>
                </a:ext>
              </a:extLst>
            </p:cNvPr>
            <p:cNvSpPr/>
            <p:nvPr/>
          </p:nvSpPr>
          <p:spPr>
            <a:xfrm>
              <a:off x="5947919" y="6583679"/>
              <a:ext cx="82440" cy="3816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0" h="1061">
                  <a:moveTo>
                    <a:pt x="230" y="531"/>
                  </a:moveTo>
                  <a:cubicBezTo>
                    <a:pt x="230" y="449"/>
                    <a:pt x="219" y="321"/>
                    <a:pt x="165" y="200"/>
                  </a:cubicBezTo>
                  <a:cubicBezTo>
                    <a:pt x="105" y="70"/>
                    <a:pt x="20" y="0"/>
                    <a:pt x="9" y="0"/>
                  </a:cubicBezTo>
                  <a:cubicBezTo>
                    <a:pt x="4" y="0"/>
                    <a:pt x="0" y="5"/>
                    <a:pt x="0" y="10"/>
                  </a:cubicBezTo>
                  <a:cubicBezTo>
                    <a:pt x="0" y="14"/>
                    <a:pt x="0" y="17"/>
                    <a:pt x="18" y="36"/>
                  </a:cubicBezTo>
                  <a:cubicBezTo>
                    <a:pt x="116" y="140"/>
                    <a:pt x="172" y="309"/>
                    <a:pt x="172" y="531"/>
                  </a:cubicBezTo>
                  <a:cubicBezTo>
                    <a:pt x="172" y="711"/>
                    <a:pt x="136" y="899"/>
                    <a:pt x="13" y="1032"/>
                  </a:cubicBezTo>
                  <a:cubicBezTo>
                    <a:pt x="0" y="1047"/>
                    <a:pt x="0" y="1049"/>
                    <a:pt x="0" y="1051"/>
                  </a:cubicBezTo>
                  <a:cubicBezTo>
                    <a:pt x="0" y="1059"/>
                    <a:pt x="4" y="1061"/>
                    <a:pt x="9" y="1061"/>
                  </a:cubicBezTo>
                  <a:cubicBezTo>
                    <a:pt x="20" y="1061"/>
                    <a:pt x="109" y="989"/>
                    <a:pt x="168" y="854"/>
                  </a:cubicBezTo>
                  <a:cubicBezTo>
                    <a:pt x="219" y="738"/>
                    <a:pt x="230" y="620"/>
                    <a:pt x="230" y="53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8205A68A-F330-3748-8CED-4833DF731F05}"/>
                </a:ext>
              </a:extLst>
            </p:cNvPr>
            <p:cNvSpPr/>
            <p:nvPr/>
          </p:nvSpPr>
          <p:spPr>
            <a:xfrm>
              <a:off x="6202079" y="6647039"/>
              <a:ext cx="235440" cy="2548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55" h="709">
                  <a:moveTo>
                    <a:pt x="349" y="376"/>
                  </a:moveTo>
                  <a:lnTo>
                    <a:pt x="623" y="376"/>
                  </a:lnTo>
                  <a:cubicBezTo>
                    <a:pt x="637" y="376"/>
                    <a:pt x="655" y="376"/>
                    <a:pt x="655" y="354"/>
                  </a:cubicBezTo>
                  <a:cubicBezTo>
                    <a:pt x="655" y="333"/>
                    <a:pt x="637" y="333"/>
                    <a:pt x="623" y="333"/>
                  </a:cubicBezTo>
                  <a:lnTo>
                    <a:pt x="349" y="333"/>
                  </a:lnTo>
                  <a:lnTo>
                    <a:pt x="349" y="36"/>
                  </a:lnTo>
                  <a:cubicBezTo>
                    <a:pt x="349" y="19"/>
                    <a:pt x="349" y="0"/>
                    <a:pt x="328" y="0"/>
                  </a:cubicBezTo>
                  <a:cubicBezTo>
                    <a:pt x="308" y="0"/>
                    <a:pt x="308" y="19"/>
                    <a:pt x="308" y="36"/>
                  </a:cubicBezTo>
                  <a:lnTo>
                    <a:pt x="308" y="333"/>
                  </a:lnTo>
                  <a:lnTo>
                    <a:pt x="34" y="333"/>
                  </a:lnTo>
                  <a:cubicBezTo>
                    <a:pt x="18" y="333"/>
                    <a:pt x="0" y="333"/>
                    <a:pt x="0" y="354"/>
                  </a:cubicBezTo>
                  <a:cubicBezTo>
                    <a:pt x="0" y="376"/>
                    <a:pt x="18" y="376"/>
                    <a:pt x="34" y="376"/>
                  </a:cubicBezTo>
                  <a:lnTo>
                    <a:pt x="308" y="376"/>
                  </a:lnTo>
                  <a:lnTo>
                    <a:pt x="308" y="673"/>
                  </a:lnTo>
                  <a:cubicBezTo>
                    <a:pt x="308" y="687"/>
                    <a:pt x="308" y="709"/>
                    <a:pt x="328" y="709"/>
                  </a:cubicBezTo>
                  <a:cubicBezTo>
                    <a:pt x="349" y="709"/>
                    <a:pt x="349" y="687"/>
                    <a:pt x="349" y="67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532FE370-9F43-56DB-528E-5AF1A9FECF92}"/>
                </a:ext>
              </a:extLst>
            </p:cNvPr>
            <p:cNvSpPr/>
            <p:nvPr/>
          </p:nvSpPr>
          <p:spPr>
            <a:xfrm>
              <a:off x="6585840" y="6600960"/>
              <a:ext cx="114840" cy="2696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20" h="750">
                  <a:moveTo>
                    <a:pt x="141" y="292"/>
                  </a:moveTo>
                  <a:lnTo>
                    <a:pt x="141" y="169"/>
                  </a:lnTo>
                  <a:cubicBezTo>
                    <a:pt x="141" y="75"/>
                    <a:pt x="188" y="24"/>
                    <a:pt x="232" y="24"/>
                  </a:cubicBezTo>
                  <a:cubicBezTo>
                    <a:pt x="235" y="24"/>
                    <a:pt x="248" y="24"/>
                    <a:pt x="264" y="31"/>
                  </a:cubicBezTo>
                  <a:cubicBezTo>
                    <a:pt x="252" y="36"/>
                    <a:pt x="235" y="48"/>
                    <a:pt x="235" y="75"/>
                  </a:cubicBezTo>
                  <a:cubicBezTo>
                    <a:pt x="235" y="99"/>
                    <a:pt x="250" y="121"/>
                    <a:pt x="277" y="121"/>
                  </a:cubicBezTo>
                  <a:cubicBezTo>
                    <a:pt x="306" y="121"/>
                    <a:pt x="320" y="99"/>
                    <a:pt x="320" y="75"/>
                  </a:cubicBezTo>
                  <a:cubicBezTo>
                    <a:pt x="320" y="36"/>
                    <a:pt x="284" y="0"/>
                    <a:pt x="232" y="0"/>
                  </a:cubicBezTo>
                  <a:cubicBezTo>
                    <a:pt x="163" y="0"/>
                    <a:pt x="78" y="55"/>
                    <a:pt x="78" y="169"/>
                  </a:cubicBezTo>
                  <a:lnTo>
                    <a:pt x="78" y="292"/>
                  </a:lnTo>
                  <a:lnTo>
                    <a:pt x="0" y="292"/>
                  </a:lnTo>
                  <a:lnTo>
                    <a:pt x="0" y="323"/>
                  </a:lnTo>
                  <a:lnTo>
                    <a:pt x="78" y="323"/>
                  </a:lnTo>
                  <a:lnTo>
                    <a:pt x="78" y="668"/>
                  </a:lnTo>
                  <a:cubicBezTo>
                    <a:pt x="78" y="716"/>
                    <a:pt x="67" y="716"/>
                    <a:pt x="0" y="716"/>
                  </a:cubicBezTo>
                  <a:lnTo>
                    <a:pt x="0" y="750"/>
                  </a:lnTo>
                  <a:cubicBezTo>
                    <a:pt x="40" y="748"/>
                    <a:pt x="85" y="745"/>
                    <a:pt x="114" y="745"/>
                  </a:cubicBezTo>
                  <a:cubicBezTo>
                    <a:pt x="154" y="745"/>
                    <a:pt x="199" y="745"/>
                    <a:pt x="239" y="750"/>
                  </a:cubicBezTo>
                  <a:lnTo>
                    <a:pt x="239" y="716"/>
                  </a:lnTo>
                  <a:lnTo>
                    <a:pt x="219" y="716"/>
                  </a:lnTo>
                  <a:cubicBezTo>
                    <a:pt x="145" y="716"/>
                    <a:pt x="143" y="704"/>
                    <a:pt x="143" y="666"/>
                  </a:cubicBezTo>
                  <a:lnTo>
                    <a:pt x="143" y="323"/>
                  </a:lnTo>
                  <a:lnTo>
                    <a:pt x="257" y="323"/>
                  </a:lnTo>
                  <a:lnTo>
                    <a:pt x="257" y="29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3A55721-AF6C-3238-52A2-99FE0E84DC13}"/>
                </a:ext>
              </a:extLst>
            </p:cNvPr>
            <p:cNvSpPr/>
            <p:nvPr/>
          </p:nvSpPr>
          <p:spPr>
            <a:xfrm>
              <a:off x="6716880" y="6583679"/>
              <a:ext cx="82440" cy="3816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0" h="1061">
                  <a:moveTo>
                    <a:pt x="230" y="1051"/>
                  </a:moveTo>
                  <a:cubicBezTo>
                    <a:pt x="230" y="1049"/>
                    <a:pt x="230" y="1047"/>
                    <a:pt x="212" y="1027"/>
                  </a:cubicBezTo>
                  <a:cubicBezTo>
                    <a:pt x="89" y="895"/>
                    <a:pt x="58" y="694"/>
                    <a:pt x="58" y="531"/>
                  </a:cubicBezTo>
                  <a:cubicBezTo>
                    <a:pt x="58" y="347"/>
                    <a:pt x="96" y="162"/>
                    <a:pt x="217" y="29"/>
                  </a:cubicBezTo>
                  <a:cubicBezTo>
                    <a:pt x="230" y="17"/>
                    <a:pt x="230" y="14"/>
                    <a:pt x="230" y="10"/>
                  </a:cubicBezTo>
                  <a:cubicBezTo>
                    <a:pt x="230" y="2"/>
                    <a:pt x="226" y="0"/>
                    <a:pt x="219" y="0"/>
                  </a:cubicBezTo>
                  <a:cubicBezTo>
                    <a:pt x="210" y="0"/>
                    <a:pt x="121" y="72"/>
                    <a:pt x="63" y="207"/>
                  </a:cubicBezTo>
                  <a:cubicBezTo>
                    <a:pt x="11" y="323"/>
                    <a:pt x="0" y="441"/>
                    <a:pt x="0" y="531"/>
                  </a:cubicBezTo>
                  <a:cubicBezTo>
                    <a:pt x="0" y="615"/>
                    <a:pt x="11" y="743"/>
                    <a:pt x="65" y="863"/>
                  </a:cubicBezTo>
                  <a:cubicBezTo>
                    <a:pt x="125" y="993"/>
                    <a:pt x="210" y="1061"/>
                    <a:pt x="219" y="1061"/>
                  </a:cubicBezTo>
                  <a:cubicBezTo>
                    <a:pt x="226" y="1061"/>
                    <a:pt x="230" y="1059"/>
                    <a:pt x="230" y="105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02017E22-A14C-FF7F-9A4E-232CD01C1009}"/>
                </a:ext>
              </a:extLst>
            </p:cNvPr>
            <p:cNvSpPr/>
            <p:nvPr/>
          </p:nvSpPr>
          <p:spPr>
            <a:xfrm>
              <a:off x="6833519" y="6615720"/>
              <a:ext cx="146880" cy="2628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09" h="731">
                  <a:moveTo>
                    <a:pt x="118" y="222"/>
                  </a:moveTo>
                  <a:cubicBezTo>
                    <a:pt x="74" y="191"/>
                    <a:pt x="69" y="154"/>
                    <a:pt x="69" y="135"/>
                  </a:cubicBezTo>
                  <a:cubicBezTo>
                    <a:pt x="69" y="72"/>
                    <a:pt x="134" y="27"/>
                    <a:pt x="203" y="27"/>
                  </a:cubicBezTo>
                  <a:cubicBezTo>
                    <a:pt x="277" y="27"/>
                    <a:pt x="340" y="82"/>
                    <a:pt x="340" y="159"/>
                  </a:cubicBezTo>
                  <a:cubicBezTo>
                    <a:pt x="340" y="219"/>
                    <a:pt x="302" y="270"/>
                    <a:pt x="241" y="306"/>
                  </a:cubicBezTo>
                  <a:close/>
                  <a:moveTo>
                    <a:pt x="264" y="323"/>
                  </a:moveTo>
                  <a:cubicBezTo>
                    <a:pt x="335" y="285"/>
                    <a:pt x="382" y="229"/>
                    <a:pt x="382" y="159"/>
                  </a:cubicBezTo>
                  <a:cubicBezTo>
                    <a:pt x="382" y="60"/>
                    <a:pt x="295" y="0"/>
                    <a:pt x="206" y="0"/>
                  </a:cubicBezTo>
                  <a:cubicBezTo>
                    <a:pt x="107" y="0"/>
                    <a:pt x="27" y="80"/>
                    <a:pt x="27" y="178"/>
                  </a:cubicBezTo>
                  <a:cubicBezTo>
                    <a:pt x="27" y="198"/>
                    <a:pt x="29" y="244"/>
                    <a:pt x="69" y="294"/>
                  </a:cubicBezTo>
                  <a:cubicBezTo>
                    <a:pt x="80" y="306"/>
                    <a:pt x="118" y="333"/>
                    <a:pt x="143" y="352"/>
                  </a:cubicBezTo>
                  <a:cubicBezTo>
                    <a:pt x="85" y="383"/>
                    <a:pt x="0" y="441"/>
                    <a:pt x="0" y="547"/>
                  </a:cubicBezTo>
                  <a:cubicBezTo>
                    <a:pt x="0" y="661"/>
                    <a:pt x="101" y="731"/>
                    <a:pt x="203" y="731"/>
                  </a:cubicBezTo>
                  <a:cubicBezTo>
                    <a:pt x="315" y="731"/>
                    <a:pt x="409" y="644"/>
                    <a:pt x="409" y="531"/>
                  </a:cubicBezTo>
                  <a:cubicBezTo>
                    <a:pt x="409" y="492"/>
                    <a:pt x="398" y="444"/>
                    <a:pt x="362" y="398"/>
                  </a:cubicBezTo>
                  <a:cubicBezTo>
                    <a:pt x="342" y="376"/>
                    <a:pt x="326" y="367"/>
                    <a:pt x="264" y="323"/>
                  </a:cubicBezTo>
                  <a:close/>
                  <a:moveTo>
                    <a:pt x="165" y="369"/>
                  </a:moveTo>
                  <a:lnTo>
                    <a:pt x="286" y="451"/>
                  </a:lnTo>
                  <a:cubicBezTo>
                    <a:pt x="313" y="470"/>
                    <a:pt x="360" y="502"/>
                    <a:pt x="360" y="567"/>
                  </a:cubicBezTo>
                  <a:cubicBezTo>
                    <a:pt x="360" y="646"/>
                    <a:pt x="286" y="702"/>
                    <a:pt x="206" y="702"/>
                  </a:cubicBezTo>
                  <a:cubicBezTo>
                    <a:pt x="121" y="702"/>
                    <a:pt x="49" y="637"/>
                    <a:pt x="49" y="547"/>
                  </a:cubicBezTo>
                  <a:cubicBezTo>
                    <a:pt x="49" y="485"/>
                    <a:pt x="80" y="417"/>
                    <a:pt x="165" y="36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9113E9CA-8A24-0DA3-3EF0-4FF37D4D4081}"/>
                </a:ext>
              </a:extLst>
            </p:cNvPr>
            <p:cNvSpPr/>
            <p:nvPr/>
          </p:nvSpPr>
          <p:spPr>
            <a:xfrm>
              <a:off x="7008120" y="6615720"/>
              <a:ext cx="149400" cy="2628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16" h="731">
                  <a:moveTo>
                    <a:pt x="416" y="369"/>
                  </a:moveTo>
                  <a:cubicBezTo>
                    <a:pt x="416" y="282"/>
                    <a:pt x="411" y="198"/>
                    <a:pt x="375" y="118"/>
                  </a:cubicBezTo>
                  <a:cubicBezTo>
                    <a:pt x="331" y="17"/>
                    <a:pt x="250" y="0"/>
                    <a:pt x="208" y="0"/>
                  </a:cubicBezTo>
                  <a:cubicBezTo>
                    <a:pt x="150" y="0"/>
                    <a:pt x="76" y="27"/>
                    <a:pt x="36" y="125"/>
                  </a:cubicBezTo>
                  <a:cubicBezTo>
                    <a:pt x="4" y="200"/>
                    <a:pt x="0" y="282"/>
                    <a:pt x="0" y="369"/>
                  </a:cubicBezTo>
                  <a:cubicBezTo>
                    <a:pt x="0" y="449"/>
                    <a:pt x="4" y="543"/>
                    <a:pt x="45" y="625"/>
                  </a:cubicBezTo>
                  <a:cubicBezTo>
                    <a:pt x="87" y="709"/>
                    <a:pt x="159" y="731"/>
                    <a:pt x="208" y="731"/>
                  </a:cubicBezTo>
                  <a:cubicBezTo>
                    <a:pt x="261" y="731"/>
                    <a:pt x="335" y="709"/>
                    <a:pt x="380" y="608"/>
                  </a:cubicBezTo>
                  <a:cubicBezTo>
                    <a:pt x="411" y="535"/>
                    <a:pt x="416" y="451"/>
                    <a:pt x="416" y="369"/>
                  </a:cubicBezTo>
                  <a:close/>
                  <a:moveTo>
                    <a:pt x="208" y="709"/>
                  </a:moveTo>
                  <a:cubicBezTo>
                    <a:pt x="170" y="709"/>
                    <a:pt x="109" y="682"/>
                    <a:pt x="92" y="579"/>
                  </a:cubicBezTo>
                  <a:cubicBezTo>
                    <a:pt x="83" y="516"/>
                    <a:pt x="83" y="417"/>
                    <a:pt x="83" y="354"/>
                  </a:cubicBezTo>
                  <a:cubicBezTo>
                    <a:pt x="83" y="287"/>
                    <a:pt x="83" y="217"/>
                    <a:pt x="89" y="159"/>
                  </a:cubicBezTo>
                  <a:cubicBezTo>
                    <a:pt x="109" y="34"/>
                    <a:pt x="183" y="24"/>
                    <a:pt x="208" y="24"/>
                  </a:cubicBezTo>
                  <a:cubicBezTo>
                    <a:pt x="239" y="24"/>
                    <a:pt x="304" y="43"/>
                    <a:pt x="324" y="147"/>
                  </a:cubicBezTo>
                  <a:cubicBezTo>
                    <a:pt x="333" y="207"/>
                    <a:pt x="333" y="287"/>
                    <a:pt x="333" y="354"/>
                  </a:cubicBezTo>
                  <a:cubicBezTo>
                    <a:pt x="333" y="434"/>
                    <a:pt x="333" y="506"/>
                    <a:pt x="322" y="574"/>
                  </a:cubicBezTo>
                  <a:cubicBezTo>
                    <a:pt x="308" y="675"/>
                    <a:pt x="252" y="709"/>
                    <a:pt x="208" y="70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D85494EC-461C-EB0C-B278-C25CDE3D6723}"/>
                </a:ext>
              </a:extLst>
            </p:cNvPr>
            <p:cNvSpPr/>
            <p:nvPr/>
          </p:nvSpPr>
          <p:spPr>
            <a:xfrm>
              <a:off x="7205040" y="6583679"/>
              <a:ext cx="82440" cy="3816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0" h="1061">
                  <a:moveTo>
                    <a:pt x="230" y="1051"/>
                  </a:moveTo>
                  <a:cubicBezTo>
                    <a:pt x="230" y="1049"/>
                    <a:pt x="230" y="1047"/>
                    <a:pt x="212" y="1027"/>
                  </a:cubicBezTo>
                  <a:cubicBezTo>
                    <a:pt x="89" y="895"/>
                    <a:pt x="58" y="694"/>
                    <a:pt x="58" y="531"/>
                  </a:cubicBezTo>
                  <a:cubicBezTo>
                    <a:pt x="58" y="347"/>
                    <a:pt x="96" y="162"/>
                    <a:pt x="217" y="29"/>
                  </a:cubicBezTo>
                  <a:cubicBezTo>
                    <a:pt x="230" y="17"/>
                    <a:pt x="230" y="14"/>
                    <a:pt x="230" y="10"/>
                  </a:cubicBezTo>
                  <a:cubicBezTo>
                    <a:pt x="230" y="2"/>
                    <a:pt x="226" y="0"/>
                    <a:pt x="219" y="0"/>
                  </a:cubicBezTo>
                  <a:cubicBezTo>
                    <a:pt x="210" y="0"/>
                    <a:pt x="121" y="72"/>
                    <a:pt x="63" y="207"/>
                  </a:cubicBezTo>
                  <a:cubicBezTo>
                    <a:pt x="11" y="323"/>
                    <a:pt x="0" y="441"/>
                    <a:pt x="0" y="531"/>
                  </a:cubicBezTo>
                  <a:cubicBezTo>
                    <a:pt x="0" y="615"/>
                    <a:pt x="11" y="743"/>
                    <a:pt x="65" y="863"/>
                  </a:cubicBezTo>
                  <a:cubicBezTo>
                    <a:pt x="125" y="993"/>
                    <a:pt x="210" y="1061"/>
                    <a:pt x="219" y="1061"/>
                  </a:cubicBezTo>
                  <a:cubicBezTo>
                    <a:pt x="226" y="1061"/>
                    <a:pt x="230" y="1059"/>
                    <a:pt x="230" y="105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BDC628B8-9C6B-B4CB-994F-E9448CCBC1F3}"/>
                </a:ext>
              </a:extLst>
            </p:cNvPr>
            <p:cNvSpPr/>
            <p:nvPr/>
          </p:nvSpPr>
          <p:spPr>
            <a:xfrm>
              <a:off x="7338599" y="6615720"/>
              <a:ext cx="117000" cy="2548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26" h="709">
                  <a:moveTo>
                    <a:pt x="203" y="27"/>
                  </a:moveTo>
                  <a:cubicBezTo>
                    <a:pt x="203" y="2"/>
                    <a:pt x="203" y="0"/>
                    <a:pt x="179" y="0"/>
                  </a:cubicBezTo>
                  <a:cubicBezTo>
                    <a:pt x="118" y="68"/>
                    <a:pt x="31" y="68"/>
                    <a:pt x="0" y="68"/>
                  </a:cubicBezTo>
                  <a:lnTo>
                    <a:pt x="0" y="101"/>
                  </a:lnTo>
                  <a:cubicBezTo>
                    <a:pt x="20" y="101"/>
                    <a:pt x="78" y="101"/>
                    <a:pt x="130" y="72"/>
                  </a:cubicBezTo>
                  <a:lnTo>
                    <a:pt x="130" y="625"/>
                  </a:lnTo>
                  <a:cubicBezTo>
                    <a:pt x="130" y="663"/>
                    <a:pt x="127" y="675"/>
                    <a:pt x="38" y="675"/>
                  </a:cubicBezTo>
                  <a:lnTo>
                    <a:pt x="7" y="675"/>
                  </a:lnTo>
                  <a:lnTo>
                    <a:pt x="7" y="709"/>
                  </a:lnTo>
                  <a:cubicBezTo>
                    <a:pt x="40" y="704"/>
                    <a:pt x="127" y="704"/>
                    <a:pt x="165" y="704"/>
                  </a:cubicBezTo>
                  <a:cubicBezTo>
                    <a:pt x="206" y="704"/>
                    <a:pt x="290" y="704"/>
                    <a:pt x="326" y="709"/>
                  </a:cubicBezTo>
                  <a:lnTo>
                    <a:pt x="326" y="675"/>
                  </a:lnTo>
                  <a:lnTo>
                    <a:pt x="295" y="675"/>
                  </a:lnTo>
                  <a:cubicBezTo>
                    <a:pt x="206" y="675"/>
                    <a:pt x="203" y="663"/>
                    <a:pt x="203" y="62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B21D6E09-EC81-7B01-1A36-DBAED3636452}"/>
                </a:ext>
              </a:extLst>
            </p:cNvPr>
            <p:cNvSpPr/>
            <p:nvPr/>
          </p:nvSpPr>
          <p:spPr>
            <a:xfrm>
              <a:off x="7487640" y="6776280"/>
              <a:ext cx="93600" cy="223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61" h="63">
                  <a:moveTo>
                    <a:pt x="261" y="63"/>
                  </a:moveTo>
                  <a:lnTo>
                    <a:pt x="261" y="0"/>
                  </a:lnTo>
                  <a:lnTo>
                    <a:pt x="0" y="0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78C9D97-4314-26D7-2AD7-E85229E1DC98}"/>
                </a:ext>
              </a:extLst>
            </p:cNvPr>
            <p:cNvSpPr/>
            <p:nvPr/>
          </p:nvSpPr>
          <p:spPr>
            <a:xfrm>
              <a:off x="7605000" y="6705360"/>
              <a:ext cx="178200" cy="1645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96" h="458">
                  <a:moveTo>
                    <a:pt x="270" y="210"/>
                  </a:moveTo>
                  <a:cubicBezTo>
                    <a:pt x="302" y="169"/>
                    <a:pt x="337" y="116"/>
                    <a:pt x="362" y="89"/>
                  </a:cubicBezTo>
                  <a:cubicBezTo>
                    <a:pt x="393" y="51"/>
                    <a:pt x="433" y="34"/>
                    <a:pt x="478" y="34"/>
                  </a:cubicBezTo>
                  <a:lnTo>
                    <a:pt x="478" y="0"/>
                  </a:lnTo>
                  <a:cubicBezTo>
                    <a:pt x="454" y="2"/>
                    <a:pt x="425" y="2"/>
                    <a:pt x="398" y="2"/>
                  </a:cubicBezTo>
                  <a:cubicBezTo>
                    <a:pt x="369" y="2"/>
                    <a:pt x="317" y="0"/>
                    <a:pt x="304" y="0"/>
                  </a:cubicBezTo>
                  <a:lnTo>
                    <a:pt x="304" y="34"/>
                  </a:lnTo>
                  <a:cubicBezTo>
                    <a:pt x="324" y="36"/>
                    <a:pt x="333" y="48"/>
                    <a:pt x="333" y="65"/>
                  </a:cubicBezTo>
                  <a:cubicBezTo>
                    <a:pt x="333" y="82"/>
                    <a:pt x="322" y="96"/>
                    <a:pt x="317" y="104"/>
                  </a:cubicBezTo>
                  <a:lnTo>
                    <a:pt x="257" y="186"/>
                  </a:lnTo>
                  <a:lnTo>
                    <a:pt x="179" y="80"/>
                  </a:lnTo>
                  <a:cubicBezTo>
                    <a:pt x="170" y="68"/>
                    <a:pt x="170" y="65"/>
                    <a:pt x="170" y="60"/>
                  </a:cubicBezTo>
                  <a:cubicBezTo>
                    <a:pt x="170" y="43"/>
                    <a:pt x="185" y="34"/>
                    <a:pt x="206" y="34"/>
                  </a:cubicBezTo>
                  <a:lnTo>
                    <a:pt x="206" y="0"/>
                  </a:lnTo>
                  <a:cubicBezTo>
                    <a:pt x="179" y="0"/>
                    <a:pt x="114" y="2"/>
                    <a:pt x="98" y="2"/>
                  </a:cubicBezTo>
                  <a:cubicBezTo>
                    <a:pt x="78" y="2"/>
                    <a:pt x="31" y="2"/>
                    <a:pt x="4" y="0"/>
                  </a:cubicBezTo>
                  <a:lnTo>
                    <a:pt x="4" y="34"/>
                  </a:lnTo>
                  <a:cubicBezTo>
                    <a:pt x="74" y="34"/>
                    <a:pt x="76" y="34"/>
                    <a:pt x="121" y="99"/>
                  </a:cubicBezTo>
                  <a:lnTo>
                    <a:pt x="219" y="236"/>
                  </a:lnTo>
                  <a:lnTo>
                    <a:pt x="125" y="362"/>
                  </a:lnTo>
                  <a:cubicBezTo>
                    <a:pt x="78" y="424"/>
                    <a:pt x="20" y="427"/>
                    <a:pt x="0" y="427"/>
                  </a:cubicBezTo>
                  <a:lnTo>
                    <a:pt x="0" y="458"/>
                  </a:lnTo>
                  <a:cubicBezTo>
                    <a:pt x="25" y="456"/>
                    <a:pt x="56" y="456"/>
                    <a:pt x="83" y="456"/>
                  </a:cubicBezTo>
                  <a:cubicBezTo>
                    <a:pt x="109" y="456"/>
                    <a:pt x="152" y="458"/>
                    <a:pt x="177" y="458"/>
                  </a:cubicBezTo>
                  <a:lnTo>
                    <a:pt x="177" y="427"/>
                  </a:lnTo>
                  <a:cubicBezTo>
                    <a:pt x="154" y="422"/>
                    <a:pt x="147" y="410"/>
                    <a:pt x="147" y="393"/>
                  </a:cubicBezTo>
                  <a:cubicBezTo>
                    <a:pt x="147" y="369"/>
                    <a:pt x="177" y="335"/>
                    <a:pt x="235" y="258"/>
                  </a:cubicBezTo>
                  <a:lnTo>
                    <a:pt x="311" y="364"/>
                  </a:lnTo>
                  <a:cubicBezTo>
                    <a:pt x="320" y="376"/>
                    <a:pt x="331" y="393"/>
                    <a:pt x="331" y="400"/>
                  </a:cubicBezTo>
                  <a:cubicBezTo>
                    <a:pt x="331" y="410"/>
                    <a:pt x="322" y="424"/>
                    <a:pt x="295" y="427"/>
                  </a:cubicBezTo>
                  <a:lnTo>
                    <a:pt x="295" y="458"/>
                  </a:lnTo>
                  <a:cubicBezTo>
                    <a:pt x="326" y="458"/>
                    <a:pt x="380" y="456"/>
                    <a:pt x="402" y="456"/>
                  </a:cubicBezTo>
                  <a:cubicBezTo>
                    <a:pt x="429" y="456"/>
                    <a:pt x="467" y="456"/>
                    <a:pt x="496" y="458"/>
                  </a:cubicBezTo>
                  <a:lnTo>
                    <a:pt x="496" y="427"/>
                  </a:lnTo>
                  <a:cubicBezTo>
                    <a:pt x="445" y="427"/>
                    <a:pt x="427" y="424"/>
                    <a:pt x="402" y="39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761C5CA8-F440-065D-2468-225D64391B67}"/>
                </a:ext>
              </a:extLst>
            </p:cNvPr>
            <p:cNvSpPr/>
            <p:nvPr/>
          </p:nvSpPr>
          <p:spPr>
            <a:xfrm>
              <a:off x="7806960" y="6583679"/>
              <a:ext cx="82440" cy="3816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0" h="1061">
                  <a:moveTo>
                    <a:pt x="230" y="531"/>
                  </a:moveTo>
                  <a:cubicBezTo>
                    <a:pt x="230" y="449"/>
                    <a:pt x="219" y="321"/>
                    <a:pt x="165" y="200"/>
                  </a:cubicBezTo>
                  <a:cubicBezTo>
                    <a:pt x="105" y="70"/>
                    <a:pt x="20" y="0"/>
                    <a:pt x="9" y="0"/>
                  </a:cubicBezTo>
                  <a:cubicBezTo>
                    <a:pt x="4" y="0"/>
                    <a:pt x="0" y="5"/>
                    <a:pt x="0" y="10"/>
                  </a:cubicBezTo>
                  <a:cubicBezTo>
                    <a:pt x="0" y="14"/>
                    <a:pt x="0" y="17"/>
                    <a:pt x="18" y="36"/>
                  </a:cubicBezTo>
                  <a:cubicBezTo>
                    <a:pt x="116" y="140"/>
                    <a:pt x="172" y="309"/>
                    <a:pt x="172" y="531"/>
                  </a:cubicBezTo>
                  <a:cubicBezTo>
                    <a:pt x="172" y="711"/>
                    <a:pt x="136" y="899"/>
                    <a:pt x="13" y="1032"/>
                  </a:cubicBezTo>
                  <a:cubicBezTo>
                    <a:pt x="0" y="1047"/>
                    <a:pt x="0" y="1049"/>
                    <a:pt x="0" y="1051"/>
                  </a:cubicBezTo>
                  <a:cubicBezTo>
                    <a:pt x="0" y="1059"/>
                    <a:pt x="4" y="1061"/>
                    <a:pt x="9" y="1061"/>
                  </a:cubicBezTo>
                  <a:cubicBezTo>
                    <a:pt x="20" y="1061"/>
                    <a:pt x="109" y="989"/>
                    <a:pt x="168" y="854"/>
                  </a:cubicBezTo>
                  <a:cubicBezTo>
                    <a:pt x="219" y="738"/>
                    <a:pt x="230" y="620"/>
                    <a:pt x="230" y="53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2CA3813-7B8F-E28D-1DDC-4F96183848A9}"/>
                </a:ext>
              </a:extLst>
            </p:cNvPr>
            <p:cNvSpPr/>
            <p:nvPr/>
          </p:nvSpPr>
          <p:spPr>
            <a:xfrm>
              <a:off x="7943760" y="6647039"/>
              <a:ext cx="235440" cy="2548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55" h="709">
                  <a:moveTo>
                    <a:pt x="349" y="376"/>
                  </a:moveTo>
                  <a:lnTo>
                    <a:pt x="623" y="376"/>
                  </a:lnTo>
                  <a:cubicBezTo>
                    <a:pt x="637" y="376"/>
                    <a:pt x="655" y="376"/>
                    <a:pt x="655" y="354"/>
                  </a:cubicBezTo>
                  <a:cubicBezTo>
                    <a:pt x="655" y="333"/>
                    <a:pt x="637" y="333"/>
                    <a:pt x="623" y="333"/>
                  </a:cubicBezTo>
                  <a:lnTo>
                    <a:pt x="349" y="333"/>
                  </a:lnTo>
                  <a:lnTo>
                    <a:pt x="349" y="36"/>
                  </a:lnTo>
                  <a:cubicBezTo>
                    <a:pt x="349" y="19"/>
                    <a:pt x="349" y="0"/>
                    <a:pt x="328" y="0"/>
                  </a:cubicBezTo>
                  <a:cubicBezTo>
                    <a:pt x="308" y="0"/>
                    <a:pt x="308" y="19"/>
                    <a:pt x="308" y="36"/>
                  </a:cubicBezTo>
                  <a:lnTo>
                    <a:pt x="308" y="333"/>
                  </a:lnTo>
                  <a:lnTo>
                    <a:pt x="34" y="333"/>
                  </a:lnTo>
                  <a:cubicBezTo>
                    <a:pt x="18" y="333"/>
                    <a:pt x="0" y="333"/>
                    <a:pt x="0" y="354"/>
                  </a:cubicBezTo>
                  <a:cubicBezTo>
                    <a:pt x="0" y="376"/>
                    <a:pt x="18" y="376"/>
                    <a:pt x="34" y="376"/>
                  </a:cubicBezTo>
                  <a:lnTo>
                    <a:pt x="308" y="376"/>
                  </a:lnTo>
                  <a:lnTo>
                    <a:pt x="308" y="673"/>
                  </a:lnTo>
                  <a:cubicBezTo>
                    <a:pt x="308" y="687"/>
                    <a:pt x="308" y="709"/>
                    <a:pt x="328" y="709"/>
                  </a:cubicBezTo>
                  <a:cubicBezTo>
                    <a:pt x="349" y="709"/>
                    <a:pt x="349" y="687"/>
                    <a:pt x="349" y="67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A4CAF5DF-8A54-9937-DD01-AE63EC767311}"/>
                </a:ext>
              </a:extLst>
            </p:cNvPr>
            <p:cNvSpPr/>
            <p:nvPr/>
          </p:nvSpPr>
          <p:spPr>
            <a:xfrm>
              <a:off x="8214480" y="6615720"/>
              <a:ext cx="141120" cy="2548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93" h="709">
                  <a:moveTo>
                    <a:pt x="76" y="627"/>
                  </a:moveTo>
                  <a:lnTo>
                    <a:pt x="181" y="516"/>
                  </a:lnTo>
                  <a:cubicBezTo>
                    <a:pt x="335" y="369"/>
                    <a:pt x="393" y="313"/>
                    <a:pt x="393" y="207"/>
                  </a:cubicBezTo>
                  <a:cubicBezTo>
                    <a:pt x="393" y="84"/>
                    <a:pt x="306" y="0"/>
                    <a:pt x="185" y="0"/>
                  </a:cubicBezTo>
                  <a:cubicBezTo>
                    <a:pt x="74" y="0"/>
                    <a:pt x="0" y="99"/>
                    <a:pt x="0" y="193"/>
                  </a:cubicBezTo>
                  <a:cubicBezTo>
                    <a:pt x="0" y="251"/>
                    <a:pt x="49" y="251"/>
                    <a:pt x="51" y="251"/>
                  </a:cubicBezTo>
                  <a:cubicBezTo>
                    <a:pt x="69" y="251"/>
                    <a:pt x="103" y="239"/>
                    <a:pt x="103" y="195"/>
                  </a:cubicBezTo>
                  <a:cubicBezTo>
                    <a:pt x="103" y="169"/>
                    <a:pt x="85" y="140"/>
                    <a:pt x="51" y="140"/>
                  </a:cubicBezTo>
                  <a:cubicBezTo>
                    <a:pt x="42" y="140"/>
                    <a:pt x="42" y="140"/>
                    <a:pt x="38" y="142"/>
                  </a:cubicBezTo>
                  <a:cubicBezTo>
                    <a:pt x="60" y="72"/>
                    <a:pt x="114" y="34"/>
                    <a:pt x="172" y="34"/>
                  </a:cubicBezTo>
                  <a:cubicBezTo>
                    <a:pt x="261" y="34"/>
                    <a:pt x="304" y="118"/>
                    <a:pt x="304" y="207"/>
                  </a:cubicBezTo>
                  <a:cubicBezTo>
                    <a:pt x="304" y="292"/>
                    <a:pt x="255" y="376"/>
                    <a:pt x="201" y="441"/>
                  </a:cubicBezTo>
                  <a:lnTo>
                    <a:pt x="11" y="668"/>
                  </a:lnTo>
                  <a:cubicBezTo>
                    <a:pt x="0" y="680"/>
                    <a:pt x="0" y="682"/>
                    <a:pt x="0" y="709"/>
                  </a:cubicBezTo>
                  <a:lnTo>
                    <a:pt x="366" y="709"/>
                  </a:lnTo>
                  <a:lnTo>
                    <a:pt x="393" y="523"/>
                  </a:lnTo>
                  <a:lnTo>
                    <a:pt x="369" y="523"/>
                  </a:lnTo>
                  <a:cubicBezTo>
                    <a:pt x="364" y="555"/>
                    <a:pt x="357" y="603"/>
                    <a:pt x="349" y="617"/>
                  </a:cubicBezTo>
                  <a:cubicBezTo>
                    <a:pt x="340" y="627"/>
                    <a:pt x="275" y="627"/>
                    <a:pt x="255" y="62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D4F06C0-E3EB-DEAA-703E-C68546859BBC}"/>
                </a:ext>
              </a:extLst>
            </p:cNvPr>
            <p:cNvSpPr/>
            <p:nvPr/>
          </p:nvSpPr>
          <p:spPr>
            <a:xfrm>
              <a:off x="8387640" y="6615720"/>
              <a:ext cx="149400" cy="2628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16" h="731">
                  <a:moveTo>
                    <a:pt x="416" y="369"/>
                  </a:moveTo>
                  <a:cubicBezTo>
                    <a:pt x="416" y="282"/>
                    <a:pt x="411" y="198"/>
                    <a:pt x="375" y="118"/>
                  </a:cubicBezTo>
                  <a:cubicBezTo>
                    <a:pt x="331" y="17"/>
                    <a:pt x="250" y="0"/>
                    <a:pt x="208" y="0"/>
                  </a:cubicBezTo>
                  <a:cubicBezTo>
                    <a:pt x="150" y="0"/>
                    <a:pt x="76" y="27"/>
                    <a:pt x="36" y="125"/>
                  </a:cubicBezTo>
                  <a:cubicBezTo>
                    <a:pt x="4" y="200"/>
                    <a:pt x="0" y="282"/>
                    <a:pt x="0" y="369"/>
                  </a:cubicBezTo>
                  <a:cubicBezTo>
                    <a:pt x="0" y="449"/>
                    <a:pt x="4" y="543"/>
                    <a:pt x="45" y="625"/>
                  </a:cubicBezTo>
                  <a:cubicBezTo>
                    <a:pt x="87" y="709"/>
                    <a:pt x="159" y="731"/>
                    <a:pt x="208" y="731"/>
                  </a:cubicBezTo>
                  <a:cubicBezTo>
                    <a:pt x="261" y="731"/>
                    <a:pt x="335" y="709"/>
                    <a:pt x="380" y="608"/>
                  </a:cubicBezTo>
                  <a:cubicBezTo>
                    <a:pt x="411" y="535"/>
                    <a:pt x="416" y="451"/>
                    <a:pt x="416" y="369"/>
                  </a:cubicBezTo>
                  <a:close/>
                  <a:moveTo>
                    <a:pt x="208" y="709"/>
                  </a:moveTo>
                  <a:cubicBezTo>
                    <a:pt x="170" y="709"/>
                    <a:pt x="109" y="682"/>
                    <a:pt x="92" y="579"/>
                  </a:cubicBezTo>
                  <a:cubicBezTo>
                    <a:pt x="83" y="516"/>
                    <a:pt x="83" y="417"/>
                    <a:pt x="83" y="354"/>
                  </a:cubicBezTo>
                  <a:cubicBezTo>
                    <a:pt x="83" y="287"/>
                    <a:pt x="83" y="217"/>
                    <a:pt x="89" y="159"/>
                  </a:cubicBezTo>
                  <a:cubicBezTo>
                    <a:pt x="109" y="34"/>
                    <a:pt x="183" y="24"/>
                    <a:pt x="208" y="24"/>
                  </a:cubicBezTo>
                  <a:cubicBezTo>
                    <a:pt x="239" y="24"/>
                    <a:pt x="304" y="43"/>
                    <a:pt x="324" y="147"/>
                  </a:cubicBezTo>
                  <a:cubicBezTo>
                    <a:pt x="333" y="207"/>
                    <a:pt x="333" y="287"/>
                    <a:pt x="333" y="354"/>
                  </a:cubicBezTo>
                  <a:cubicBezTo>
                    <a:pt x="333" y="434"/>
                    <a:pt x="333" y="506"/>
                    <a:pt x="322" y="574"/>
                  </a:cubicBezTo>
                  <a:cubicBezTo>
                    <a:pt x="308" y="675"/>
                    <a:pt x="252" y="709"/>
                    <a:pt x="208" y="70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45AB495A-0E95-E509-AD48-3151A44E4C4F}"/>
                </a:ext>
              </a:extLst>
            </p:cNvPr>
            <p:cNvSpPr/>
            <p:nvPr/>
          </p:nvSpPr>
          <p:spPr>
            <a:xfrm>
              <a:off x="8569440" y="6583679"/>
              <a:ext cx="82440" cy="3816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30" h="1061">
                  <a:moveTo>
                    <a:pt x="230" y="531"/>
                  </a:moveTo>
                  <a:cubicBezTo>
                    <a:pt x="230" y="449"/>
                    <a:pt x="219" y="321"/>
                    <a:pt x="165" y="200"/>
                  </a:cubicBezTo>
                  <a:cubicBezTo>
                    <a:pt x="105" y="70"/>
                    <a:pt x="20" y="0"/>
                    <a:pt x="9" y="0"/>
                  </a:cubicBezTo>
                  <a:cubicBezTo>
                    <a:pt x="4" y="0"/>
                    <a:pt x="0" y="5"/>
                    <a:pt x="0" y="10"/>
                  </a:cubicBezTo>
                  <a:cubicBezTo>
                    <a:pt x="0" y="14"/>
                    <a:pt x="0" y="17"/>
                    <a:pt x="18" y="36"/>
                  </a:cubicBezTo>
                  <a:cubicBezTo>
                    <a:pt x="116" y="140"/>
                    <a:pt x="172" y="309"/>
                    <a:pt x="172" y="531"/>
                  </a:cubicBezTo>
                  <a:cubicBezTo>
                    <a:pt x="172" y="711"/>
                    <a:pt x="136" y="899"/>
                    <a:pt x="13" y="1032"/>
                  </a:cubicBezTo>
                  <a:cubicBezTo>
                    <a:pt x="0" y="1047"/>
                    <a:pt x="0" y="1049"/>
                    <a:pt x="0" y="1051"/>
                  </a:cubicBezTo>
                  <a:cubicBezTo>
                    <a:pt x="0" y="1059"/>
                    <a:pt x="4" y="1061"/>
                    <a:pt x="9" y="1061"/>
                  </a:cubicBezTo>
                  <a:cubicBezTo>
                    <a:pt x="20" y="1061"/>
                    <a:pt x="109" y="989"/>
                    <a:pt x="168" y="854"/>
                  </a:cubicBezTo>
                  <a:cubicBezTo>
                    <a:pt x="219" y="738"/>
                    <a:pt x="230" y="620"/>
                    <a:pt x="230" y="53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56098DCB-8BB9-634C-D52C-C41B39E4FF64}"/>
                </a:ext>
              </a:extLst>
            </p:cNvPr>
            <p:cNvSpPr/>
            <p:nvPr/>
          </p:nvSpPr>
          <p:spPr>
            <a:xfrm>
              <a:off x="1601280" y="7156800"/>
              <a:ext cx="116280" cy="1760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24" h="490">
                  <a:moveTo>
                    <a:pt x="172" y="270"/>
                  </a:moveTo>
                  <a:cubicBezTo>
                    <a:pt x="194" y="275"/>
                    <a:pt x="275" y="292"/>
                    <a:pt x="275" y="369"/>
                  </a:cubicBezTo>
                  <a:cubicBezTo>
                    <a:pt x="275" y="422"/>
                    <a:pt x="241" y="465"/>
                    <a:pt x="163" y="465"/>
                  </a:cubicBezTo>
                  <a:cubicBezTo>
                    <a:pt x="80" y="465"/>
                    <a:pt x="45" y="405"/>
                    <a:pt x="27" y="313"/>
                  </a:cubicBezTo>
                  <a:cubicBezTo>
                    <a:pt x="25" y="301"/>
                    <a:pt x="22" y="297"/>
                    <a:pt x="13" y="297"/>
                  </a:cubicBezTo>
                  <a:cubicBezTo>
                    <a:pt x="0" y="297"/>
                    <a:pt x="0" y="304"/>
                    <a:pt x="0" y="323"/>
                  </a:cubicBezTo>
                  <a:lnTo>
                    <a:pt x="0" y="463"/>
                  </a:lnTo>
                  <a:cubicBezTo>
                    <a:pt x="0" y="482"/>
                    <a:pt x="0" y="490"/>
                    <a:pt x="11" y="490"/>
                  </a:cubicBezTo>
                  <a:cubicBezTo>
                    <a:pt x="16" y="490"/>
                    <a:pt x="18" y="487"/>
                    <a:pt x="36" y="468"/>
                  </a:cubicBezTo>
                  <a:cubicBezTo>
                    <a:pt x="38" y="465"/>
                    <a:pt x="38" y="463"/>
                    <a:pt x="56" y="444"/>
                  </a:cubicBezTo>
                  <a:cubicBezTo>
                    <a:pt x="98" y="487"/>
                    <a:pt x="143" y="490"/>
                    <a:pt x="163" y="490"/>
                  </a:cubicBezTo>
                  <a:cubicBezTo>
                    <a:pt x="277" y="490"/>
                    <a:pt x="324" y="417"/>
                    <a:pt x="324" y="340"/>
                  </a:cubicBezTo>
                  <a:cubicBezTo>
                    <a:pt x="324" y="285"/>
                    <a:pt x="293" y="253"/>
                    <a:pt x="282" y="239"/>
                  </a:cubicBezTo>
                  <a:cubicBezTo>
                    <a:pt x="248" y="205"/>
                    <a:pt x="210" y="198"/>
                    <a:pt x="170" y="188"/>
                  </a:cubicBezTo>
                  <a:cubicBezTo>
                    <a:pt x="114" y="176"/>
                    <a:pt x="47" y="164"/>
                    <a:pt x="47" y="101"/>
                  </a:cubicBezTo>
                  <a:cubicBezTo>
                    <a:pt x="47" y="63"/>
                    <a:pt x="74" y="19"/>
                    <a:pt x="159" y="19"/>
                  </a:cubicBezTo>
                  <a:cubicBezTo>
                    <a:pt x="266" y="19"/>
                    <a:pt x="273" y="116"/>
                    <a:pt x="275" y="150"/>
                  </a:cubicBezTo>
                  <a:cubicBezTo>
                    <a:pt x="275" y="159"/>
                    <a:pt x="284" y="159"/>
                    <a:pt x="286" y="159"/>
                  </a:cubicBezTo>
                  <a:cubicBezTo>
                    <a:pt x="299" y="159"/>
                    <a:pt x="299" y="154"/>
                    <a:pt x="299" y="133"/>
                  </a:cubicBezTo>
                  <a:lnTo>
                    <a:pt x="299" y="27"/>
                  </a:lnTo>
                  <a:cubicBezTo>
                    <a:pt x="299" y="7"/>
                    <a:pt x="299" y="0"/>
                    <a:pt x="288" y="0"/>
                  </a:cubicBezTo>
                  <a:cubicBezTo>
                    <a:pt x="284" y="0"/>
                    <a:pt x="282" y="0"/>
                    <a:pt x="268" y="12"/>
                  </a:cubicBezTo>
                  <a:cubicBezTo>
                    <a:pt x="266" y="17"/>
                    <a:pt x="255" y="27"/>
                    <a:pt x="250" y="29"/>
                  </a:cubicBezTo>
                  <a:cubicBezTo>
                    <a:pt x="214" y="0"/>
                    <a:pt x="172" y="0"/>
                    <a:pt x="159" y="0"/>
                  </a:cubicBezTo>
                  <a:cubicBezTo>
                    <a:pt x="38" y="0"/>
                    <a:pt x="0" y="72"/>
                    <a:pt x="0" y="130"/>
                  </a:cubicBezTo>
                  <a:cubicBezTo>
                    <a:pt x="0" y="169"/>
                    <a:pt x="16" y="198"/>
                    <a:pt x="42" y="222"/>
                  </a:cubicBezTo>
                  <a:cubicBezTo>
                    <a:pt x="74" y="248"/>
                    <a:pt x="103" y="256"/>
                    <a:pt x="172" y="27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75DFCE2C-1CF0-1ACA-04CA-0D3AE55D4A31}"/>
                </a:ext>
              </a:extLst>
            </p:cNvPr>
            <p:cNvSpPr/>
            <p:nvPr/>
          </p:nvSpPr>
          <p:spPr>
            <a:xfrm>
              <a:off x="1740600" y="7158240"/>
              <a:ext cx="178200" cy="1731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96" h="482">
                  <a:moveTo>
                    <a:pt x="353" y="386"/>
                  </a:moveTo>
                  <a:lnTo>
                    <a:pt x="353" y="482"/>
                  </a:lnTo>
                  <a:lnTo>
                    <a:pt x="496" y="470"/>
                  </a:lnTo>
                  <a:lnTo>
                    <a:pt x="496" y="436"/>
                  </a:lnTo>
                  <a:cubicBezTo>
                    <a:pt x="427" y="436"/>
                    <a:pt x="420" y="429"/>
                    <a:pt x="420" y="379"/>
                  </a:cubicBezTo>
                  <a:lnTo>
                    <a:pt x="420" y="0"/>
                  </a:lnTo>
                  <a:lnTo>
                    <a:pt x="275" y="12"/>
                  </a:lnTo>
                  <a:lnTo>
                    <a:pt x="275" y="46"/>
                  </a:lnTo>
                  <a:cubicBezTo>
                    <a:pt x="344" y="46"/>
                    <a:pt x="351" y="53"/>
                    <a:pt x="351" y="104"/>
                  </a:cubicBezTo>
                  <a:lnTo>
                    <a:pt x="351" y="294"/>
                  </a:lnTo>
                  <a:cubicBezTo>
                    <a:pt x="351" y="386"/>
                    <a:pt x="304" y="458"/>
                    <a:pt x="232" y="458"/>
                  </a:cubicBezTo>
                  <a:cubicBezTo>
                    <a:pt x="150" y="458"/>
                    <a:pt x="145" y="410"/>
                    <a:pt x="145" y="354"/>
                  </a:cubicBezTo>
                  <a:lnTo>
                    <a:pt x="145" y="0"/>
                  </a:lnTo>
                  <a:lnTo>
                    <a:pt x="0" y="12"/>
                  </a:lnTo>
                  <a:lnTo>
                    <a:pt x="0" y="46"/>
                  </a:lnTo>
                  <a:cubicBezTo>
                    <a:pt x="76" y="46"/>
                    <a:pt x="76" y="48"/>
                    <a:pt x="76" y="142"/>
                  </a:cubicBezTo>
                  <a:lnTo>
                    <a:pt x="76" y="301"/>
                  </a:lnTo>
                  <a:cubicBezTo>
                    <a:pt x="76" y="386"/>
                    <a:pt x="76" y="482"/>
                    <a:pt x="228" y="482"/>
                  </a:cubicBezTo>
                  <a:cubicBezTo>
                    <a:pt x="282" y="482"/>
                    <a:pt x="326" y="453"/>
                    <a:pt x="353" y="38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93D9C4DB-59DD-5154-5ACD-B1A9FEA1B52C}"/>
                </a:ext>
              </a:extLst>
            </p:cNvPr>
            <p:cNvSpPr/>
            <p:nvPr/>
          </p:nvSpPr>
          <p:spPr>
            <a:xfrm>
              <a:off x="1934280" y="7062840"/>
              <a:ext cx="174960" cy="2696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87" h="750">
                  <a:moveTo>
                    <a:pt x="143" y="338"/>
                  </a:moveTo>
                  <a:lnTo>
                    <a:pt x="143" y="0"/>
                  </a:lnTo>
                  <a:lnTo>
                    <a:pt x="0" y="12"/>
                  </a:lnTo>
                  <a:lnTo>
                    <a:pt x="0" y="46"/>
                  </a:lnTo>
                  <a:cubicBezTo>
                    <a:pt x="69" y="46"/>
                    <a:pt x="76" y="53"/>
                    <a:pt x="76" y="104"/>
                  </a:cubicBezTo>
                  <a:lnTo>
                    <a:pt x="76" y="738"/>
                  </a:lnTo>
                  <a:lnTo>
                    <a:pt x="101" y="738"/>
                  </a:lnTo>
                  <a:cubicBezTo>
                    <a:pt x="103" y="735"/>
                    <a:pt x="109" y="721"/>
                    <a:pt x="136" y="673"/>
                  </a:cubicBezTo>
                  <a:cubicBezTo>
                    <a:pt x="152" y="697"/>
                    <a:pt x="194" y="750"/>
                    <a:pt x="266" y="750"/>
                  </a:cubicBezTo>
                  <a:cubicBezTo>
                    <a:pt x="384" y="750"/>
                    <a:pt x="487" y="646"/>
                    <a:pt x="487" y="509"/>
                  </a:cubicBezTo>
                  <a:cubicBezTo>
                    <a:pt x="487" y="374"/>
                    <a:pt x="389" y="268"/>
                    <a:pt x="277" y="268"/>
                  </a:cubicBezTo>
                  <a:cubicBezTo>
                    <a:pt x="201" y="268"/>
                    <a:pt x="159" y="318"/>
                    <a:pt x="143" y="338"/>
                  </a:cubicBezTo>
                  <a:close/>
                  <a:moveTo>
                    <a:pt x="145" y="617"/>
                  </a:moveTo>
                  <a:lnTo>
                    <a:pt x="145" y="398"/>
                  </a:lnTo>
                  <a:cubicBezTo>
                    <a:pt x="145" y="376"/>
                    <a:pt x="145" y="376"/>
                    <a:pt x="156" y="359"/>
                  </a:cubicBezTo>
                  <a:cubicBezTo>
                    <a:pt x="194" y="299"/>
                    <a:pt x="248" y="292"/>
                    <a:pt x="273" y="292"/>
                  </a:cubicBezTo>
                  <a:cubicBezTo>
                    <a:pt x="317" y="292"/>
                    <a:pt x="353" y="318"/>
                    <a:pt x="375" y="359"/>
                  </a:cubicBezTo>
                  <a:cubicBezTo>
                    <a:pt x="402" y="403"/>
                    <a:pt x="404" y="463"/>
                    <a:pt x="404" y="506"/>
                  </a:cubicBezTo>
                  <a:cubicBezTo>
                    <a:pt x="404" y="547"/>
                    <a:pt x="402" y="610"/>
                    <a:pt x="373" y="658"/>
                  </a:cubicBezTo>
                  <a:cubicBezTo>
                    <a:pt x="353" y="690"/>
                    <a:pt x="315" y="726"/>
                    <a:pt x="261" y="726"/>
                  </a:cubicBezTo>
                  <a:cubicBezTo>
                    <a:pt x="219" y="726"/>
                    <a:pt x="183" y="699"/>
                    <a:pt x="159" y="661"/>
                  </a:cubicBezTo>
                  <a:cubicBezTo>
                    <a:pt x="145" y="639"/>
                    <a:pt x="145" y="637"/>
                    <a:pt x="145" y="61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694D5F2-2C12-ED28-DF98-560A2D64E6A5}"/>
                </a:ext>
              </a:extLst>
            </p:cNvPr>
            <p:cNvSpPr/>
            <p:nvPr/>
          </p:nvSpPr>
          <p:spPr>
            <a:xfrm>
              <a:off x="2125800" y="7072560"/>
              <a:ext cx="88920" cy="33372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248" h="928">
                  <a:moveTo>
                    <a:pt x="248" y="241"/>
                  </a:moveTo>
                  <a:lnTo>
                    <a:pt x="96" y="253"/>
                  </a:lnTo>
                  <a:lnTo>
                    <a:pt x="96" y="285"/>
                  </a:lnTo>
                  <a:cubicBezTo>
                    <a:pt x="174" y="285"/>
                    <a:pt x="183" y="294"/>
                    <a:pt x="183" y="345"/>
                  </a:cubicBezTo>
                  <a:lnTo>
                    <a:pt x="183" y="767"/>
                  </a:lnTo>
                  <a:cubicBezTo>
                    <a:pt x="183" y="813"/>
                    <a:pt x="174" y="904"/>
                    <a:pt x="109" y="904"/>
                  </a:cubicBezTo>
                  <a:cubicBezTo>
                    <a:pt x="105" y="904"/>
                    <a:pt x="83" y="904"/>
                    <a:pt x="56" y="892"/>
                  </a:cubicBezTo>
                  <a:cubicBezTo>
                    <a:pt x="71" y="887"/>
                    <a:pt x="92" y="873"/>
                    <a:pt x="92" y="844"/>
                  </a:cubicBezTo>
                  <a:cubicBezTo>
                    <a:pt x="92" y="815"/>
                    <a:pt x="74" y="793"/>
                    <a:pt x="45" y="793"/>
                  </a:cubicBezTo>
                  <a:cubicBezTo>
                    <a:pt x="18" y="793"/>
                    <a:pt x="0" y="815"/>
                    <a:pt x="0" y="844"/>
                  </a:cubicBezTo>
                  <a:cubicBezTo>
                    <a:pt x="0" y="899"/>
                    <a:pt x="56" y="928"/>
                    <a:pt x="112" y="928"/>
                  </a:cubicBezTo>
                  <a:cubicBezTo>
                    <a:pt x="185" y="928"/>
                    <a:pt x="248" y="861"/>
                    <a:pt x="248" y="764"/>
                  </a:cubicBezTo>
                  <a:close/>
                  <a:moveTo>
                    <a:pt x="248" y="55"/>
                  </a:moveTo>
                  <a:cubicBezTo>
                    <a:pt x="248" y="27"/>
                    <a:pt x="223" y="0"/>
                    <a:pt x="194" y="0"/>
                  </a:cubicBezTo>
                  <a:cubicBezTo>
                    <a:pt x="165" y="0"/>
                    <a:pt x="143" y="27"/>
                    <a:pt x="143" y="55"/>
                  </a:cubicBezTo>
                  <a:cubicBezTo>
                    <a:pt x="143" y="87"/>
                    <a:pt x="165" y="113"/>
                    <a:pt x="194" y="113"/>
                  </a:cubicBezTo>
                  <a:cubicBezTo>
                    <a:pt x="223" y="113"/>
                    <a:pt x="248" y="87"/>
                    <a:pt x="248" y="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64C6F18-1739-3C53-8783-C365E66341F2}"/>
                </a:ext>
              </a:extLst>
            </p:cNvPr>
            <p:cNvSpPr/>
            <p:nvPr/>
          </p:nvSpPr>
          <p:spPr>
            <a:xfrm>
              <a:off x="2256840" y="7156800"/>
              <a:ext cx="137160" cy="1760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82" h="490">
                  <a:moveTo>
                    <a:pt x="83" y="210"/>
                  </a:moveTo>
                  <a:cubicBezTo>
                    <a:pt x="89" y="51"/>
                    <a:pt x="172" y="24"/>
                    <a:pt x="206" y="24"/>
                  </a:cubicBezTo>
                  <a:cubicBezTo>
                    <a:pt x="306" y="24"/>
                    <a:pt x="317" y="166"/>
                    <a:pt x="317" y="210"/>
                  </a:cubicBezTo>
                  <a:close/>
                  <a:moveTo>
                    <a:pt x="83" y="231"/>
                  </a:moveTo>
                  <a:lnTo>
                    <a:pt x="357" y="231"/>
                  </a:lnTo>
                  <a:cubicBezTo>
                    <a:pt x="380" y="231"/>
                    <a:pt x="382" y="231"/>
                    <a:pt x="382" y="210"/>
                  </a:cubicBezTo>
                  <a:cubicBezTo>
                    <a:pt x="382" y="104"/>
                    <a:pt x="328" y="0"/>
                    <a:pt x="206" y="0"/>
                  </a:cubicBezTo>
                  <a:cubicBezTo>
                    <a:pt x="92" y="0"/>
                    <a:pt x="0" y="109"/>
                    <a:pt x="0" y="244"/>
                  </a:cubicBezTo>
                  <a:cubicBezTo>
                    <a:pt x="0" y="386"/>
                    <a:pt x="103" y="490"/>
                    <a:pt x="217" y="490"/>
                  </a:cubicBezTo>
                  <a:cubicBezTo>
                    <a:pt x="337" y="490"/>
                    <a:pt x="382" y="371"/>
                    <a:pt x="382" y="350"/>
                  </a:cubicBezTo>
                  <a:cubicBezTo>
                    <a:pt x="382" y="340"/>
                    <a:pt x="373" y="338"/>
                    <a:pt x="369" y="338"/>
                  </a:cubicBezTo>
                  <a:cubicBezTo>
                    <a:pt x="360" y="338"/>
                    <a:pt x="357" y="345"/>
                    <a:pt x="357" y="352"/>
                  </a:cubicBezTo>
                  <a:cubicBezTo>
                    <a:pt x="322" y="463"/>
                    <a:pt x="232" y="463"/>
                    <a:pt x="223" y="463"/>
                  </a:cubicBezTo>
                  <a:cubicBezTo>
                    <a:pt x="174" y="463"/>
                    <a:pt x="134" y="429"/>
                    <a:pt x="112" y="391"/>
                  </a:cubicBezTo>
                  <a:cubicBezTo>
                    <a:pt x="83" y="340"/>
                    <a:pt x="83" y="270"/>
                    <a:pt x="83" y="23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65279CD4-79EC-35EB-8175-7172AE5F46F7}"/>
                </a:ext>
              </a:extLst>
            </p:cNvPr>
            <p:cNvSpPr/>
            <p:nvPr/>
          </p:nvSpPr>
          <p:spPr>
            <a:xfrm>
              <a:off x="2416320" y="7156800"/>
              <a:ext cx="134640" cy="1760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75" h="490">
                  <a:moveTo>
                    <a:pt x="83" y="246"/>
                  </a:moveTo>
                  <a:cubicBezTo>
                    <a:pt x="83" y="72"/>
                    <a:pt x="163" y="27"/>
                    <a:pt x="214" y="27"/>
                  </a:cubicBezTo>
                  <a:cubicBezTo>
                    <a:pt x="223" y="27"/>
                    <a:pt x="286" y="27"/>
                    <a:pt x="322" y="65"/>
                  </a:cubicBezTo>
                  <a:cubicBezTo>
                    <a:pt x="282" y="70"/>
                    <a:pt x="275" y="101"/>
                    <a:pt x="275" y="116"/>
                  </a:cubicBezTo>
                  <a:cubicBezTo>
                    <a:pt x="275" y="142"/>
                    <a:pt x="293" y="164"/>
                    <a:pt x="320" y="164"/>
                  </a:cubicBezTo>
                  <a:cubicBezTo>
                    <a:pt x="346" y="164"/>
                    <a:pt x="366" y="145"/>
                    <a:pt x="366" y="113"/>
                  </a:cubicBezTo>
                  <a:cubicBezTo>
                    <a:pt x="366" y="41"/>
                    <a:pt x="290" y="0"/>
                    <a:pt x="214" y="0"/>
                  </a:cubicBezTo>
                  <a:cubicBezTo>
                    <a:pt x="92" y="0"/>
                    <a:pt x="0" y="116"/>
                    <a:pt x="0" y="246"/>
                  </a:cubicBezTo>
                  <a:cubicBezTo>
                    <a:pt x="0" y="383"/>
                    <a:pt x="98" y="490"/>
                    <a:pt x="212" y="490"/>
                  </a:cubicBezTo>
                  <a:cubicBezTo>
                    <a:pt x="344" y="490"/>
                    <a:pt x="375" y="362"/>
                    <a:pt x="375" y="350"/>
                  </a:cubicBezTo>
                  <a:cubicBezTo>
                    <a:pt x="375" y="340"/>
                    <a:pt x="366" y="340"/>
                    <a:pt x="364" y="340"/>
                  </a:cubicBezTo>
                  <a:cubicBezTo>
                    <a:pt x="355" y="340"/>
                    <a:pt x="353" y="345"/>
                    <a:pt x="351" y="350"/>
                  </a:cubicBezTo>
                  <a:cubicBezTo>
                    <a:pt x="322" y="449"/>
                    <a:pt x="257" y="463"/>
                    <a:pt x="221" y="463"/>
                  </a:cubicBezTo>
                  <a:cubicBezTo>
                    <a:pt x="170" y="463"/>
                    <a:pt x="83" y="417"/>
                    <a:pt x="83" y="24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9C824CA3-6C1D-1002-64CA-96E8AD330091}"/>
                </a:ext>
              </a:extLst>
            </p:cNvPr>
            <p:cNvSpPr/>
            <p:nvPr/>
          </p:nvSpPr>
          <p:spPr>
            <a:xfrm>
              <a:off x="2566440" y="7092360"/>
              <a:ext cx="111600" cy="2394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11" h="666">
                  <a:moveTo>
                    <a:pt x="152" y="229"/>
                  </a:moveTo>
                  <a:lnTo>
                    <a:pt x="293" y="229"/>
                  </a:lnTo>
                  <a:lnTo>
                    <a:pt x="293" y="195"/>
                  </a:lnTo>
                  <a:lnTo>
                    <a:pt x="152" y="195"/>
                  </a:lnTo>
                  <a:lnTo>
                    <a:pt x="152" y="0"/>
                  </a:lnTo>
                  <a:lnTo>
                    <a:pt x="127" y="0"/>
                  </a:lnTo>
                  <a:cubicBezTo>
                    <a:pt x="127" y="87"/>
                    <a:pt x="96" y="200"/>
                    <a:pt x="0" y="205"/>
                  </a:cubicBezTo>
                  <a:lnTo>
                    <a:pt x="0" y="229"/>
                  </a:lnTo>
                  <a:lnTo>
                    <a:pt x="85" y="229"/>
                  </a:lnTo>
                  <a:lnTo>
                    <a:pt x="85" y="521"/>
                  </a:lnTo>
                  <a:cubicBezTo>
                    <a:pt x="85" y="653"/>
                    <a:pt x="177" y="666"/>
                    <a:pt x="212" y="666"/>
                  </a:cubicBezTo>
                  <a:cubicBezTo>
                    <a:pt x="282" y="666"/>
                    <a:pt x="311" y="591"/>
                    <a:pt x="311" y="521"/>
                  </a:cubicBezTo>
                  <a:lnTo>
                    <a:pt x="311" y="461"/>
                  </a:lnTo>
                  <a:lnTo>
                    <a:pt x="284" y="461"/>
                  </a:lnTo>
                  <a:lnTo>
                    <a:pt x="284" y="521"/>
                  </a:lnTo>
                  <a:cubicBezTo>
                    <a:pt x="284" y="598"/>
                    <a:pt x="255" y="639"/>
                    <a:pt x="219" y="639"/>
                  </a:cubicBezTo>
                  <a:cubicBezTo>
                    <a:pt x="152" y="639"/>
                    <a:pt x="152" y="543"/>
                    <a:pt x="152" y="52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98514F79-3FCB-E28B-1C7A-5B3B5B085DF4}"/>
                </a:ext>
              </a:extLst>
            </p:cNvPr>
            <p:cNvSpPr/>
            <p:nvPr/>
          </p:nvSpPr>
          <p:spPr>
            <a:xfrm>
              <a:off x="2821680" y="7092360"/>
              <a:ext cx="111600" cy="2394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11" h="666">
                  <a:moveTo>
                    <a:pt x="152" y="229"/>
                  </a:moveTo>
                  <a:lnTo>
                    <a:pt x="293" y="229"/>
                  </a:lnTo>
                  <a:lnTo>
                    <a:pt x="293" y="195"/>
                  </a:lnTo>
                  <a:lnTo>
                    <a:pt x="152" y="195"/>
                  </a:lnTo>
                  <a:lnTo>
                    <a:pt x="152" y="0"/>
                  </a:lnTo>
                  <a:lnTo>
                    <a:pt x="127" y="0"/>
                  </a:lnTo>
                  <a:cubicBezTo>
                    <a:pt x="127" y="87"/>
                    <a:pt x="96" y="200"/>
                    <a:pt x="0" y="205"/>
                  </a:cubicBezTo>
                  <a:lnTo>
                    <a:pt x="0" y="229"/>
                  </a:lnTo>
                  <a:lnTo>
                    <a:pt x="85" y="229"/>
                  </a:lnTo>
                  <a:lnTo>
                    <a:pt x="85" y="521"/>
                  </a:lnTo>
                  <a:cubicBezTo>
                    <a:pt x="85" y="653"/>
                    <a:pt x="177" y="666"/>
                    <a:pt x="212" y="666"/>
                  </a:cubicBezTo>
                  <a:cubicBezTo>
                    <a:pt x="282" y="666"/>
                    <a:pt x="311" y="591"/>
                    <a:pt x="311" y="521"/>
                  </a:cubicBezTo>
                  <a:lnTo>
                    <a:pt x="311" y="461"/>
                  </a:lnTo>
                  <a:lnTo>
                    <a:pt x="284" y="461"/>
                  </a:lnTo>
                  <a:lnTo>
                    <a:pt x="284" y="521"/>
                  </a:lnTo>
                  <a:cubicBezTo>
                    <a:pt x="284" y="598"/>
                    <a:pt x="255" y="639"/>
                    <a:pt x="219" y="639"/>
                  </a:cubicBezTo>
                  <a:cubicBezTo>
                    <a:pt x="152" y="639"/>
                    <a:pt x="152" y="543"/>
                    <a:pt x="152" y="52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3BD01A-9F4C-33F0-0F1E-9B94AC586DF7}"/>
                </a:ext>
              </a:extLst>
            </p:cNvPr>
            <p:cNvSpPr/>
            <p:nvPr/>
          </p:nvSpPr>
          <p:spPr>
            <a:xfrm>
              <a:off x="2961359" y="7156800"/>
              <a:ext cx="157320" cy="1760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38" h="490">
                  <a:moveTo>
                    <a:pt x="438" y="248"/>
                  </a:moveTo>
                  <a:cubicBezTo>
                    <a:pt x="438" y="113"/>
                    <a:pt x="337" y="0"/>
                    <a:pt x="219" y="0"/>
                  </a:cubicBezTo>
                  <a:cubicBezTo>
                    <a:pt x="96" y="0"/>
                    <a:pt x="0" y="116"/>
                    <a:pt x="0" y="248"/>
                  </a:cubicBezTo>
                  <a:cubicBezTo>
                    <a:pt x="0" y="386"/>
                    <a:pt x="103" y="490"/>
                    <a:pt x="219" y="490"/>
                  </a:cubicBezTo>
                  <a:cubicBezTo>
                    <a:pt x="337" y="490"/>
                    <a:pt x="438" y="383"/>
                    <a:pt x="438" y="248"/>
                  </a:cubicBezTo>
                  <a:close/>
                  <a:moveTo>
                    <a:pt x="219" y="463"/>
                  </a:moveTo>
                  <a:cubicBezTo>
                    <a:pt x="177" y="463"/>
                    <a:pt x="134" y="439"/>
                    <a:pt x="107" y="391"/>
                  </a:cubicBezTo>
                  <a:cubicBezTo>
                    <a:pt x="83" y="345"/>
                    <a:pt x="83" y="280"/>
                    <a:pt x="83" y="241"/>
                  </a:cubicBezTo>
                  <a:cubicBezTo>
                    <a:pt x="83" y="200"/>
                    <a:pt x="83" y="142"/>
                    <a:pt x="105" y="94"/>
                  </a:cubicBezTo>
                  <a:cubicBezTo>
                    <a:pt x="132" y="46"/>
                    <a:pt x="179" y="24"/>
                    <a:pt x="219" y="24"/>
                  </a:cubicBezTo>
                  <a:cubicBezTo>
                    <a:pt x="261" y="24"/>
                    <a:pt x="304" y="46"/>
                    <a:pt x="331" y="92"/>
                  </a:cubicBezTo>
                  <a:cubicBezTo>
                    <a:pt x="355" y="137"/>
                    <a:pt x="355" y="200"/>
                    <a:pt x="355" y="241"/>
                  </a:cubicBezTo>
                  <a:cubicBezTo>
                    <a:pt x="355" y="280"/>
                    <a:pt x="355" y="338"/>
                    <a:pt x="333" y="383"/>
                  </a:cubicBezTo>
                  <a:cubicBezTo>
                    <a:pt x="313" y="432"/>
                    <a:pt x="268" y="463"/>
                    <a:pt x="219" y="46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36F8F91-DFB2-9490-6180-FCDB7254488A}"/>
                </a:ext>
              </a:extLst>
            </p:cNvPr>
            <p:cNvSpPr/>
            <p:nvPr/>
          </p:nvSpPr>
          <p:spPr>
            <a:xfrm>
              <a:off x="4560480" y="7073280"/>
              <a:ext cx="149400" cy="26280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16" h="731">
                  <a:moveTo>
                    <a:pt x="416" y="369"/>
                  </a:moveTo>
                  <a:cubicBezTo>
                    <a:pt x="416" y="282"/>
                    <a:pt x="411" y="198"/>
                    <a:pt x="375" y="118"/>
                  </a:cubicBezTo>
                  <a:cubicBezTo>
                    <a:pt x="331" y="17"/>
                    <a:pt x="250" y="0"/>
                    <a:pt x="208" y="0"/>
                  </a:cubicBezTo>
                  <a:cubicBezTo>
                    <a:pt x="150" y="0"/>
                    <a:pt x="76" y="27"/>
                    <a:pt x="36" y="125"/>
                  </a:cubicBezTo>
                  <a:cubicBezTo>
                    <a:pt x="4" y="200"/>
                    <a:pt x="0" y="282"/>
                    <a:pt x="0" y="369"/>
                  </a:cubicBezTo>
                  <a:cubicBezTo>
                    <a:pt x="0" y="449"/>
                    <a:pt x="4" y="543"/>
                    <a:pt x="45" y="625"/>
                  </a:cubicBezTo>
                  <a:cubicBezTo>
                    <a:pt x="87" y="709"/>
                    <a:pt x="159" y="731"/>
                    <a:pt x="208" y="731"/>
                  </a:cubicBezTo>
                  <a:cubicBezTo>
                    <a:pt x="261" y="731"/>
                    <a:pt x="335" y="709"/>
                    <a:pt x="380" y="608"/>
                  </a:cubicBezTo>
                  <a:cubicBezTo>
                    <a:pt x="411" y="535"/>
                    <a:pt x="416" y="451"/>
                    <a:pt x="416" y="369"/>
                  </a:cubicBezTo>
                  <a:close/>
                  <a:moveTo>
                    <a:pt x="208" y="709"/>
                  </a:moveTo>
                  <a:cubicBezTo>
                    <a:pt x="170" y="709"/>
                    <a:pt x="109" y="682"/>
                    <a:pt x="92" y="579"/>
                  </a:cubicBezTo>
                  <a:cubicBezTo>
                    <a:pt x="83" y="516"/>
                    <a:pt x="83" y="417"/>
                    <a:pt x="83" y="354"/>
                  </a:cubicBezTo>
                  <a:cubicBezTo>
                    <a:pt x="83" y="287"/>
                    <a:pt x="83" y="217"/>
                    <a:pt x="89" y="159"/>
                  </a:cubicBezTo>
                  <a:cubicBezTo>
                    <a:pt x="109" y="34"/>
                    <a:pt x="183" y="24"/>
                    <a:pt x="208" y="24"/>
                  </a:cubicBezTo>
                  <a:cubicBezTo>
                    <a:pt x="239" y="24"/>
                    <a:pt x="304" y="43"/>
                    <a:pt x="324" y="147"/>
                  </a:cubicBezTo>
                  <a:cubicBezTo>
                    <a:pt x="333" y="207"/>
                    <a:pt x="333" y="287"/>
                    <a:pt x="333" y="354"/>
                  </a:cubicBezTo>
                  <a:cubicBezTo>
                    <a:pt x="333" y="434"/>
                    <a:pt x="333" y="506"/>
                    <a:pt x="322" y="574"/>
                  </a:cubicBezTo>
                  <a:cubicBezTo>
                    <a:pt x="308" y="675"/>
                    <a:pt x="252" y="709"/>
                    <a:pt x="208" y="70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B408A0A3-E270-87D0-3007-C4847D927122}"/>
                </a:ext>
              </a:extLst>
            </p:cNvPr>
            <p:cNvSpPr/>
            <p:nvPr/>
          </p:nvSpPr>
          <p:spPr>
            <a:xfrm>
              <a:off x="4752000" y="7084440"/>
              <a:ext cx="216000" cy="2955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01" h="822">
                  <a:moveTo>
                    <a:pt x="583" y="46"/>
                  </a:moveTo>
                  <a:cubicBezTo>
                    <a:pt x="594" y="39"/>
                    <a:pt x="601" y="34"/>
                    <a:pt x="601" y="22"/>
                  </a:cubicBezTo>
                  <a:cubicBezTo>
                    <a:pt x="601" y="10"/>
                    <a:pt x="594" y="0"/>
                    <a:pt x="583" y="0"/>
                  </a:cubicBezTo>
                  <a:cubicBezTo>
                    <a:pt x="576" y="0"/>
                    <a:pt x="568" y="5"/>
                    <a:pt x="565" y="7"/>
                  </a:cubicBezTo>
                  <a:lnTo>
                    <a:pt x="20" y="285"/>
                  </a:lnTo>
                  <a:cubicBezTo>
                    <a:pt x="2" y="292"/>
                    <a:pt x="0" y="299"/>
                    <a:pt x="0" y="309"/>
                  </a:cubicBezTo>
                  <a:cubicBezTo>
                    <a:pt x="0" y="318"/>
                    <a:pt x="7" y="326"/>
                    <a:pt x="20" y="330"/>
                  </a:cubicBezTo>
                  <a:lnTo>
                    <a:pt x="565" y="608"/>
                  </a:lnTo>
                  <a:cubicBezTo>
                    <a:pt x="576" y="615"/>
                    <a:pt x="579" y="615"/>
                    <a:pt x="583" y="615"/>
                  </a:cubicBezTo>
                  <a:cubicBezTo>
                    <a:pt x="592" y="615"/>
                    <a:pt x="601" y="605"/>
                    <a:pt x="601" y="593"/>
                  </a:cubicBezTo>
                  <a:cubicBezTo>
                    <a:pt x="601" y="584"/>
                    <a:pt x="599" y="579"/>
                    <a:pt x="581" y="569"/>
                  </a:cubicBezTo>
                  <a:lnTo>
                    <a:pt x="67" y="309"/>
                  </a:lnTo>
                  <a:close/>
                  <a:moveTo>
                    <a:pt x="568" y="822"/>
                  </a:moveTo>
                  <a:cubicBezTo>
                    <a:pt x="583" y="822"/>
                    <a:pt x="601" y="822"/>
                    <a:pt x="601" y="801"/>
                  </a:cubicBezTo>
                  <a:cubicBezTo>
                    <a:pt x="601" y="779"/>
                    <a:pt x="581" y="779"/>
                    <a:pt x="568" y="779"/>
                  </a:cubicBezTo>
                  <a:lnTo>
                    <a:pt x="36" y="779"/>
                  </a:lnTo>
                  <a:cubicBezTo>
                    <a:pt x="20" y="779"/>
                    <a:pt x="0" y="779"/>
                    <a:pt x="0" y="801"/>
                  </a:cubicBezTo>
                  <a:cubicBezTo>
                    <a:pt x="0" y="822"/>
                    <a:pt x="18" y="822"/>
                    <a:pt x="34" y="82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6E434CA-FE30-494E-09C4-3C7E3FAE16A4}"/>
                </a:ext>
              </a:extLst>
            </p:cNvPr>
            <p:cNvSpPr/>
            <p:nvPr/>
          </p:nvSpPr>
          <p:spPr>
            <a:xfrm>
              <a:off x="5105160" y="7158240"/>
              <a:ext cx="176760" cy="1731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492" h="482">
                  <a:moveTo>
                    <a:pt x="302" y="150"/>
                  </a:moveTo>
                  <a:cubicBezTo>
                    <a:pt x="306" y="121"/>
                    <a:pt x="328" y="24"/>
                    <a:pt x="398" y="24"/>
                  </a:cubicBezTo>
                  <a:cubicBezTo>
                    <a:pt x="404" y="24"/>
                    <a:pt x="427" y="24"/>
                    <a:pt x="447" y="36"/>
                  </a:cubicBezTo>
                  <a:cubicBezTo>
                    <a:pt x="420" y="43"/>
                    <a:pt x="400" y="70"/>
                    <a:pt x="400" y="94"/>
                  </a:cubicBezTo>
                  <a:cubicBezTo>
                    <a:pt x="400" y="111"/>
                    <a:pt x="411" y="133"/>
                    <a:pt x="438" y="133"/>
                  </a:cubicBezTo>
                  <a:cubicBezTo>
                    <a:pt x="460" y="133"/>
                    <a:pt x="492" y="113"/>
                    <a:pt x="492" y="70"/>
                  </a:cubicBezTo>
                  <a:cubicBezTo>
                    <a:pt x="492" y="14"/>
                    <a:pt x="433" y="0"/>
                    <a:pt x="400" y="0"/>
                  </a:cubicBezTo>
                  <a:cubicBezTo>
                    <a:pt x="342" y="0"/>
                    <a:pt x="308" y="55"/>
                    <a:pt x="295" y="82"/>
                  </a:cubicBezTo>
                  <a:cubicBezTo>
                    <a:pt x="270" y="10"/>
                    <a:pt x="219" y="0"/>
                    <a:pt x="190" y="0"/>
                  </a:cubicBezTo>
                  <a:cubicBezTo>
                    <a:pt x="87" y="0"/>
                    <a:pt x="31" y="137"/>
                    <a:pt x="31" y="164"/>
                  </a:cubicBezTo>
                  <a:cubicBezTo>
                    <a:pt x="31" y="174"/>
                    <a:pt x="40" y="174"/>
                    <a:pt x="42" y="174"/>
                  </a:cubicBezTo>
                  <a:cubicBezTo>
                    <a:pt x="51" y="174"/>
                    <a:pt x="54" y="174"/>
                    <a:pt x="56" y="164"/>
                  </a:cubicBezTo>
                  <a:cubicBezTo>
                    <a:pt x="89" y="51"/>
                    <a:pt x="154" y="24"/>
                    <a:pt x="188" y="24"/>
                  </a:cubicBezTo>
                  <a:cubicBezTo>
                    <a:pt x="206" y="24"/>
                    <a:pt x="241" y="34"/>
                    <a:pt x="241" y="94"/>
                  </a:cubicBezTo>
                  <a:cubicBezTo>
                    <a:pt x="241" y="128"/>
                    <a:pt x="223" y="200"/>
                    <a:pt x="188" y="347"/>
                  </a:cubicBezTo>
                  <a:cubicBezTo>
                    <a:pt x="172" y="415"/>
                    <a:pt x="136" y="458"/>
                    <a:pt x="94" y="458"/>
                  </a:cubicBezTo>
                  <a:cubicBezTo>
                    <a:pt x="87" y="458"/>
                    <a:pt x="65" y="458"/>
                    <a:pt x="45" y="446"/>
                  </a:cubicBezTo>
                  <a:cubicBezTo>
                    <a:pt x="69" y="439"/>
                    <a:pt x="92" y="417"/>
                    <a:pt x="92" y="388"/>
                  </a:cubicBezTo>
                  <a:cubicBezTo>
                    <a:pt x="92" y="359"/>
                    <a:pt x="69" y="350"/>
                    <a:pt x="54" y="350"/>
                  </a:cubicBezTo>
                  <a:cubicBezTo>
                    <a:pt x="25" y="350"/>
                    <a:pt x="0" y="379"/>
                    <a:pt x="0" y="412"/>
                  </a:cubicBezTo>
                  <a:cubicBezTo>
                    <a:pt x="0" y="461"/>
                    <a:pt x="49" y="482"/>
                    <a:pt x="94" y="482"/>
                  </a:cubicBezTo>
                  <a:cubicBezTo>
                    <a:pt x="159" y="482"/>
                    <a:pt x="194" y="408"/>
                    <a:pt x="197" y="400"/>
                  </a:cubicBezTo>
                  <a:cubicBezTo>
                    <a:pt x="208" y="441"/>
                    <a:pt x="244" y="482"/>
                    <a:pt x="304" y="482"/>
                  </a:cubicBezTo>
                  <a:cubicBezTo>
                    <a:pt x="404" y="482"/>
                    <a:pt x="460" y="345"/>
                    <a:pt x="460" y="318"/>
                  </a:cubicBezTo>
                  <a:cubicBezTo>
                    <a:pt x="460" y="309"/>
                    <a:pt x="451" y="309"/>
                    <a:pt x="449" y="309"/>
                  </a:cubicBezTo>
                  <a:cubicBezTo>
                    <a:pt x="440" y="309"/>
                    <a:pt x="438" y="311"/>
                    <a:pt x="436" y="318"/>
                  </a:cubicBezTo>
                  <a:cubicBezTo>
                    <a:pt x="404" y="434"/>
                    <a:pt x="335" y="458"/>
                    <a:pt x="304" y="458"/>
                  </a:cubicBezTo>
                  <a:cubicBezTo>
                    <a:pt x="266" y="458"/>
                    <a:pt x="250" y="424"/>
                    <a:pt x="250" y="388"/>
                  </a:cubicBezTo>
                  <a:cubicBezTo>
                    <a:pt x="250" y="364"/>
                    <a:pt x="257" y="342"/>
                    <a:pt x="268" y="29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3A5F866A-D109-5E65-9F93-B57FFED76B8E}"/>
                </a:ext>
              </a:extLst>
            </p:cNvPr>
            <p:cNvSpPr/>
            <p:nvPr/>
          </p:nvSpPr>
          <p:spPr>
            <a:xfrm>
              <a:off x="5423760" y="7084440"/>
              <a:ext cx="216000" cy="29556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601" h="822">
                  <a:moveTo>
                    <a:pt x="583" y="46"/>
                  </a:moveTo>
                  <a:cubicBezTo>
                    <a:pt x="594" y="39"/>
                    <a:pt x="601" y="34"/>
                    <a:pt x="601" y="22"/>
                  </a:cubicBezTo>
                  <a:cubicBezTo>
                    <a:pt x="601" y="10"/>
                    <a:pt x="594" y="0"/>
                    <a:pt x="583" y="0"/>
                  </a:cubicBezTo>
                  <a:cubicBezTo>
                    <a:pt x="576" y="0"/>
                    <a:pt x="568" y="5"/>
                    <a:pt x="565" y="7"/>
                  </a:cubicBezTo>
                  <a:lnTo>
                    <a:pt x="20" y="285"/>
                  </a:lnTo>
                  <a:cubicBezTo>
                    <a:pt x="2" y="292"/>
                    <a:pt x="0" y="299"/>
                    <a:pt x="0" y="309"/>
                  </a:cubicBezTo>
                  <a:cubicBezTo>
                    <a:pt x="0" y="318"/>
                    <a:pt x="7" y="326"/>
                    <a:pt x="20" y="330"/>
                  </a:cubicBezTo>
                  <a:lnTo>
                    <a:pt x="565" y="608"/>
                  </a:lnTo>
                  <a:cubicBezTo>
                    <a:pt x="576" y="615"/>
                    <a:pt x="579" y="615"/>
                    <a:pt x="583" y="615"/>
                  </a:cubicBezTo>
                  <a:cubicBezTo>
                    <a:pt x="592" y="615"/>
                    <a:pt x="601" y="605"/>
                    <a:pt x="601" y="593"/>
                  </a:cubicBezTo>
                  <a:cubicBezTo>
                    <a:pt x="601" y="584"/>
                    <a:pt x="599" y="579"/>
                    <a:pt x="581" y="569"/>
                  </a:cubicBezTo>
                  <a:lnTo>
                    <a:pt x="67" y="309"/>
                  </a:lnTo>
                  <a:close/>
                  <a:moveTo>
                    <a:pt x="568" y="822"/>
                  </a:moveTo>
                  <a:cubicBezTo>
                    <a:pt x="583" y="822"/>
                    <a:pt x="601" y="822"/>
                    <a:pt x="601" y="801"/>
                  </a:cubicBezTo>
                  <a:cubicBezTo>
                    <a:pt x="601" y="779"/>
                    <a:pt x="581" y="779"/>
                    <a:pt x="568" y="779"/>
                  </a:cubicBezTo>
                  <a:lnTo>
                    <a:pt x="36" y="779"/>
                  </a:lnTo>
                  <a:cubicBezTo>
                    <a:pt x="20" y="779"/>
                    <a:pt x="0" y="779"/>
                    <a:pt x="0" y="801"/>
                  </a:cubicBezTo>
                  <a:cubicBezTo>
                    <a:pt x="0" y="822"/>
                    <a:pt x="18" y="822"/>
                    <a:pt x="34" y="82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4918E2E3-F709-692C-785B-63BFA68CD05B}"/>
                </a:ext>
              </a:extLst>
            </p:cNvPr>
            <p:cNvSpPr/>
            <p:nvPr/>
          </p:nvSpPr>
          <p:spPr>
            <a:xfrm>
              <a:off x="5797440" y="7073280"/>
              <a:ext cx="117000" cy="25488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26" h="709">
                  <a:moveTo>
                    <a:pt x="203" y="27"/>
                  </a:moveTo>
                  <a:cubicBezTo>
                    <a:pt x="203" y="2"/>
                    <a:pt x="203" y="0"/>
                    <a:pt x="179" y="0"/>
                  </a:cubicBezTo>
                  <a:cubicBezTo>
                    <a:pt x="118" y="68"/>
                    <a:pt x="31" y="68"/>
                    <a:pt x="0" y="68"/>
                  </a:cubicBezTo>
                  <a:lnTo>
                    <a:pt x="0" y="101"/>
                  </a:lnTo>
                  <a:cubicBezTo>
                    <a:pt x="20" y="101"/>
                    <a:pt x="78" y="101"/>
                    <a:pt x="130" y="72"/>
                  </a:cubicBezTo>
                  <a:lnTo>
                    <a:pt x="130" y="625"/>
                  </a:lnTo>
                  <a:cubicBezTo>
                    <a:pt x="130" y="663"/>
                    <a:pt x="127" y="675"/>
                    <a:pt x="38" y="675"/>
                  </a:cubicBezTo>
                  <a:lnTo>
                    <a:pt x="7" y="675"/>
                  </a:lnTo>
                  <a:lnTo>
                    <a:pt x="7" y="709"/>
                  </a:lnTo>
                  <a:cubicBezTo>
                    <a:pt x="40" y="704"/>
                    <a:pt x="127" y="704"/>
                    <a:pt x="165" y="704"/>
                  </a:cubicBezTo>
                  <a:cubicBezTo>
                    <a:pt x="206" y="704"/>
                    <a:pt x="290" y="704"/>
                    <a:pt x="326" y="709"/>
                  </a:cubicBezTo>
                  <a:lnTo>
                    <a:pt x="326" y="675"/>
                  </a:lnTo>
                  <a:lnTo>
                    <a:pt x="295" y="675"/>
                  </a:lnTo>
                  <a:cubicBezTo>
                    <a:pt x="206" y="675"/>
                    <a:pt x="203" y="663"/>
                    <a:pt x="203" y="62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  <a:prstDash val="solid"/>
            </a:ln>
          </p:spPr>
          <p:txBody>
            <a:bodyPr vert="horz" wrap="none" lIns="90000" tIns="45000" rIns="90000" bIns="45000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6BCD3-B6A7-50B1-C832-7B284086AFE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2880" y="42840"/>
            <a:ext cx="9966960" cy="96372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rtl="1" hangingPunct="1"/>
            <a:r>
              <a:rPr lang="he-IL" sz="6000">
                <a:cs typeface="David" pitchFamily="34"/>
              </a:rPr>
              <a:t>מיקסום סכום פונקציה עולה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EF6ABE-C091-2537-9647-59A91A8ADB46}"/>
              </a:ext>
            </a:extLst>
          </p:cNvPr>
          <p:cNvSpPr txBox="1"/>
          <p:nvPr/>
        </p:nvSpPr>
        <p:spPr>
          <a:xfrm>
            <a:off x="91440" y="2926079"/>
            <a:ext cx="9875520" cy="34988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ct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6000" b="0" i="0" u="none" strike="noStrike" kern="1200" cap="none">
                <a:ln>
                  <a:noFill/>
                </a:ln>
                <a:solidFill>
                  <a:srgbClr val="CC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איזו פונקציה נמקסם כדי לקבל</a:t>
            </a:r>
          </a:p>
          <a:p>
            <a:pPr marL="0" marR="0" lvl="0" indent="0" algn="ct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6000" b="0" i="0" u="none" strike="noStrike" kern="1200" cap="none">
                <a:ln>
                  <a:noFill/>
                </a:ln>
                <a:solidFill>
                  <a:srgbClr val="CC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חלוקה שהיא </a:t>
            </a:r>
            <a:br>
              <a:rPr lang="en-US" sz="6000" b="0" i="0" u="none" strike="noStrike" kern="1200" cap="none">
                <a:ln>
                  <a:noFill/>
                </a:ln>
                <a:solidFill>
                  <a:srgbClr val="CC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he-IL" sz="6000" b="0" i="0" u="none" strike="noStrike" kern="1200" cap="none">
                <a:ln>
                  <a:noFill/>
                </a:ln>
                <a:solidFill>
                  <a:srgbClr val="CC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גם יעילה וגם </a:t>
            </a:r>
            <a:r>
              <a:rPr lang="he-IL" sz="6000" b="0" i="1" u="none" strike="noStrike" kern="1200" cap="none">
                <a:ln>
                  <a:noFill/>
                </a:ln>
                <a:solidFill>
                  <a:srgbClr val="CC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הוגנת</a:t>
            </a:r>
            <a:r>
              <a:rPr lang="en-US" sz="6000" b="0" i="0" u="none" strike="noStrike" kern="1200" cap="none">
                <a:ln>
                  <a:noFill/>
                </a:ln>
                <a:solidFill>
                  <a:srgbClr val="CC00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DF42D-37C6-0F46-7285-E7D6F16DE5A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2880" y="42840"/>
            <a:ext cx="9966960" cy="96372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rtl="1" hangingPunct="1"/>
            <a:r>
              <a:rPr lang="he-IL" sz="6000">
                <a:cs typeface="David" pitchFamily="34"/>
              </a:rPr>
              <a:t>איזו פונקציה לבחור?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4B08D1-ECE2-85F1-92CB-3D898ACA615B}"/>
              </a:ext>
            </a:extLst>
          </p:cNvPr>
          <p:cNvSpPr txBox="1"/>
          <p:nvPr/>
        </p:nvSpPr>
        <p:spPr>
          <a:xfrm>
            <a:off x="1269485" y="1280159"/>
            <a:ext cx="8811235" cy="3040084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מתברר שאם הפונקציה</a:t>
            </a:r>
            <a:r>
              <a:rPr lang="he-IL" sz="4000"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f</a:t>
            </a:r>
            <a:r>
              <a:rPr lang="he-IL" sz="4000"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היא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לוגריתמי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ת: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1" i="0" u="none" strike="noStrike" kern="1200" cap="none">
                <a:ln>
                  <a:noFill/>
                </a:ln>
                <a:solidFill>
                  <a:srgbClr val="009933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f(V) = log(V)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אז החלוקה לא רק יעילה אלא גם ללא קנאה!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solidFill>
                <a:srgbClr val="009933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>
              <a:ln>
                <a:noFill/>
              </a:ln>
              <a:solidFill>
                <a:srgbClr val="009933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056BC-C4E8-7BB8-9205-395122F2305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2880" y="42840"/>
            <a:ext cx="9966960" cy="96372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algn="r" rtl="1" hangingPunct="1"/>
            <a:r>
              <a:rPr lang="he-IL" sz="6000">
                <a:cs typeface="David" pitchFamily="34"/>
              </a:rPr>
              <a:t>יעילות נאש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E03A37-274D-ECCD-60BF-A33EE6ADB567}"/>
              </a:ext>
            </a:extLst>
          </p:cNvPr>
          <p:cNvSpPr txBox="1"/>
          <p:nvPr/>
        </p:nvSpPr>
        <p:spPr>
          <a:xfrm>
            <a:off x="-95" y="1263830"/>
            <a:ext cx="10080720" cy="593472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solidFill>
                  <a:srgbClr val="FF8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הגדרה.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FF8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מצב יעיל-נאש הוא מצב הממקסם את </a:t>
            </a:r>
            <a:r>
              <a:rPr lang="he-IL" sz="3600" b="0" i="1" u="none" strike="noStrike" kern="1200" cap="none">
                <a:ln>
                  <a:noFill/>
                </a:ln>
                <a:solidFill>
                  <a:srgbClr val="FF8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סכום הלוגרי</a:t>
            </a:r>
            <a:r>
              <a:rPr lang="he-IL" sz="3600" i="1">
                <a:solidFill>
                  <a:srgbClr val="FF8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תמי</a:t>
            </a:r>
            <a:r>
              <a:rPr lang="he-IL" sz="3600" b="0" i="1" u="none" strike="noStrike" kern="1200" cap="none">
                <a:ln>
                  <a:noFill/>
                </a:ln>
                <a:solidFill>
                  <a:srgbClr val="FF8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ם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FF8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של הערכים (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FF8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f=log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FF8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).</a:t>
            </a:r>
            <a:endParaRPr lang="en-US" sz="3600" b="0" i="0" u="none" strike="noStrike" kern="1200" cap="none">
              <a:ln>
                <a:noFill/>
              </a:ln>
              <a:solidFill>
                <a:srgbClr val="FF80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משפט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כל חלוקה יעילה-נאש היא ללא קנאה.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1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הוכחה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נסתכל בפרוסת עוגה אינפיניטיסימלי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ת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Z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3600" b="0" i="0" u="none" strike="noStrike" kern="1200" cap="none">
              <a:ln>
                <a:noFill/>
              </a:ln>
              <a:solidFill>
                <a:srgbClr val="0000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התרומה שלה ל-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f(V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(X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))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היא </a:t>
            </a:r>
            <a:r>
              <a:rPr lang="he-IL" sz="28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</a:t>
            </a:r>
            <a:r>
              <a:rPr lang="en-US" sz="2800" b="0" i="1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חשבון אינפי</a:t>
            </a:r>
            <a:r>
              <a:rPr lang="he-IL" sz="2800" b="0" i="1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'</a:t>
            </a:r>
            <a:r>
              <a:rPr lang="he-IL" sz="2800" i="1"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1)</a:t>
            </a:r>
            <a:r>
              <a:rPr lang="he-IL" sz="3600" i="1"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3600" b="0" i="1" u="none" strike="noStrike" kern="1200" cap="none">
              <a:ln>
                <a:noFill/>
              </a:ln>
              <a:solidFill>
                <a:srgbClr val="0000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f(V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(X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)+V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(Z)) - f(V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(X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))  ~  f’(V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(X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)) * V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(Z)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לכן, אלגוריתם המיטוב ייתן כל פרוסה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Z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לשחקן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שהמכפלה הזאת עבורו גדולה ביותר: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f’(V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(X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)) * V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(Z)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≥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 f’(V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(X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)) * V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(Z)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נסכם את המשוואה על כל הפרוסות שניתנו לשחקן 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99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  <a:endParaRPr lang="en-US" sz="3600" b="0" i="0" u="none" strike="noStrike" kern="1200" cap="none">
              <a:ln>
                <a:noFill/>
              </a:ln>
              <a:solidFill>
                <a:srgbClr val="990099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f’(V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99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(X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99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)) * V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99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(X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99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)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≥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 f’(V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99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(X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99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)) * V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99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(X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99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1F6D7-CC05-5EE7-F50D-EBCB59B9A55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2880" y="42840"/>
            <a:ext cx="9966960" cy="96372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algn="r" rtl="1" hangingPunct="1"/>
            <a:r>
              <a:rPr lang="he-IL" sz="6000">
                <a:cs typeface="David" pitchFamily="34"/>
              </a:rPr>
              <a:t>יעילות – מיקסום סכום לוגים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80A991-8F15-BA2C-5A85-760A7F8E6DEE}"/>
              </a:ext>
            </a:extLst>
          </p:cNvPr>
          <p:cNvSpPr txBox="1"/>
          <p:nvPr/>
        </p:nvSpPr>
        <p:spPr>
          <a:xfrm>
            <a:off x="-113760" y="1280159"/>
            <a:ext cx="10080720" cy="4870905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משפט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כל חלוקה יעילה-נאש היא ללא קנאה.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1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הוכחה [המשך]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לכל חלוקה הממקסמת את הסכום של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f(V)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f’(V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99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(X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99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)) * V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99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(X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99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)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≥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 f’(V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99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(X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99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)) * V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99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(X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99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990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)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כאשר</a:t>
            </a:r>
            <a:r>
              <a:rPr lang="en-US" sz="3600" b="0" i="1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f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היא פונקציה לוגרי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תמי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ת, מקבלים: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(1 / V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(X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)) * V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(X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)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Liberation Sans" pitchFamily="34"/>
                <a:cs typeface="Liberation Sans" pitchFamily="34"/>
              </a:rPr>
              <a:t>≥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(1 / V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(X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)) * V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(X</a:t>
            </a:r>
            <a:r>
              <a:rPr lang="en-US" sz="3600" b="0" i="0" u="none" strike="noStrike" kern="1200" cap="none" baseline="-33000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0000CC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)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מעבירים אגף ומקבלים, לכל שני שחקנים </a:t>
            </a:r>
            <a:r>
              <a:rPr lang="en-US" sz="36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j,i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1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V</a:t>
            </a:r>
            <a:r>
              <a:rPr lang="en-US" sz="3600" b="1" i="0" u="none" strike="noStrike" kern="1200" cap="none" baseline="-33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1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(X</a:t>
            </a:r>
            <a:r>
              <a:rPr lang="en-US" sz="3600" b="1" i="0" u="none" strike="noStrike" kern="1200" cap="none" baseline="-33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1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)  </a:t>
            </a:r>
            <a:r>
              <a:rPr lang="en-US" sz="3600" b="1" i="0" u="none" strike="noStrike" kern="1200" cap="none">
                <a:ln>
                  <a:noFill/>
                </a:ln>
                <a:latin typeface="Times New Roman" pitchFamily="18"/>
                <a:ea typeface="Liberation Sans" pitchFamily="34"/>
                <a:cs typeface="Liberation Sans" pitchFamily="34"/>
              </a:rPr>
              <a:t>≥</a:t>
            </a:r>
            <a:r>
              <a:rPr lang="en-US" sz="3600" b="1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 V</a:t>
            </a:r>
            <a:r>
              <a:rPr lang="en-US" sz="3600" b="1" i="0" u="none" strike="noStrike" kern="1200" cap="none" baseline="-33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1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(X</a:t>
            </a:r>
            <a:r>
              <a:rPr lang="en-US" sz="3600" b="1" i="0" u="none" strike="noStrike" kern="1200" cap="none" baseline="-33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en-US" sz="3600" b="1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)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וזו בדיוק ההגדרה של חלוקה ללא קנאה!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 ***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A94027-0D6E-E710-AA4E-934E703C9551}"/>
              </a:ext>
            </a:extLst>
          </p:cNvPr>
          <p:cNvSpPr txBox="1"/>
          <p:nvPr/>
        </p:nvSpPr>
        <p:spPr>
          <a:xfrm>
            <a:off x="2340000" y="7040880"/>
            <a:ext cx="5615280" cy="3466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  <a:hlinkClick r:id="rId3"/>
              </a:rPr>
              <a:t>https://www.desmos.com/calculator/9v04iox9hu</a:t>
            </a:r>
            <a:r>
              <a:rPr lang="en-US" sz="18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D4693-58AC-9AAD-8CDA-43342B1B35D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43560"/>
            <a:ext cx="10149840" cy="96372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rtl="1" hangingPunct="1"/>
            <a:r>
              <a:rPr lang="he-IL" sz="6000">
                <a:cs typeface="David" pitchFamily="34"/>
              </a:rPr>
              <a:t>אוטיליטרית – נאש – אגליטרית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D479069-3632-D80A-67DB-53FEB6BBC0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3459079"/>
              </p:ext>
            </p:extLst>
          </p:nvPr>
        </p:nvGraphicFramePr>
        <p:xfrm>
          <a:off x="291960" y="2002680"/>
          <a:ext cx="9503435" cy="2000160"/>
        </p:xfrm>
        <a:graphic>
          <a:graphicData uri="http://schemas.openxmlformats.org/drawingml/2006/table">
            <a:tbl>
              <a:tblPr firstRow="1" bandRow="1">
                <a:tableStyleId>{23491858-C0AF-4D33-B05B-DAE2F88B037C}</a:tableStyleId>
              </a:tblPr>
              <a:tblGrid>
                <a:gridCol w="2377104">
                  <a:extLst>
                    <a:ext uri="{9D8B030D-6E8A-4147-A177-3AD203B41FA5}">
                      <a16:colId xmlns:a16="http://schemas.microsoft.com/office/drawing/2014/main" val="4020609293"/>
                    </a:ext>
                  </a:extLst>
                </a:gridCol>
                <a:gridCol w="2377104">
                  <a:extLst>
                    <a:ext uri="{9D8B030D-6E8A-4147-A177-3AD203B41FA5}">
                      <a16:colId xmlns:a16="http://schemas.microsoft.com/office/drawing/2014/main" val="222301624"/>
                    </a:ext>
                  </a:extLst>
                </a:gridCol>
                <a:gridCol w="2377104">
                  <a:extLst>
                    <a:ext uri="{9D8B030D-6E8A-4147-A177-3AD203B41FA5}">
                      <a16:colId xmlns:a16="http://schemas.microsoft.com/office/drawing/2014/main" val="1166277926"/>
                    </a:ext>
                  </a:extLst>
                </a:gridCol>
                <a:gridCol w="2372123">
                  <a:extLst>
                    <a:ext uri="{9D8B030D-6E8A-4147-A177-3AD203B41FA5}">
                      <a16:colId xmlns:a16="http://schemas.microsoft.com/office/drawing/2014/main" val="1213145904"/>
                    </a:ext>
                  </a:extLst>
                </a:gridCol>
              </a:tblGrid>
              <a:tr h="626040"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 טון עצים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 טון נפט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 טון פלדה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1800" b="0" i="0" u="none" strike="noStrike" kern="1200" cap="none">
                        <a:ln>
                          <a:noFill/>
                        </a:ln>
                        <a:latin typeface="Liberation Sans" pitchFamily="18"/>
                        <a:cs typeface="Nachlieli CLM" pitchFamily="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7101235"/>
                  </a:ext>
                </a:extLst>
              </a:tr>
              <a:tr h="62604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en-US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ערך אבי: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342438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en-US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0"/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ערך בתיה: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420104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7E70EAD-9B90-69D9-A885-8E3CE83148A9}"/>
              </a:ext>
            </a:extLst>
          </p:cNvPr>
          <p:cNvSpPr txBox="1"/>
          <p:nvPr/>
        </p:nvSpPr>
        <p:spPr>
          <a:xfrm>
            <a:off x="80558" y="4048559"/>
            <a:ext cx="9881722" cy="339332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בחלוקה אוטיליטרית –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158466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כל העצים לאבי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;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בתיה מקנאת.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solidFill>
                <a:srgbClr val="FF0000"/>
              </a:solidFill>
              <a:latin typeface="Liberation Sans" pitchFamily="18"/>
              <a:ea typeface="Noto Sans CJK SC Regular" pitchFamily="2"/>
              <a:cs typeface="Nachlieli CLM" pitchFamily="2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בחלוקה אגליטרית –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158466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כל העצים לבתיה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;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אבי מקנא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solidFill>
                <a:srgbClr val="55308D"/>
              </a:solidFill>
              <a:latin typeface="Liberation Sans" pitchFamily="18"/>
              <a:ea typeface="Noto Sans CJK SC Regular" pitchFamily="2"/>
              <a:cs typeface="Nachlieli CLM" pitchFamily="2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בחלוקה יעילה-נאש</a:t>
            </a:r>
            <a:r>
              <a:rPr lang="he-IL" sz="3600">
                <a:latin typeface="Liberation Sans" pitchFamily="18"/>
                <a:ea typeface="Noto Sans CJK SC Regular" pitchFamily="2"/>
                <a:cs typeface="Nachlieli CLM" pitchFamily="2"/>
              </a:rPr>
              <a:t> – </a:t>
            </a:r>
            <a:r>
              <a:rPr lang="en-US" sz="3600">
                <a:latin typeface="Liberation Sans" pitchFamily="18"/>
                <a:ea typeface="Noto Sans CJK SC Regular" pitchFamily="2"/>
                <a:cs typeface="Nachlieli CLM" pitchFamily="2"/>
              </a:rPr>
              <a:t>0.42</a:t>
            </a:r>
            <a:r>
              <a:rPr lang="he-IL" sz="3600">
                <a:latin typeface="Liberation Sans" pitchFamily="18"/>
                <a:ea typeface="Noto Sans CJK SC Regular" pitchFamily="2"/>
                <a:cs typeface="Nachlieli CLM" pitchFamily="2"/>
              </a:rPr>
              <a:t> טון עצים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 ל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אבי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18"/>
                <a:ea typeface="Noto Sans CJK SC Regular" pitchFamily="2"/>
                <a:cs typeface="Nachlieli CLM" pitchFamily="2"/>
              </a:rPr>
              <a:t>;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>
                <a:ln>
                  <a:noFill/>
                </a:ln>
                <a:solidFill>
                  <a:srgbClr val="158466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                                  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158466"/>
                </a:solidFill>
                <a:latin typeface="Liberation Sans" pitchFamily="18"/>
                <a:ea typeface="Noto Sans CJK SC Regular" pitchFamily="2"/>
                <a:cs typeface="Nachlieli CLM" pitchFamily="2"/>
              </a:rPr>
              <a:t>אף אחד לא מקנא!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E1721-D31B-2C77-3661-A50F9888FC8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2880" y="42840"/>
            <a:ext cx="9966960" cy="96372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algn="r" rtl="1" hangingPunct="1"/>
            <a:r>
              <a:rPr lang="he-IL" sz="6000">
                <a:cs typeface="David" pitchFamily="34"/>
              </a:rPr>
              <a:t>יעילות, הוגנות וקשירות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7B11EF-4704-DF86-B353-4B18732129C4}"/>
              </a:ext>
            </a:extLst>
          </p:cNvPr>
          <p:cNvSpPr txBox="1"/>
          <p:nvPr/>
        </p:nvSpPr>
        <p:spPr>
          <a:xfrm>
            <a:off x="-113760" y="1097280"/>
            <a:ext cx="10080720" cy="380728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ראינו שתמיד אפשר למצוא חלוקה שהיא: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יעילה וללא-קנאה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קשירה וללא-קנאה,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9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יעילה וקשירה.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solidFill>
                <a:srgbClr val="009933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0066CC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האם תמיד קיימת חלוקה ללא-קנאה, יעילה וקשירה?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-- </a:t>
            </a:r>
            <a:r>
              <a:rPr lang="en-US" sz="3600" b="0" i="0" u="none" strike="noStrike" kern="1200" cap="none" err="1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לא</a:t>
            </a:r>
            <a:r>
              <a:rPr lang="he-IL" sz="3600"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!</a:t>
            </a:r>
            <a:r>
              <a:rPr lang="en-US" sz="3600"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err="1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הנה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דוגמה: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F8A3154-7CD3-EB7F-D0EE-B24EEDF1F27A}"/>
              </a:ext>
            </a:extLst>
          </p:cNvPr>
          <p:cNvGraphicFramePr>
            <a:graphicFrameLocks noGrp="1"/>
          </p:cNvGraphicFramePr>
          <p:nvPr/>
        </p:nvGraphicFramePr>
        <p:xfrm>
          <a:off x="268920" y="4902479"/>
          <a:ext cx="9606594" cy="2595600"/>
        </p:xfrm>
        <a:graphic>
          <a:graphicData uri="http://schemas.openxmlformats.org/drawingml/2006/table">
            <a:tbl>
              <a:tblPr firstRow="1" bandRow="1">
                <a:tableStyleId>{2D59DEB3-8A58-491B-8F6F-A5DE6CE5EE57}</a:tableStyleId>
              </a:tblPr>
              <a:tblGrid>
                <a:gridCol w="1200239">
                  <a:extLst>
                    <a:ext uri="{9D8B030D-6E8A-4147-A177-3AD203B41FA5}">
                      <a16:colId xmlns:a16="http://schemas.microsoft.com/office/drawing/2014/main" val="3919483979"/>
                    </a:ext>
                  </a:extLst>
                </a:gridCol>
                <a:gridCol w="1200599">
                  <a:extLst>
                    <a:ext uri="{9D8B030D-6E8A-4147-A177-3AD203B41FA5}">
                      <a16:colId xmlns:a16="http://schemas.microsoft.com/office/drawing/2014/main" val="3628899206"/>
                    </a:ext>
                  </a:extLst>
                </a:gridCol>
                <a:gridCol w="1200239">
                  <a:extLst>
                    <a:ext uri="{9D8B030D-6E8A-4147-A177-3AD203B41FA5}">
                      <a16:colId xmlns:a16="http://schemas.microsoft.com/office/drawing/2014/main" val="228542970"/>
                    </a:ext>
                  </a:extLst>
                </a:gridCol>
                <a:gridCol w="1200599">
                  <a:extLst>
                    <a:ext uri="{9D8B030D-6E8A-4147-A177-3AD203B41FA5}">
                      <a16:colId xmlns:a16="http://schemas.microsoft.com/office/drawing/2014/main" val="4221397070"/>
                    </a:ext>
                  </a:extLst>
                </a:gridCol>
                <a:gridCol w="1201320">
                  <a:extLst>
                    <a:ext uri="{9D8B030D-6E8A-4147-A177-3AD203B41FA5}">
                      <a16:colId xmlns:a16="http://schemas.microsoft.com/office/drawing/2014/main" val="3592660330"/>
                    </a:ext>
                  </a:extLst>
                </a:gridCol>
                <a:gridCol w="1200239">
                  <a:extLst>
                    <a:ext uri="{9D8B030D-6E8A-4147-A177-3AD203B41FA5}">
                      <a16:colId xmlns:a16="http://schemas.microsoft.com/office/drawing/2014/main" val="2571095036"/>
                    </a:ext>
                  </a:extLst>
                </a:gridCol>
                <a:gridCol w="1200599">
                  <a:extLst>
                    <a:ext uri="{9D8B030D-6E8A-4147-A177-3AD203B41FA5}">
                      <a16:colId xmlns:a16="http://schemas.microsoft.com/office/drawing/2014/main" val="1012018628"/>
                    </a:ext>
                  </a:extLst>
                </a:gridCol>
                <a:gridCol w="1202760">
                  <a:extLst>
                    <a:ext uri="{9D8B030D-6E8A-4147-A177-3AD203B41FA5}">
                      <a16:colId xmlns:a16="http://schemas.microsoft.com/office/drawing/2014/main" val="3267909196"/>
                    </a:ext>
                  </a:extLst>
                </a:gridCol>
              </a:tblGrid>
              <a:tr h="865080"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אבי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  <a:ea typeface="DejaVu Sans" pitchFamily="2"/>
                          <a:cs typeface="Monospace" pitchFamily="1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DejaVu Sans" pitchFamily="2"/>
                          <a:cs typeface="Monospace" pitchFamily="1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Nachlieli CLM" pitchFamily="2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Nachlieli CLM" pitchFamily="2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Nachlieli CLM" pitchFamily="2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Nachlieli CLM" pitchFamily="2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Nachlieli CLM" pitchFamily="2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Nachlieli CLM" pitchFamily="2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814120"/>
                  </a:ext>
                </a:extLst>
              </a:tr>
              <a:tr h="865080"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1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בתיה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  <a:ea typeface="DejaVu Sans" pitchFamily="2"/>
                          <a:cs typeface="Monospace" pitchFamily="1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DejaVu Sans" pitchFamily="2"/>
                          <a:cs typeface="Monospace" pitchFamily="1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Nachlieli CLM" pitchFamily="2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Nachlieli CLM" pitchFamily="2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Nachlieli CLM" pitchFamily="2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Nachlieli CLM" pitchFamily="2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Nachlieli CLM" pitchFamily="2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Nachlieli CLM" pitchFamily="2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0337286"/>
                  </a:ext>
                </a:extLst>
              </a:tr>
              <a:tr h="865440">
                <a:tc>
                  <a:txBody>
                    <a:bodyPr/>
                    <a:lstStyle/>
                    <a:p>
                      <a:pPr marL="0" marR="0" lvl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1"/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18"/>
                          <a:ea typeface="Noto Sans CJK SC Regular" pitchFamily="2"/>
                          <a:cs typeface="Nachlieli CLM" pitchFamily="2"/>
                        </a:rPr>
                        <a:t>צומי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  <a:ea typeface="DejaVu Sans" pitchFamily="2"/>
                          <a:cs typeface="Monospace" pitchFamily="1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DejaVu Sans" pitchFamily="2"/>
                          <a:cs typeface="Monospace" pitchFamily="1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Nachlieli CLM" pitchFamily="2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Nachlieli CLM" pitchFamily="2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Nachlieli CLM" pitchFamily="2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Nachlieli CLM" pitchFamily="2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Nachlieli CLM" pitchFamily="2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>
                          <a:latin typeface="Liberation Sans" pitchFamily="34"/>
                        </a:defRPr>
                      </a:pPr>
                      <a:r>
                        <a:rPr lang="en-US" sz="36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Nachlieli CLM" pitchFamily="2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338096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36EB2-73BB-4D8B-4551-CB7CDDAA7DA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91440"/>
            <a:ext cx="10080720" cy="914400"/>
          </a:xfrm>
        </p:spPr>
        <p:txBody>
          <a:bodyPr vert="horz"/>
          <a:lstStyle/>
          <a:p>
            <a:pPr lvl="0" rtl="1"/>
            <a:r>
              <a:rPr lang="he-IL">
                <a:latin typeface="Liberation Sans" pitchFamily="34"/>
                <a:cs typeface="Liberation Sans" pitchFamily="34"/>
              </a:rPr>
              <a:t>חלוקה ללא קנאה - טרילמה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61DD24D-B0AA-C722-9F33-55D362CA4B54}"/>
              </a:ext>
            </a:extLst>
          </p:cNvPr>
          <p:cNvGraphicFramePr>
            <a:graphicFrameLocks noGrp="1"/>
          </p:cNvGraphicFramePr>
          <p:nvPr/>
        </p:nvGraphicFramePr>
        <p:xfrm>
          <a:off x="306720" y="1038240"/>
          <a:ext cx="9509040" cy="5934959"/>
        </p:xfrm>
        <a:graphic>
          <a:graphicData uri="http://schemas.openxmlformats.org/drawingml/2006/table">
            <a:tbl>
              <a:tblPr firstRow="1" bandRow="1">
                <a:tableStyleId>{2D59DEB3-8A58-491B-8F6F-A5DE6CE5EE57}</a:tableStyleId>
              </a:tblPr>
              <a:tblGrid>
                <a:gridCol w="2376360">
                  <a:extLst>
                    <a:ext uri="{9D8B030D-6E8A-4147-A177-3AD203B41FA5}">
                      <a16:colId xmlns:a16="http://schemas.microsoft.com/office/drawing/2014/main" val="2626750407"/>
                    </a:ext>
                  </a:extLst>
                </a:gridCol>
                <a:gridCol w="2376360">
                  <a:extLst>
                    <a:ext uri="{9D8B030D-6E8A-4147-A177-3AD203B41FA5}">
                      <a16:colId xmlns:a16="http://schemas.microsoft.com/office/drawing/2014/main" val="2471196926"/>
                    </a:ext>
                  </a:extLst>
                </a:gridCol>
                <a:gridCol w="2376360">
                  <a:extLst>
                    <a:ext uri="{9D8B030D-6E8A-4147-A177-3AD203B41FA5}">
                      <a16:colId xmlns:a16="http://schemas.microsoft.com/office/drawing/2014/main" val="479645224"/>
                    </a:ext>
                  </a:extLst>
                </a:gridCol>
                <a:gridCol w="2379960">
                  <a:extLst>
                    <a:ext uri="{9D8B030D-6E8A-4147-A177-3AD203B41FA5}">
                      <a16:colId xmlns:a16="http://schemas.microsoft.com/office/drawing/2014/main" val="3469904955"/>
                    </a:ext>
                  </a:extLst>
                </a:gridCol>
              </a:tblGrid>
              <a:tr h="1641599"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32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פרוסות קשירות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32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ללא קנאה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32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יעיל פארטו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rtl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3600" b="0" i="0" u="none" strike="noStrike" kern="1200" cap="none">
                        <a:ln>
                          <a:noFill/>
                        </a:ln>
                        <a:latin typeface="Liberation Sans" pitchFamily="18"/>
                        <a:cs typeface="Liberation Sans" pitchFamily="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126714"/>
                  </a:ext>
                </a:extLst>
              </a:tr>
              <a:tr h="1260720"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00CC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00CC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כן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00CC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00CC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כן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FF33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FF33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לא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32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אלגוריתם סוּ והמשולשים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520695"/>
                  </a:ext>
                </a:extLst>
              </a:tr>
              <a:tr h="1516320"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FF33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FF33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לא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00CC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00CC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כן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00CC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00CC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כן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32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מיקסום סכום לוגים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5192005"/>
                  </a:ext>
                </a:extLst>
              </a:tr>
              <a:tr h="1516320"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00CC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00CC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כן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FF33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FF33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לא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00CC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00CC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כן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2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32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דיקטטורה סדרתית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32025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343D6-5FBB-3BF0-7A3B-7179970F24A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2880" y="42840"/>
            <a:ext cx="9966960" cy="963720"/>
          </a:xfrm>
        </p:spPr>
        <p:txBody>
          <a:bodyPr vert="horz" wrap="square" lIns="91440" tIns="45720" rIns="91440" bIns="45720" anchorCtr="0">
            <a:noAutofit/>
          </a:bodyPr>
          <a:lstStyle/>
          <a:p>
            <a:pPr lvl="0" algn="r" rtl="1" hangingPunct="1"/>
            <a:r>
              <a:rPr lang="he-IL" sz="6000">
                <a:cs typeface="David" pitchFamily="34"/>
              </a:rPr>
              <a:t>הוגנות לעומת יעילות במבחנים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31597A-AAED-4A2B-A515-683C32272812}"/>
              </a:ext>
            </a:extLst>
          </p:cNvPr>
          <p:cNvSpPr txBox="1"/>
          <p:nvPr/>
        </p:nvSpPr>
        <p:spPr>
          <a:xfrm>
            <a:off x="-113760" y="1097280"/>
            <a:ext cx="10080720" cy="6461854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3333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נתונים: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3333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בתקופת המבחנים, בכל יום ובכל כיתה יש שלושה מבחנים. המבחנים מתחילים בשעות 9, 13, 17.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3333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לכן הזמן המירבי האפשרי לכל מבחן הוא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3333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600" b="1" i="0" u="none" strike="noStrike" kern="1200" cap="none">
                <a:ln>
                  <a:noFill/>
                </a:ln>
                <a:solidFill>
                  <a:srgbClr val="3333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4 שעות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3333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3600" b="0" i="0" u="none" strike="noStrike" kern="1200" cap="none">
              <a:ln>
                <a:noFill/>
              </a:ln>
              <a:solidFill>
                <a:srgbClr val="3333FF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3333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סטודנטים הזכאים להארכת-זמן מקבלים </a:t>
            </a:r>
            <a:r>
              <a:rPr lang="en-US" sz="3600" b="1" i="0" u="none" strike="noStrike" kern="1200" cap="none">
                <a:ln>
                  <a:noFill/>
                </a:ln>
                <a:solidFill>
                  <a:srgbClr val="3333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25% יותר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3333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זמן מכל שאר הסטודנטים.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endParaRPr lang="en-US" sz="3600" b="0" i="0" u="none" strike="noStrike" kern="1200" cap="none">
              <a:ln>
                <a:noFill/>
              </a:ln>
              <a:solidFill>
                <a:srgbClr val="3333FF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שאלה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 כמה זמן צריך לתת למבחן?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CC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4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CC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שעות לכולם – 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CC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CC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יעיל פארטו אבל לא הוגן.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CC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3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CC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שעות לכולם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CC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CC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3.75 לזכאים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CC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CC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–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CC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ה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CC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וגן אבל לא יעיל.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3600" b="0" i="0" u="none" strike="noStrike" kern="1200" cap="none">
              <a:ln>
                <a:noFill/>
              </a:ln>
              <a:solidFill>
                <a:srgbClr val="6600FF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66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האם יש פתרון שהוא הוגן וגם יעיל פארטו?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build="p"/>
    </p:bldLst>
  </p:timing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x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6062</TotalTime>
  <Words>2680</Words>
  <Application>Microsoft Office PowerPoint</Application>
  <PresentationFormat>Custom</PresentationFormat>
  <Paragraphs>506</Paragraphs>
  <Slides>38</Slides>
  <Notes>38</Notes>
  <HiddenSlides>5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38</vt:i4>
      </vt:variant>
    </vt:vector>
  </HeadingPairs>
  <TitlesOfParts>
    <vt:vector size="51" baseType="lpstr">
      <vt:lpstr>Aptos</vt:lpstr>
      <vt:lpstr>Aptos Display</vt:lpstr>
      <vt:lpstr>Arial</vt:lpstr>
      <vt:lpstr>David</vt:lpstr>
      <vt:lpstr>Guttman Stam</vt:lpstr>
      <vt:lpstr>Liberation Sans</vt:lpstr>
      <vt:lpstr>Liberation Serif</vt:lpstr>
      <vt:lpstr>StarSymbol</vt:lpstr>
      <vt:lpstr>Times New Roman</vt:lpstr>
      <vt:lpstr>blank</vt:lpstr>
      <vt:lpstr>tx</vt:lpstr>
      <vt:lpstr>Default</vt:lpstr>
      <vt:lpstr>Office Theme</vt:lpstr>
      <vt:lpstr>חלוקה יעילה של משאבים Efficient Resource Division  אראל סגל-הלוי</vt:lpstr>
      <vt:lpstr>חלוקת משאבים הומוגניים</vt:lpstr>
      <vt:lpstr>חלוקה הוגנת - קל</vt:lpstr>
      <vt:lpstr>מהי יעילות כלכלית?</vt:lpstr>
      <vt:lpstr>יעילות כלכלית</vt:lpstr>
      <vt:lpstr>חלוקה לא יעילה (כנראה)</vt:lpstr>
      <vt:lpstr>חלוקה יעילה פארטו - קל</vt:lpstr>
      <vt:lpstr>האתגר</vt:lpstr>
      <vt:lpstr>האם "חתוך ובחר" יעיל פארטו?</vt:lpstr>
      <vt:lpstr>האם "חתוך ובחר" יעיל פארטו?</vt:lpstr>
      <vt:lpstr>האם "חתוך ובחר" יעיל פארטו?</vt:lpstr>
      <vt:lpstr>יעילות אוטיליטרית</vt:lpstr>
      <vt:lpstr>יעילות אוטיליטרית ויעילות פארטו</vt:lpstr>
      <vt:lpstr>יעילות אוטיליטרית</vt:lpstr>
      <vt:lpstr>יעילות – מיקסום סכום קמור</vt:lpstr>
      <vt:lpstr>מיקסום סכום השורשים</vt:lpstr>
      <vt:lpstr>יעילות אגליטרית</vt:lpstr>
      <vt:lpstr>יעילות אגליטרית ויעילות פארטו</vt:lpstr>
      <vt:lpstr>סדר לקסימין</vt:lpstr>
      <vt:lpstr>לקסימין ויעילות</vt:lpstr>
      <vt:lpstr>חישוב חלוקה לקסימין (א)</vt:lpstr>
      <vt:lpstr>חישוב חלוקה לקסימין (ב)</vt:lpstr>
      <vt:lpstr>חישוב חלוקה לקסימין (ג)</vt:lpstr>
      <vt:lpstr>חישוב חלוקה לקסימין (ד)</vt:lpstr>
      <vt:lpstr>חישוב חלוקה לקסימין (ה)</vt:lpstr>
      <vt:lpstr>חישוב חלוקה לקסימין - דוגמה</vt:lpstr>
      <vt:lpstr>חלוקה אגליטרית והוגנות (א)</vt:lpstr>
      <vt:lpstr>חלוקה אגליטרית והוגנות (ב)</vt:lpstr>
      <vt:lpstr>מיקסום סכום פונקציה עולה</vt:lpstr>
      <vt:lpstr>מיקסום סכום פונקציה עולה</vt:lpstr>
      <vt:lpstr>מיקסום סכום פונקציה עולה</vt:lpstr>
      <vt:lpstr>איזו פונקציה לבחור?</vt:lpstr>
      <vt:lpstr>יעילות נאש</vt:lpstr>
      <vt:lpstr>יעילות – מיקסום סכום לוגים</vt:lpstr>
      <vt:lpstr>אוטיליטרית – נאש – אגליטרית</vt:lpstr>
      <vt:lpstr>יעילות, הוגנות וקשירות</vt:lpstr>
      <vt:lpstr>חלוקה ללא קנאה - טרילמה</vt:lpstr>
      <vt:lpstr>הוגנות לעומת יעילות במבחנים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שקופית 1</dc:title>
  <dc:creator>user</dc:creator>
  <cp:lastModifiedBy>דוד אראל סגל הלוי/David Erel Segal Halevi</cp:lastModifiedBy>
  <cp:revision>874</cp:revision>
  <dcterms:modified xsi:type="dcterms:W3CDTF">2026-10-25T15:02:26Z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r8>0</vt:r8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r8>0</vt:r8>
  </property>
  <property fmtid="{D5CDD505-2E9C-101B-9397-08002B2CF9AE}" pid="7" name="Notes">
    <vt:r8>19</vt:r8>
  </property>
  <property fmtid="{D5CDD505-2E9C-101B-9397-08002B2CF9AE}" pid="8" name="PresentationFormat">
    <vt:lpwstr>מותאם אישית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r8>19</vt:r8>
  </property>
</Properties>
</file>